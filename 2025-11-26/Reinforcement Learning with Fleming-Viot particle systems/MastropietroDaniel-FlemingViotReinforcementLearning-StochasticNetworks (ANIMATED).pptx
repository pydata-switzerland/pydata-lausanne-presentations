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40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88" r:id="rId4"/>
    <p:sldId id="341" r:id="rId5"/>
    <p:sldId id="328" r:id="rId6"/>
    <p:sldId id="348" r:id="rId7"/>
    <p:sldId id="310" r:id="rId8"/>
    <p:sldId id="320" r:id="rId9"/>
    <p:sldId id="324" r:id="rId10"/>
    <p:sldId id="323" r:id="rId11"/>
    <p:sldId id="342" r:id="rId12"/>
    <p:sldId id="343" r:id="rId13"/>
    <p:sldId id="278" r:id="rId14"/>
    <p:sldId id="329" r:id="rId15"/>
    <p:sldId id="294" r:id="rId16"/>
    <p:sldId id="274" r:id="rId17"/>
    <p:sldId id="266" r:id="rId18"/>
    <p:sldId id="332" r:id="rId19"/>
    <p:sldId id="336" r:id="rId20"/>
    <p:sldId id="300" r:id="rId21"/>
    <p:sldId id="280" r:id="rId22"/>
    <p:sldId id="286" r:id="rId23"/>
    <p:sldId id="269" r:id="rId24"/>
    <p:sldId id="335" r:id="rId25"/>
    <p:sldId id="339" r:id="rId26"/>
    <p:sldId id="345" r:id="rId27"/>
    <p:sldId id="346" r:id="rId28"/>
    <p:sldId id="347" r:id="rId29"/>
    <p:sldId id="344" r:id="rId30"/>
    <p:sldId id="30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6678A19-A10B-49CF-A978-CAC0FEBDA40A}">
          <p14:sldIdLst>
            <p14:sldId id="256"/>
            <p14:sldId id="257"/>
            <p14:sldId id="288"/>
            <p14:sldId id="341"/>
            <p14:sldId id="328"/>
            <p14:sldId id="348"/>
            <p14:sldId id="310"/>
            <p14:sldId id="320"/>
            <p14:sldId id="324"/>
            <p14:sldId id="323"/>
            <p14:sldId id="342"/>
            <p14:sldId id="343"/>
            <p14:sldId id="278"/>
            <p14:sldId id="329"/>
            <p14:sldId id="294"/>
            <p14:sldId id="274"/>
            <p14:sldId id="266"/>
            <p14:sldId id="332"/>
            <p14:sldId id="336"/>
            <p14:sldId id="300"/>
            <p14:sldId id="280"/>
            <p14:sldId id="286"/>
            <p14:sldId id="269"/>
            <p14:sldId id="335"/>
            <p14:sldId id="339"/>
            <p14:sldId id="345"/>
            <p14:sldId id="346"/>
            <p14:sldId id="347"/>
            <p14:sldId id="344"/>
            <p14:sldId id="309"/>
          </p14:sldIdLst>
        </p14:section>
        <p14:section name="QSD" id="{8E517EEC-F1D3-4373-AED4-AA58E7EDF7C4}">
          <p14:sldIdLst/>
        </p14:section>
        <p14:section name="Putting blocks together" id="{D8BEF465-7E90-4243-9031-CE1ED9D61192}">
          <p14:sldIdLst/>
        </p14:section>
        <p14:section name="Results" id="{15BD8972-8863-4DDD-A223-2E08995EB8CE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Mastropietro" initials="DM" lastIdx="1" clrIdx="0">
    <p:extLst>
      <p:ext uri="{19B8F6BF-5375-455C-9EA6-DF929625EA0E}">
        <p15:presenceInfo xmlns:p15="http://schemas.microsoft.com/office/powerpoint/2012/main" userId="44f4d20ff5ce824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A61E"/>
    <a:srgbClr val="EEAD0C"/>
    <a:srgbClr val="C2F99D"/>
    <a:srgbClr val="C999E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131" autoAdjust="0"/>
    <p:restoredTop sz="94598" autoAdjust="0"/>
  </p:normalViewPr>
  <p:slideViewPr>
    <p:cSldViewPr snapToGrid="0">
      <p:cViewPr varScale="1">
        <p:scale>
          <a:sx n="81" d="100"/>
          <a:sy n="81" d="100"/>
        </p:scale>
        <p:origin x="211" y="67"/>
      </p:cViewPr>
      <p:guideLst/>
    </p:cSldViewPr>
  </p:slideViewPr>
  <p:outlineViewPr>
    <p:cViewPr>
      <p:scale>
        <a:sx n="33" d="100"/>
        <a:sy n="33" d="100"/>
      </p:scale>
      <p:origin x="0" y="-217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0"/>
    </p:cViewPr>
  </p:sorterViewPr>
  <p:notesViewPr>
    <p:cSldViewPr snapToGrid="0">
      <p:cViewPr varScale="1">
        <p:scale>
          <a:sx n="63" d="100"/>
          <a:sy n="63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6C805E-E6E7-4C51-836E-E72AB31F6F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96FAB-495A-4F46-8822-FBF3A92A08D4}" type="datetimeFigureOut">
              <a:rPr lang="en-IE" smtClean="0"/>
              <a:t>04/05/2026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5B7F9-DE7C-440B-BC08-1172D51D83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2563E-9A59-4869-B39B-485A67CE12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3236D0-22B3-437E-919E-DE2D20ADFEA5}" type="slidenum">
              <a:rPr lang="en-IE" smtClean="0"/>
              <a:t>‹#›</a:t>
            </a:fld>
            <a:endParaRPr lang="en-IE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15310A4-9BC0-43EE-9F9D-B494AA3656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869206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1506 4849 0 0,'-10'6'3463'0'0,"-17"0"-2840"0"0,25-9-608 0 0,0 1 0 0 0,1-1-1 0 0,-1 1 1 0 0,1-2 0 0 0,-1 1-1 0 0,1 0 1 0 0,0 0 0 0 0,0 0-1 0 0,0 0 1 0 0,0 0 0 0 0,1-1-1 0 0,-1 1 1 0 0,1-1 0 0 0,-1 1-1 0 0,1 0 1 0 0,0-1 0 0 0,0 1-1 0 0,0-1 1 0 0,1 1 0 0 0,-1-1-1 0 0,1 1 1 0 0,-1 0 0 0 0,1 0-1 0 0,0-1 1 0 0,0 1 0 0 0,0 0-1 0 0,0 0 1 0 0,1 0 0 0 0,0-1-15 0 0,4-31 113 0 0,-4 25-168 0 0,9-14 21 0 0,19 13 43 0 0,35 27 192 0 0,-48-6-91 0 0,-16-10-110 0 0,-1 1 0 0 0,1-1 1 0 0,0 0-1 0 0,-1 0 0 0 0,1 1 0 0 0,-1-1 1 0 0,1 0-1 0 0,-1 0 0 0 0,1 0 0 0 0,-1 0 1 0 0,1 0-1 0 0,0 0 0 0 0,-1 0 1 0 0,1 0-1 0 0,-1 0 0 0 0,1 0 0 0 0,-1 0 1 0 0,1 0-1 0 0,0 0 0 0 0,-1-1 1 0 0,1 1-1 0 0,0 0 0 0 0,-1 0 0 0 0,1 0 1 0 0,-1-1-1 0 0,1 0 0 0 0,-1 1 0 0 0,1 0 1 0 0,-1-1-1 0 0,1 1 0 0 0,-1 0 1 0 0,0-1-1 0 0,1 0 0 0 0,-1 0 0 0 0,8-18-33 0 0,5-6 22 0 0,-2-23-121 0 0,3 29 124 0 0,-11 6 87 0 0,2 10-44 0 0,-2 3-44 0 0,17 6 997 0 0,-19-5-982 0 0,1 0 0 0 0,-1-1 0 0 0,1 1 0 0 0,-1 0 0 0 0,0-1 0 0 0,1 1 0 0 0,-1-1 0 0 0,1 0 0 0 0,-1 0 0 0 0,1 1 0 0 0,-1-1 0 0 0,0 0 0 0 0,1 0 0 0 0,0 0 0 0 0,-1-1 0 0 0,1 1 0 0 0,-1 0-1 0 0,0 0 1 0 0,1-1 0 0 0,-1 1 0 0 0,0-1 0 0 0,1 0 0 0 0,-1 0 0 0 0,1 0-6 0 0,37-67 412 0 0,-11 12-452 0 0,5-8-62 0 0,0-11 139 0 0,-19 37-26 0 0,12 17-66 0 0,18-17-280 0 0,-40 35 318 0 0,0 1 0 0 0,1 0 0 0 0,-1 0 0 0 0,1 1 1 0 0,-1 0-1 0 0,1 0 0 0 0,-1 0 0 0 0,1 0 0 0 0,0 1 0 0 0,-1 0 0 0 0,1 0 0 0 0,-1 0 0 0 0,1 1 0 0 0,2 0 17 0 0,-5 1 11 0 0,-1 0 1 0 0,1 0-1 0 0,-1 0 1 0 0,1 0-1 0 0,0 0 1 0 0,-1 0-1 0 0,0 0 0 0 0,0 1 1 0 0,0-1-1 0 0,0 0 1 0 0,0 1-1 0 0,0 0 1 0 0,-1-1-1 0 0,1 1 0 0 0,-1 0 1 0 0,1-1-1 0 0,-1 1 1 0 0,0 0-12 0 0,1 3-3 0 0,12 48 0 0 0,3 3 6 0 0,-15-55-12 0 0,0 1 1 0 0,0-1-1 0 0,1 0 1 0 0,-1 1-1 0 0,1-1 1 0 0,-1 0 0 0 0,1 0-1 0 0,0 0 1 0 0,0 0-1 0 0,0 0 1 0 0,-1-1 0 0 0,1 1-1 0 0,0-1 1 0 0,0 1-1 0 0,0-1 1 0 0,1 0-1 0 0,-1 0 1 0 0,0 0 0 0 0,2 0 8 0 0,-2 0 3 0 0,0 0 1 0 0,-1 0 0 0 0,1-1 0 0 0,1 0 0 0 0,-1 1 0 0 0,0-1 0 0 0,-1 0 0 0 0,1 0-1 0 0,0 0 1 0 0,0 0 0 0 0,0 0 0 0 0,0-1 0 0 0,0 1 0 0 0,0-1 0 0 0,0 0 0 0 0,0 1-1 0 0,0-2 1 0 0,0 2 0 0 0,-1-1 0 0 0,1-1 0 0 0,0 1 0 0 0,-1 0 0 0 0,1-1 0 0 0,0 1-1 0 0,-1-1 1 0 0,0 1 0 0 0,1-1 0 0 0,-1 0 0 0 0,0 0 0 0 0,0 1 0 0 0,1-3-4 0 0,21-27 17 0 0,11-34-22 0 0,-25 1-633 0 0,-5-23 33 0 0,-19 58 970 0 0,14-67 117 0 0,19 100-293 0 0,-16-5-186 0 0,1 0 0 0 0,-1-1 1 0 0,1 0-1 0 0,-1 1 0 0 0,0-1 1 0 0,0 0-1 0 0,0 0 0 0 0,1 0 0 0 0,-1-1 1 0 0,-1 1-1 0 0,1-1 0 0 0,0 1 0 0 0,-1 0 1 0 0,1-1-1 0 0,-1 0 0 0 0,0 0 0 0 0,1 0 1 0 0,-1 0-1 0 0,-1 0 0 0 0,2-3-3 0 0,2-3 31 0 0,1 1 0 0 0,-1-1 0 0 0,2 1-1 0 0,-1 0 1 0 0,1 0 0 0 0,0 0 0 0 0,0 1-1 0 0,2-1-30 0 0,4-6-22 0 0,27-48-11 0 0,-18 16-155 0 0,-2-4-198 0 0,-1 4 82 0 0,13-48 136 0 0,14 8-152 0 0,-27 62 320 0 0,-9 13 168 0 0,12 6-62 0 0,-21 5-74 0 0,0 0-18 0 0,0 0 0 0 0,11 9-620 0 0,10 35 804 0 0,-12 34 67 0 0,-8-77-248 0 0,0 0 1 0 0,-1 0-1 0 0,2 0 0 0 0,-1 0 0 0 0,0 0 1 0 0,0 0-1 0 0,0 0 0 0 0,0 0 0 0 0,0 0 1 0 0,0 0-1 0 0,0-1 0 0 0,0 1 0 0 0,0-1 1 0 0,0 1-1 0 0,1-1 0 0 0,-1 1 0 0 0,0-1 1 0 0,1 0-1 0 0,-1 0 0 0 0,0 0 0 0 0,1 0 1 0 0,-1 0-1 0 0,0 0 0 0 0,0 0 0 0 0,1 0 1 0 0,-1 0-1 0 0,0-1 0 0 0,0 1 0 0 0,0-1 1 0 0,1 1-1 0 0,-1-1 0 0 0,1 0-17 0 0,9-1 32 0 0,66 25 895 0 0,-47-35-934 0 0,4-22 9 0 0,-2-22-176 0 0,-2-4 58 0 0,-26 48 124 0 0,43-26-25 0 0,-5-25-532 0 0,-41 63 549 0 0,-1 0 1 0 0,2 0-1 0 0,-2 0 1 0 0,1 0 0 0 0,0 0-1 0 0,-1 0 1 0 0,1 0 0 0 0,0 1-1 0 0,-1-1 1 0 0,1 0 0 0 0,-1 0-1 0 0,1 0 1 0 0,0 1 0 0 0,-1-1-1 0 0,1 0 1 0 0,-1 1 0 0 0,1 0-1 0 0,0-1 1 0 0,-1 1 0 0 0,1-1-1 0 0,-1 1 1 0 0,0 0 0 0 0,1-1-1 0 0,-1 1 1 0 0,1 0 0 0 0,-1-1-1 0 0,0 1 1 0 0,1 0 0 0 0,-1 0-1 0 0,0-1 1 0 0,0 1 0 0 0,1 0-1 0 0,-1 0 1 0 0,0-1 0 0 0,0 1-1 0 0,0 0 1 0 0,0 0 0 0 0,0 0-1 0 0,0-1 1 0 0,0 2-1 0 0,11 19 163 0 0,3 5 109 0 0,17 55-287 0 0,-24-31 810 0 0,-6-49-795 0 0,0 1 0 0 0,0-1 0 0 0,0 0 0 0 0,0 0-1 0 0,1 1 1 0 0,-1-2 0 0 0,1 1 0 0 0,-1 0 0 0 0,1 0 0 0 0,-1 0 0 0 0,0-1 0 0 0,1 1-1 0 0,-1 0 1 0 0,1-1 0 0 0,0 0 0 0 0,-1 0 0 0 0,1 0 0 0 0,0 0 0 0 0,-1 0-1 0 0,2 0 1 0 0,-3 0 0 0 0,35-4 0 0 0,-3-12-6 0 0,-23 6-2 0 0,21-2 85 0 0,-22 31 2 0 0,-6-13-84 0 0,-1 0 0 0 0,0 0 0 0 0,-1 0 1 0 0,1 0-1 0 0,-1 0 0 0 0,0 0 0 0 0,0 0 0 0 0,-1 0 0 0 0,1 0 1 0 0,-1 0-1 0 0,0 0 0 0 0,-1 0 0 0 0,0 2 5 0 0,-31 53 14 0 0,25-50-1 0 0,-21 28 51 0 0,-23 23-264 0 0,-75 87-250 0 0,77-93 553 0 0,18-20-14 0 0,-2-5-181 0 0,-13 19-105 0 0,13-12 110 0 0,26-32 578 0 0,8-6-442 0 0,-8 3 58 0 0,-20 37-58 0 0,-4-32-142 0 0,31-7 77 0 0,-1-1 0 0 0,1 0 0 0 0,0 0-1 0 0,0 0 1 0 0,0 0 0 0 0,0 0 0 0 0,0 0 0 0 0,-1 0 0 0 0,1 0 0 0 0,0 0-1 0 0,-1 0 1 0 0,1-1 0 0 0,0 1 0 0 0,0 0 0 0 0,0-1 0 0 0,0 0 0 0 0,0 1-1 0 0,0-1 1 0 0,0 1 0 0 0,0-2 0 0 0,0 2 0 0 0,0-1 0 0 0,0 0-1 0 0,1 0 1 0 0,-2 0 0 0 0,1 0 0 0 0,0-1 16 0 0,1 2-8 0 0,0 0-5 0 0,0 0 3 0 0,16 6-12 0 0,41 5 283 0 0,21-8 7 0 0,-61-10-69 0 0,-17 7-131 0 0,0 0 23 0 0,0 0 3 0 0,36-2 841 0 0,-18-3-888 0 0,19 3 157 0 0,-35 7-189 0 0,1-2-1 0 0,0 2 1 0 0,-1-1 0 0 0,0 0 0 0 0,0 0 0 0 0,0 1-1 0 0,-1-1 1 0 0,1 1 0 0 0,-1 0 0 0 0,0-1 0 0 0,0 1-1 0 0,0 0 1 0 0,0 0 0 0 0,-1 0 0 0 0,0 0 0 0 0,0 0-1 0 0,0 0 1 0 0,0 0 0 0 0,-1 0 0 0 0,1 0 0 0 0,-1 0-1 0 0,0 0 1 0 0,-1-1 0 0 0,1 1 0 0 0,-1 0-15 0 0,0 7 6 0 0,-3 33-14 0 0,4-42 4 0 0,0 1 1 0 0,1-1-1 0 0,0 0 0 0 0,-1 0 1 0 0,1 1-1 0 0,0-1 0 0 0,1 1 1 0 0,-1-1-1 0 0,0 0 0 0 0,1 0 1 0 0,-1 1-1 0 0,1-1 1 0 0,0 0-1 0 0,0 1 0 0 0,0-1 1 0 0,0 0-1 0 0,1 0 0 0 0,-1-1 1 0 0,0 1-1 0 0,1 0 0 0 0,0 0 1 0 0,0-1-1 0 0,0 1 0 0 0,0-1 1 0 0,0 1-1 0 0,1 0 4 0 0,32 28 40 0 0,-32-28-32 0 0,-2 0 0 0 0,2 0 0 0 0,-2 1 0 0 0,1-1 0 0 0,-1 1-1 0 0,1 0 1 0 0,-1-1 0 0 0,0 1 0 0 0,0-1 0 0 0,0 2 0 0 0,-1-2 0 0 0,1 1 0 0 0,-1 0 0 0 0,0 0-1 0 0,0 0 1 0 0,0 1 0 0 0,0-2 0 0 0,0 1 0 0 0,-1 0 0 0 0,1 0 0 0 0,-1 0 0 0 0,0 0 0 0 0,-1 2-8 0 0,4 35-223 0 0,1-39 217 0 0,0-1 0 0 0,1 1 0 0 0,-1-1 0 0 0,1 0 0 0 0,-1-1 0 0 0,1 1 1 0 0,0 0-1 0 0,-1-1 0 0 0,1 0 0 0 0,-1 0 0 0 0,1-1 0 0 0,0 0 0 0 0,-1 1 0 0 0,1-1 0 0 0,-1 0 1 0 0,1 0-1 0 0,-1 0 0 0 0,0-1 0 0 0,3-1 6 0 0,54-26-27 0 0,-15 4 46 0 0,-41 46 37 0 0,-3-15-51 0 0,-1 0 0 0 0,1 0 0 0 0,-1 0 0 0 0,-1 0 1 0 0,1 0-1 0 0,-1 0 0 0 0,1 1 0 0 0,-2-2 0 0 0,1 1 0 0 0,-1 0 0 0 0,1 0 1 0 0,-1-1-1 0 0,0 1 0 0 0,-3 5-5 0 0,1-2 7 0 0,-26 75-152 0 0,-9-15 404 0 0,-18-10-149 0 0,8-28-384 0 0,41-20 205 0 0,0 1 0 0 0,0 0 0 0 0,1 0-1 0 0,0 1 1 0 0,1 0 0 0 0,0 0 0 0 0,1 1 0 0 0,0 2 69 0 0,-32 113 161 0 0,27-101-144 0 0,-9-44-425 0 0,14 12 409 0 0,-1 1-1 0 0,1 1 0 0 0,0-1 0 0 0,-1 1 1 0 0,1 0-1 0 0,0 0 0 0 0,-1 1 0 0 0,0 0 1 0 0,1 0-1 0 0,-1 1 0 0 0,0-1 0 0 0,0 1 1 0 0,1 1-1 0 0,-1-1 0 0 0,0 1 0 0 0,-2 1 0 0 0,-136 54 99 0 0,128-50-392 0 0,0-1 1 0 0,0 0-1 0 0,0-1 0 0 0,-1-1 0 0 0,1-1 1 0 0,-7-1 292 0 0,-5-5-522 0 0,24 1 541 0 0,1 0-1 0 0,-1 0 1 0 0,1-1 0 0 0,-1 1-1 0 0,1-1 1 0 0,0 0 0 0 0,0 0-1 0 0,1 0 1 0 0,-1 0-1 0 0,0-1 1 0 0,1 1 0 0 0,0-2-19 0 0,-21-31 55 0 0,20 34-19 0 0,0 1 1 0 0,-1 0-1 0 0,1-1 1 0 0,0 1-1 0 0,-1 1 0 0 0,1-1 1 0 0,-1 0-1 0 0,0 1 1 0 0,1 0-1 0 0,-1 0 1 0 0,0 1-1 0 0,0-1 0 0 0,1 1 1 0 0,-1 0-1 0 0,0 0 1 0 0,0 0-1 0 0,0 1 1 0 0,1-1-1 0 0,-1 2-36 0 0,-31 26 61 0 0,27-20-78 0 0,-90 143 194 0 0,98-151-180 0 0,-2 1-1 0 0,2-1 1 0 0,-1 1-1 0 0,0 0 1 0 0,1-1-1 0 0,-1 0 0 0 0,0 1 1 0 0,0-1-1 0 0,0 1 1 0 0,1-1-1 0 0,-1 0 1 0 0,0 0-1 0 0,0 0 1 0 0,0 0-1 0 0,1 1 0 0 0,-1-1 1 0 0,0 0-1 0 0,0-1 1 0 0,0 1-1 0 0,0 0 1 0 0,1 0-1 0 0,-2 0 0 0 0,1 0 1 0 0,1-1-1 0 0,-1 0 1 0 0,0 1-1 0 0,0 0 1 0 0,1-1-1 0 0,-1 0 0 0 0,0 1 1 0 0,1-1-1 0 0,-1 1 1 0 0,0-1-1 0 0,1 0 1 0 0,-1 1-1 0 0,1-1 0 0 0,-1-1 4 0 0,-37-39 7 0 0,17 9 48 0 0,17 28-20 0 0,1 0 1 0 0,-1-1-1 0 0,0 2 1 0 0,-1-1-1 0 0,1 1 1 0 0,0-1-1 0 0,-1 1 1 0 0,0 1-1 0 0,1 0 1 0 0,-1-1-1 0 0,0 1 1 0 0,0 0-1 0 0,0 1 1 0 0,0 0-1 0 0,-1 0 1 0 0,1 0-1 0 0,0 1 1 0 0,-2 0-36 0 0,-13-4 190 0 0,16 5-188 0 0,0 0-1 0 0,0 1 1 0 0,0-1 0 0 0,1 1-1 0 0,-1 0 1 0 0,1 0-1 0 0,-1 0 1 0 0,1 1-1 0 0,0 0 1 0 0,0 0 0 0 0,0 0-1 0 0,0 0 1 0 0,0 0-1 0 0,1 1 1 0 0,-1-1-1 0 0,1 1 1 0 0,-2 2-2 0 0,-78 131 127 0 0,80-135-131 0 0,1 0-1 0 0,-1 1 1 0 0,1 0 0 0 0,0 0 0 0 0,-1-1 0 0 0,2 1 0 0 0,-1 0-1 0 0,0 1 1 0 0,0-1 0 0 0,1 0 0 0 0,0 0 0 0 0,-1 0 0 0 0,1 0 0 0 0,0 0-1 0 0,0 0 1 0 0,0 0 0 0 0,0 0 0 0 0,1 0 0 0 0,-1 0 0 0 0,1 0 0 0 0,0 0-1 0 0,-1 0 1 0 0,1 0 0 0 0,1 0 0 0 0,-1-1 0 0 0,0 1 0 0 0,1 0 4 0 0,26 3-248 0 0,-15-4 249 0 0,1-1 0 0 0,-1 0 1 0 0,0-2-1 0 0,1 1 0 0 0,0-2 1 0 0,6-2-2 0 0,37-3-15 0 0,56 9 22 0 0,-107-2-8 0 0,1 1 1 0 0,0 0-1 0 0,1-1 0 0 0,-1-1 0 0 0,-1 0 0 0 0,2 1 0 0 0,-1-1 0 0 0,0-1 0 0 0,0-1 1 0 0,5-1 0 0 0,50-34 80 0 0,-15 44 108 0 0,-3 2-159 0 0,-40-8-28 0 0,-1 0 0 0 0,-1 1 0 0 0,0-1 0 0 0,1 1 0 0 0,0-1 0 0 0,-1 0 0 0 0,0 0 0 0 0,1 0 1 0 0,-1-1-1 0 0,1 1 0 0 0,-1 0 0 0 0,1-1 0 0 0,-1 0 0 0 0,0 0 0 0 0,0 0 0 0 0,1 0 0 0 0,-1 0 0 0 0,0 0 0 0 0,0-1 0 0 0,0 0 0 0 0,0 1 0 0 0,0-1 0 0 0,0-1-1 0 0,31-16 7 0 0,-28 12-22 0 0,-1 5 18 0 0,1 1 1 0 0,0-1-1 0 0,-1 0 0 0 0,1 0 1 0 0,0 0-1 0 0,-1-1 0 0 0,0 0 1 0 0,0 0-1 0 0,0-1 0 0 0,0 1 1 0 0,0-1-1 0 0,0-1-3 0 0,39-39 39 0 0,-42 43-38 0 0,1-1 0 0 0,-1-1 0 0 0,1 2 1 0 0,-1-1-1 0 0,1 0 0 0 0,0 1 0 0 0,0-1 1 0 0,0 1-1 0 0,-1 0 0 0 0,1 0 1 0 0,0-1-1 0 0,0 2 0 0 0,0-1 0 0 0,0 0 1 0 0,1 0-1 0 0,-1 1 0 0 0,0-1 0 0 0,0 1 1 0 0,0 0-1 0 0,0 0 0 0 0,0 0 0 0 0,0 0 1 0 0,1 0-1 0 0,-1 1 0 0 0,0-1 0 0 0,0 1 1 0 0,0 0-1 0 0,0-1 0 0 0,0 1 0 0 0,0 0 1 0 0,0 0-1 0 0,0 1 0 0 0,0-1 0 0 0,0 0 1 0 0,0 1-1 0 0,0 0-1 0 0,102 68 13 0 0,-44-15-25 0 0,-55-49 34 0 0,1 0 1 0 0,0-1-1 0 0,0 1 0 0 0,1-2 0 0 0,0 1 0 0 0,-1-2 0 0 0,1 1 0 0 0,0 0 0 0 0,0-1 0 0 0,1-1 0 0 0,-1 1 0 0 0,1-1 0 0 0,-1-1 1 0 0,0 0-1 0 0,1 0 0 0 0,7-1-22 0 0,25 12 256 0 0,-21-9-152 0 0,29-9-111 0 0,7 12-1 0 0,-51-6 6 0 0,-1 0 0 0 0,0 0 0 0 0,0 0 0 0 0,0 0 0 0 0,0-1 0 0 0,0 0 0 0 0,1 0 0 0 0,-1 0 1 0 0,0-1-1 0 0,-1 1 0 0 0,1-1 0 0 0,0 0 0 0 0,0 1 0 0 0,0-1 0 0 0,-1-1 0 0 0,1 2 0 0 0,0-3 2 0 0,4-5 0 0 0,-1 0 0 0 0,0-1 1 0 0,1-1-1 0 0,-2 1 0 0 0,0 0 1 0 0,0-1-1 0 0,-1 0 0 0 0,2-7 0 0 0,28-104-32 0 0,-30 106 26 0 0,-2 7 9 0 0,0 1 1 0 0,0 1 0 0 0,0-1-1 0 0,1 0 1 0 0,0 0 0 0 0,0 1-1 0 0,1 0 1 0 0,0-1 0 0 0,0 2-1 0 0,0-1 1 0 0,1 1 0 0 0,1-2-4 0 0,30-9 433 0 0,-27 42-258 0 0,5 1-139 0 0,-1 34 8 0 0,-12-56-46 0 0,0 0 0 0 0,0 0 0 0 0,0 0 0 0 0,0-1 0 0 0,1 1 1 0 0,-1-1-1 0 0,1 1 0 0 0,0-1 0 0 0,0 0 0 0 0,0 0 0 0 0,0 0 0 0 0,0 1 0 0 0,0-2 0 0 0,3 2 2 0 0,34-6-118 0 0,-25 2 117 0 0,-8-1 3 0 0,0 1-1 0 0,0 0 0 0 0,0 1 0 0 0,1-1 0 0 0,-1 2 0 0 0,0-1 0 0 0,0 1 0 0 0,0-1 0 0 0,0 2 0 0 0,0-1 1 0 0,2 3-2 0 0,-6-5-8 0 0,1 0 1 0 0,0 1 0 0 0,-1-1 0 0 0,1 0 0 0 0,0-1 0 0 0,-1 1 0 0 0,1 0 0 0 0,-1-1 0 0 0,1 0 0 0 0,0 1-1 0 0,-1-1 1 0 0,0-1 0 0 0,1 1 0 0 0,-1 0 0 0 0,0-1 0 0 0,1 1 0 0 0,-1-1 0 0 0,0 0 0 0 0,0 0 0 0 0,0 0 0 0 0,0 0-1 0 0,0 0 1 0 0,0-1 0 0 0,0 1 0 0 0,-1-1 0 0 0,1 1 0 0 0,-1 0 0 0 0,0-2 0 0 0,0 2 0 0 0,0-1 0 0 0,0 0-1 0 0,0 0 1 0 0,0 0 0 0 0,0-3 7 0 0,33-51 8 0 0,-24 4 180 0 0,-4 20-207 0 0,-1 0 0 0 0,0-1 0 0 0,-3 1 0 0 0,0-1 0 0 0,-2 0 0 0 0,-1 0 0 0 0,-3-25 19 0 0,-22-43 80 0 0,29 28-165 0 0,11-27 155 0 0,7 11-60 0 0,-3 96 230 0 0,-16-3-217 0 0,1-2 1 0 0,-1 1-1 0 0,0 0 1 0 0,1 0 0 0 0,-1 0-1 0 0,0-1 1 0 0,1 1-1 0 0,0-1 1 0 0,0 0 0 0 0,-1 0-1 0 0,1 0 1 0 0,0-1-1 0 0,-1 1 1 0 0,2-1 0 0 0,-2 0-1 0 0,1 0 1 0 0,0 0-1 0 0,0 0 1 0 0,-1 0 0 0 0,2 0-1 0 0,-2-1 1 0 0,1 0-1 0 0,1 0-23 0 0,85-12 71 0 0,-55 3-71 0 0,17-36-59 0 0,-14-29 30 0 0,-2 17 37 0 0,-5 9-1 0 0,-29 42 141 0 0,0 13-63 0 0,23 92-20 0 0,-23-92-67 0 0,-1-5-5 0 0,0-1-1 0 0,0 0 0 0 0,0 0-1 0 0,0 0-6 0 0,0 0-2 0 0,18 11-70 0 0,-13-9 88 0 0,0-1 0 0 0,0 1 0 0 0,0-2 1 0 0,0 1-1 0 0,0 0 0 0 0,1-1 0 0 0,-1-1 0 0 0,0 1 0 0 0,1-1 0 0 0,-1 0 1 0 0,-1 0-1 0 0,2-1 0 0 0,2-2-1 0 0,23 4 18 0 0,-17 28 42 0 0,-14 45-10 0 0,-21-10-89 0 0,10-41 39 0 0,11-21-25 0 0,-1-1 0 0 0,1 2 0 0 0,0-1 0 0 0,-1-1-1 0 0,1 2 1 0 0,-1-1 0 0 0,1 0 0 0 0,-1 0 0 0 0,1-1 0 0 0,-1 1 0 0 0,0 0-1 0 0,1 0 1 0 0,-1-1 0 0 0,0 1 0 0 0,1 0 0 0 0,-1-1 0 0 0,0 1 0 0 0,0-1-1 0 0,1 1 1 0 0,-1 0 0 0 0,0-1 0 0 0,0 0 0 0 0,0 1 0 0 0,0-1 0 0 0,1 0-1 0 0,-1 0 1 0 0,0 0 0 0 0,0 0 0 0 0,0 1 0 0 0,0-1 0 0 0,0 0 0 0 0,0-1-1 0 0,0 1 1 0 0,0 0 25 0 0,-14 24 120 0 0,-29 35-81 0 0,34-43-62 0 0,0 1 1 0 0,1 0-1 0 0,1 0 1 0 0,0 1-1 0 0,1 0 1 0 0,1 1-1 0 0,-1 6 23 0 0,-5 8-15 0 0,-18 55 36 0 0,-3-20 170 0 0,5 27-166 0 0,3-12-66 0 0,9-37-957 0 0,16 0 2436 0 0,-8-39-1596 0 0,-17 55 1399 0 0,-19 13-1007 0 0,11-24-1783 0 0,9 18 1358 0 0,16-59 330 0 0,7-5-131 0 0,1-5-9 0 0,0 0 0 0 0,-1 0 1 0 0,1 0-1 0 0,0 0 0 0 0,0 1 1 0 0,0-1-1 0 0,0 0 0 0 0,0 1 1 0 0,0-1-1 0 0,-1 0 0 0 0,1 0 1 0 0,0 0-1 0 0,0 1 0 0 0,0-1 0 0 0,0 1 1 0 0,0-1-1 0 0,0 0 0 0 0,0 0 1 0 0,0 0-1 0 0,0 1 0 0 0,0-1 1 0 0,0 0-1 0 0,0 0 0 0 0,0 1 1 0 0,0-1-1 0 0,0 1 0 0 0,0-1 1 0 0,0 0-1 0 0,1 0 0 0 0,-1 0 0 0 0,0 1 1 0 0,0-1-1 0 0,0 0 0 0 0,0 0 1 0 0,0 0-1 0 0,0 0 0 0 0,1 1 1 0 0,-1-1-1 0 0,0 0 0 0 0,1 1 1 0 0,-1-1-1 0 0,0 0 0 0 0,0 0 0 0 0,0 0 1 0 0,1 0-1 0 0,-1 0 0 0 0,0 0 1 0 0,0 0-1 0 0,0 0 0 0 0,1 1 1 0 0,-1-1-1 0 0,0 0 0 0 0,0 0 1 0 0,1 0-1 0 0,-1 0 0 0 0,0 0 1 0 0,0 0-1 0 0,0 0 0 0 0,1 0 0 0 0,-1 0 1 0 0,0-1-1 0 0,0 1 0 0 0,0 0 1 0 0,1 0-1 0 0,-1 0 0 0 0,0 0 1 0 0,0 0-1 0 0,1 0 0 0 0,-1 0 1 0 0,0 0 0 0 0,4-1-3 0 0,-8 7 102 0 0,0-2-164 0 0,-1-1 0 0 0,1 1 0 0 0,0-1 0 0 0,-1 0 0 0 0,0 0 0 0 0,1-1 0 0 0,-1 0 0 0 0,0 0 0 0 0,0 0 0 0 0,0-1 0 0 0,-2 1 65 0 0,4-1-13 0 0,1 1 0 0 0,0-1 0 0 0,0 1 0 0 0,0 0 0 0 0,0 0 0 0 0,0 0-1 0 0,0 0 1 0 0,0 1 0 0 0,1-1 0 0 0,-1 0 0 0 0,1 1 0 0 0,-1-1 0 0 0,1 1 0 0 0,0 0 0 0 0,0 0 0 0 0,0 1 13 0 0,-7 11 93 0 0,-35 98 494 0 0,26-45-282 0 0,-10-26-354 0 0,22-32-567 0 0,-16-2 972 0 0,10-2-214 0 0,-40 24 448 0 0,-32 0-131 0 0,81-29-468 0 0,0 0 0 0 0,0-1 0 0 0,0 0 0 0 0,0 0 0 0 0,0 0 0 0 0,0 0 0 0 0,-1-1 0 0 0,1 1 0 0 0,0-1 0 0 0,0 1 0 0 0,0-1 0 0 0,0 0 0 0 0,0 0 0 0 0,0 0 0 0 0,0 0 0 0 0,0 0 0 0 0,0-1 0 0 0,1 1 0 0 0,-2-1 9 0 0,-14-13 296 0 0,-22 2-329 0 0,29 4-307 0 0,-6-16 301 0 0,1-24-21 0 0,-5-35-30 0 0,39 36-104 0 0,12-36-358 0 0,-30 83 547 0 0,-1 0 1 0 0,0 1 0 0 0,0-1-1 0 0,0 0 1 0 0,0 0 0 0 0,1 1-1 0 0,-1-1 1 0 0,0 1 0 0 0,0-1 0 0 0,0 0-1 0 0,0 1 1 0 0,0-1 0 0 0,0 1-1 0 0,-1-1 1 0 0,1 0 0 0 0,0 0-1 0 0,0 1 1 0 0,0-1 0 0 0,0 0-1 0 0,-1 1 1 0 0,1-1 0 0 0,0 0-1 0 0,-1 1 1 0 0,1 0 0 0 0,0-1-1 0 0,-1 1 1 0 0,1-1 0 0 0,0 0 0 0 0,-1 1-1 0 0,1 0 1 0 0,-1-1 0 0 0,1 1-1 0 0,-1 0 1 0 0,1 0 0 0 0,0-1-1 0 0,-1 1 1 0 0,0-1 0 0 0,1 1-1 0 0,-1 0 1 0 0,1 0 0 0 0,-1 0-1 0 0,1 0 1 0 0,-1 0 0 0 0,1 0 0 0 0,-1 0-1 0 0,1 0 1 0 0,-1 0 0 0 0,1 0-1 0 0,-1 0 1 0 0,0 0 0 0 0,0 0-1 0 0,1 0 1 0 0,-1 0 0 0 0,1 1-1 0 0,-1-1 1 0 0,1 0 0 0 0,-1 1-1 0 0,1-1 1 0 0,-1 0 0 0 0,1 1 0 0 0,0-1-1 0 0,-1 0 1 0 0,1 1 0 0 0,-1 0-1 0 0,1-1 1 0 0,0 1 4 0 0,-40 20-264 0 0,38-20 339 0 0,-108 49-99 0 0,97-45 55 0 0,0 1 0 0 0,1 1 1 0 0,-1 0-1 0 0,2 1 0 0 0,-1 1 0 0 0,0 0 0 0 0,1 1 0 0 0,1 0 0 0 0,-9 11-31 0 0,-20 37 508 0 0,38-57-518 0 0,0 1 0 0 0,1-1 0 0 0,-1 0 0 0 0,0 0 0 0 0,0 0 0 0 0,0 0 0 0 0,1 0 0 0 0,-1-1 0 0 0,0 1 0 0 0,0 0 0 0 0,0 0 0 0 0,0-1 0 0 0,0 1 0 0 0,0 0 0 0 0,0-1 0 0 0,0 0 0 0 0,0 1 0 0 0,0-1 0 0 0,0 0 0 0 0,0 0-1 0 0,-1 1 1 0 0,1-1 0 0 0,0 0 0 0 0,0 0 0 0 0,0 0 0 0 0,0-1 0 0 0,0 1 0 0 0,0 0 0 0 0,-1 0 0 0 0,1 0 0 0 0,0-1 0 0 0,0 1 0 0 0,0-1 0 0 0,0 0 10 0 0,-74-40-103 0 0,66 39 137 0 0,-2-1-1 0 0,1 1 0 0 0,0 1 1 0 0,-1 0-1 0 0,1 1 0 0 0,0 1 1 0 0,-6 0-34 0 0,9 1 77 0 0,-1 0 1 0 0,1 0-1 0 0,0 1 1 0 0,0 0 0 0 0,1 1-1 0 0,-1 0 1 0 0,0-1-1 0 0,1 2 1 0 0,0 0 0 0 0,0 0-1 0 0,-1 1-77 0 0,-42 51-88 0 0,45-55 83 0 0,0 0 0 0 0,0 0 0 0 0,0-1 0 0 0,0 0 0 0 0,-1 0 0 0 0,1 0 0 0 0,0-1-1 0 0,0 0 1 0 0,-1 0 0 0 0,1 0 0 0 0,0-1 0 0 0,-3 0 5 0 0,-17 0 0 0 0,12 4 5 0 0,0 0 0 0 0,0 1 1 0 0,0 1-1 0 0,1 0 0 0 0,-1 1 0 0 0,1 0 1 0 0,0 1-1 0 0,1 0 0 0 0,-1 2 0 0 0,-5 5-5 0 0,-5 2-62 0 0,19-14 35 0 0,0-1-1 0 0,-1 1 1 0 0,1-1-1 0 0,0 0 1 0 0,0 0-1 0 0,-1 1 1 0 0,1-2-1 0 0,-1 1 0 0 0,1-1 1 0 0,0 1-1 0 0,-1-1 1 0 0,1 0-1 0 0,-1 0 1 0 0,1 0-1 0 0,-1 0 0 0 0,1-1 1 0 0,-1 1-1 0 0,-1-1 28 0 0,-53-27 452 0 0,6-13-444 0 0,30 33-107 0 0,18 7 43 0 0,0 0-1 0 0,0 0 1 0 0,0 0-1 0 0,0 0 1 0 0,1 0-1 0 0,-1-1 1 0 0,1 1-1 0 0,-1-1 1 0 0,1 0-1 0 0,-1 0 1 0 0,1 0-1 0 0,-1-1 1 0 0,1 1-1 0 0,0-1 1 0 0,-1-1 56 0 0,-1-3 14 0 0,0 1 0 0 0,0 0 0 0 0,-1-1 0 0 0,0 1 0 0 0,0 0 0 0 0,0 1 0 0 0,0 0 1 0 0,-1 0-1 0 0,0 1 0 0 0,0 0 0 0 0,0 0 0 0 0,-2-1-14 0 0,0 1-4 0 0,0 1 1 0 0,0-2-1 0 0,1 0 1 0 0,0 0-1 0 0,0 0 1 0 0,0-1-1 0 0,0-1 1 0 0,1 1-1 0 0,0-2 1 0 0,0 1-1 0 0,-3-5 4 0 0,-53-72 268 0 0,-24-49-181 0 0,85 129-78 0 0,0 1 0 0 0,-1 0 1 0 0,1-1-1 0 0,-1 0 0 0 0,0 1 0 0 0,0 0 0 0 0,0 0 1 0 0,0 0-1 0 0,-1 0 0 0 0,1 1 0 0 0,0-1 1 0 0,-1 1-1 0 0,0-1 0 0 0,0 1 0 0 0,0 0 0 0 0,1 0 1 0 0,-1 1-1 0 0,0-1 0 0 0,-1 0 0 0 0,1 1 0 0 0,0 0 1 0 0,0 0-1 0 0,0 1 0 0 0,0-1 0 0 0,-1 1 0 0 0,1 0 1 0 0,-1 0-1 0 0,1 0 0 0 0,0 0 0 0 0,-1 0 0 0 0,1 1-9 0 0,-108 56 355 0 0,41-2-289 0 0,68-55-56 0 0,0 0 0 0 0,0-1 0 0 0,0 1 0 0 0,1 0 0 0 0,-1 0 0 0 0,0-1 0 0 0,0 0 0 0 0,1 0 0 0 0,-1 1 0 0 0,0-2 0 0 0,0 2 0 0 0,1-1 0 0 0,-1-1 0 0 0,1 1 0 0 0,-1-1 0 0 0,1 1 0 0 0,0 0 0 0 0,-1-1 0 0 0,1 0 0 0 0,0 1 0 0 0,0-1 0 0 0,0 0 0 0 0,0 1 0 0 0,-1-2 0 0 0,2 1 0 0 0,-1 0 0 0 0,0 1 0 0 0,1-2 0 0 0,-1 1 0 0 0,1 0 0 0 0,-1 0 0 0 0,1 0 0 0 0,0 0 0 0 0,0-1 0 0 0,-1 1 0 0 0,1 0 0 0 0,1 0 0 0 0,-1-1 0 0 0,0 0-10 0 0,1-4-13 0 0,0 0 0 0 0,0 1-1 0 0,1-1 1 0 0,0 0 0 0 0,0 0-1 0 0,1 1 1 0 0,-1 0 0 0 0,1 0-1 0 0,0-1 1 0 0,0 1 0 0 0,1 1-1 0 0,1-3 14 0 0,22-42 7 0 0,-1-18-46 0 0,15-11-23 0 0,15-19 100 0 0,-14 24-139 0 0,-19 32 132 0 0,-18 27 21 0 0,30-40-82 0 0,41-4-243 0 0,23 23 306 0 0,-94 36-30 0 0,1-2-1 0 0,-2 1 1 0 0,1-1 0 0 0,0 1 0 0 0,0-1-1 0 0,0-1 1 0 0,-1 1 0 0 0,1-1-1 0 0,-1 0 1 0 0,0 0 0 0 0,0 0-1 0 0,2-2-2 0 0,41-45 10 0 0,-37 21-113 0 0,-9 3-181 0 0,-2 25 292 0 0,1 1-4 0 0,0 0 8 0 0,0 0-3 0 0,0 0-1 0 0,0 0 0 0 0,0 0-3 0 0,0 0-10 0 0,0 0-6 0 0,0 0-10 0 0,0 0-3 0 0,0 0 3 0 0,0 0 9 0 0,0 0 1 0 0,0 0 18 0 0,0 0 13 0 0,0 0 1844 0 0,0 0-1879 0 0,5 16-79 0 0,15 7-28 0 0,-7-17 93 0 0,19-2-124 0 0,21-45 135 0 0,-47 33-13 0 0,24-42-514 0 0,-30 47 522 0 0,1 2 0 0 0,-1-1 0 0 0,1 0-1 0 0,0 0 1 0 0,-1 0 0 0 0,1 0 0 0 0,0 1-1 0 0,0-1 1 0 0,1 0 0 0 0,-1 0 0 0 0,0 1 0 0 0,0-1-1 0 0,0 1 1 0 0,1 0 0 0 0,-1-1 0 0 0,0 1-1 0 0,1 0 1 0 0,-1 0 0 0 0,1 0 0 0 0,0 0 0 0 0,0 0-1 0 0,-1 0 1 0 0,1 1 0 0 0,0-1 0 0 0,-1 0-1 0 0,1 1 1 0 0,0 0 0 0 0,-1 0 0 0 0,2 0 23 0 0,4-3-13 0 0,-2 1-1 0 0,1-1 1 0 0,0 0 0 0 0,0-1 0 0 0,-1 0 0 0 0,1 0-1 0 0,-1 0 1 0 0,0-1 0 0 0,0 0 0 0 0,0 0 13 0 0,39-43 21 0 0,-29 23 64 0 0,-15 25-91 0 0,0 0-8 0 0,26-21-840 0 0,-8 3 626 0 0,-4-7-367 0 0,5-13 252 0 0,-19 37 362 0 0,1-1-1 0 0,-1 0 1 0 0,0 0 0 0 0,1 0 0 0 0,-1 0-1 0 0,0 1 1 0 0,0-1 0 0 0,0 0 0 0 0,0 0-1 0 0,0 0 1 0 0,0 0 0 0 0,0 0-1 0 0,-1 0 1 0 0,1 1 0 0 0,-1-1 0 0 0,1 0-1 0 0,-1 1 1 0 0,1-1 0 0 0,-1 0 0 0 0,0 1-1 0 0,0-1 1 0 0,0 1 0 0 0,0-1-1 0 0,0 0-18 0 0,-6-33-6 0 0,-5 21 902 0 0,9 15-830 0 0,0 0 1 0 0,0 0-1 0 0,0 0 1 0 0,-1 0-1 0 0,2 1 1 0 0,-1-1-1 0 0,0 1 0 0 0,0 0 1 0 0,1 0-1 0 0,-1 0 1 0 0,1 0-1 0 0,-1 1 1 0 0,1-1-1 0 0,0 1 0 0 0,-2 2-66 0 0,1-1 48 0 0,-52 57 686 0 0,53-59-751 0 0,0 1 1 0 0,0 0-1 0 0,-1 0 1 0 0,1 0-1 0 0,1 0 1 0 0,-2 0-1 0 0,2 1 1 0 0,-1-1-1 0 0,1 0 1 0 0,0 1 0 0 0,0 0-1 0 0,0-1 1 0 0,0 1-1 0 0,0 0 1 0 0,0 0-1 0 0,1 0 1 0 0,0-1-1 0 0,0 1 1 0 0,-1 0-1 0 0,2 0 1 0 0,-1 0-1 0 0,0 0 1 0 0,1 3 16 0 0,-1-6-32 0 0,0-1-1 0 0,0 0 17 0 0,0 0 0 0 0,0 0 18 0 0,0 0 2 0 0,0 0-14 0 0,0 0 0 0 0,0 0 1 0 0,0 0-7 0 0,18 12-49 0 0,-13-11 60 0 0,-1 0 1 0 0,1-1-1 0 0,0 0 1 0 0,-1 0-1 0 0,1 0 1 0 0,0-1-1 0 0,-1 0 1 0 0,1 0-1 0 0,-1-1 1 0 0,1 1-1 0 0,2-2 5 0 0,44-45 138 0 0,-14 17-170 0 0,-1 1 32 0 0,40 20-36 0 0,46-13 18 0 0,-105 21 18 0 0,72-18-5 0 0,-17-29-462 0 0,9 18 379 0 0,-41 23-8 0 0,17-17 88 0 0,-46 20 2 0 0,0-1 1 0 0,-1 0-1 0 0,1-1 0 0 0,-1-1 1 0 0,0 0-1 0 0,0 0 0 0 0,0-2 6 0 0,15-18-8 0 0,15-4 71 0 0,3 16-31 0 0,-17 13-8 0 0,-26 3-15 0 0,0 0 0 0 0,21 1 71 0 0,-19 0-59 0 0,0 1-1 0 0,0 0 0 0 0,-1-1 0 0 0,1 1 0 0 0,-1 0 0 0 0,0 0 0 0 0,1 0 1 0 0,-1 0-1 0 0,0 0 0 0 0,0 0 0 0 0,0 1 0 0 0,0-2 0 0 0,0 2 0 0 0,-1-1 0 0 0,1 1 1 0 0,0-1-1 0 0,-1 1 0 0 0,1-1 0 0 0,-1 0 0 0 0,0 1 0 0 0,0 2-20 0 0,6 72-49 0 0,-5-74 48 0 0,1 0-1 0 0,0-1 1 0 0,0 0 0 0 0,0 1 0 0 0,0-1-1 0 0,0 0 1 0 0,0 0 0 0 0,1 0 0 0 0,-1 0 0 0 0,0 0-1 0 0,1-1 1 0 0,0 1 0 0 0,-1-1 0 0 0,1 0-1 0 0,0 0 1 0 0,-1 0 0 0 0,2-1 1 0 0,22 14 0 0 0,-23-9 7 0 0,0 0 0 0 0,-1-1 0 0 0,1 1 1 0 0,-1 0-1 0 0,0 0 0 0 0,0 1 0 0 0,0-1 1 0 0,-1 0-1 0 0,0 0 0 0 0,0 1 0 0 0,0 0 1 0 0,0-1-1 0 0,-1 1 0 0 0,0-1 0 0 0,0 2 1 0 0,0-2-1 0 0,0 0 0 0 0,-1 1 0 0 0,0 0 1 0 0,0 0-1 0 0,0-1 0 0 0,0 0 0 0 0,-1 0 1 0 0,0 1-1 0 0,0-1 0 0 0,-1 1-7 0 0,0 9 1 0 0,-3 12-27 0 0,1 0 1 0 0,0 0-1 0 0,2 0 0 0 0,1 1 1 0 0,1 3 25 0 0,1-30-123 0 0,0-1-29 0 0,0 0-20 0 0,0 0-7 0 0,0 0-10 0 0,0 0-2 0 0,0 0 7 0 0,0 0 16 0 0,18-7-328 0 0,-15 4 770 0 0,-3 5 867 0 0,-4 11-1077 0 0,-18 49 32 0 0,41-54-144 0 0,15-18 29 0 0,-5-22-38 0 0,-22 22 43 0 0,0 0-1 0 0,0-1 1 0 0,-1 0-1 0 0,-1 0 1 0 0,1 0 0 0 0,-1-2-1 0 0,3-10 15 0 0,11-26 0 0 0,6-13 22 0 0,-3-1 1 0 0,10-43-23 0 0,-27 87-3 0 0,33-164-159 0 0,-50 164 1379 0 0,11 17-1212 0 0,0 0 1 0 0,0-1-1 0 0,0 1 0 0 0,0-1 0 0 0,0 1 0 0 0,-1 0 0 0 0,1 0 1 0 0,0 0-1 0 0,-1 0 0 0 0,1 0 0 0 0,-1 0 0 0 0,0 0 0 0 0,1 1 0 0 0,-1-1 1 0 0,0 1-1 0 0,0-1 0 0 0,0 1 0 0 0,0 0 0 0 0,0 0 0 0 0,0-1 1 0 0,0 2-1 0 0,-3-1-5 0 0,-34-38-2 0 0,37 35 8 0 0,-21-49-10 0 0,0-2 4 0 0,15 28 5 0 0,8 27-7 0 0,0 0 1 0 0,0-1-1 0 0,0 1 1 0 0,0-1-1 0 0,0 1 1 0 0,0-1-1 0 0,0 1 0 0 0,0-1 1 0 0,0 1-1 0 0,0-1 1 0 0,0 1-1 0 0,0-1 0 0 0,0 1 1 0 0,0 0-1 0 0,0-1 1 0 0,0 0-1 0 0,0 1 0 0 0,1 0 1 0 0,-1-1-1 0 0,0 1 1 0 0,0 0-1 0 0,0-1 1 0 0,1 1-1 0 0,-1-1 0 0 0,0 1 1 0 0,0 0-1 0 0,1 0 1 0 0,-1-1-1 0 0,0 1 0 0 0,0 0 1 0 0,1 0-1 0 0,-1-1 1 0 0,0 1-1 0 0,1 0 1 0 0,-1-1-1 0 0,1 1 0 0 0,-1 0 1 0 0,1 0-1 0 0,-1 0 1 0 0,0 0-1 0 0,1 0 0 0 0,-1 0 1 0 0,1 0-1 0 0,-1 0 1 0 0,0 0-1 0 0,1 0 1 0 0,-1 0-1 0 0,1 0 0 0 0,-1 0 1 0 0,0 0-1 0 0,1 0 1 0 0,-1 0-1 0 0,0 0 0 0 0,1 1 1 0 0,-1-1-1 0 0,0 0 1 0 0,1 1 1 0 0,3-1-13 0 0,47-30-28 0 0,-15-20 57 0 0,8-80-149 0 0,-35 117 10 0 0,24-25-80 0 0,0-27-342 0 0,-11 12 279 0 0,16 52 632 0 0,-25 4-353 0 0,29-16 113 0 0,-30 35 358 0 0,-10-19-478 0 0,1 44 69 0 0,-20 32-34 0 0,8-47-34 0 0,26 12-86 0 0,-4 6-159 0 0,5-38 178 0 0,-18-11 137 0 0,0-1 6 0 0,0 0-6 0 0,0 0 7 0 0,7 23 141 0 0,-6-2-517 0 0,0-15 255 0 0,-1-1 0 0 0,0 0 0 0 0,0 0 0 0 0,0 1 1 0 0,-1-1-1 0 0,0 1 0 0 0,0-1 0 0 0,0 0 0 0 0,0 1 1 0 0,-1-1-1 0 0,-1 4 37 0 0,-20 47-215 0 0,25-53-656 0 0,-2-3 878 0 0,5 4 513 0 0,-46 115-552 0 0,28-92 52 0 0,-1 18 188 0 0,8-24 148 0 0,-2-8-68 0 0,-4 30-205 0 0,-21 21 217 0 0,-63 103 47 0 0,12-15-672 0 0,57-97 306 0 0,-3 5 11 0 0,-15 32 22 0 0,35-87 50 0 0,-37 57-41 0 0,43-56-40 0 0,0-1 1 0 0,-2 1-1 0 0,1 0 0 0 0,0-1 1 0 0,0 0-1 0 0,-1 0 0 0 0,1-1 1 0 0,-2 0-1 0 0,1 0 0 0 0,0-1 17 0 0,-89 61-680 0 0,77-64 333 0 0,18 0 335 0 0,0 0 3 0 0,0 0-3 0 0,0 0-17 0 0,0 0-9 0 0,0 0 2 0 0,0 0-8 0 0,0 0 0 0 0,0 0-9 0 0,0 0-2 0 0,19-15-385 0 0,-18 13 426 0 0,-1 1 1 0 0,1-1-1 0 0,0 0 0 0 0,0 1 0 0 0,-1-1 0 0 0,2 1 0 0 0,-2-1 1 0 0,1 1-1 0 0,-1-1 0 0 0,0 1 0 0 0,1-1 0 0 0,-1 0 0 0 0,0 0 0 0 0,0 0 1 0 0,0 0-1 0 0,0 1 0 0 0,0-1 0 0 0,0 0 0 0 0,0 0 0 0 0,0 1 1 0 0,-1-2 13 0 0,-21 14-138 0 0,15-1 113 0 0,-36 35 101 0 0,38-40-78 0 0,0 0 0 0 0,0 0 0 0 0,0 0 0 0 0,0 1 0 0 0,1 0 0 0 0,-1 0 0 0 0,1 0 0 0 0,1 0 0 0 0,-1 1 0 0 0,1 0 0 0 0,-1 0 0 0 0,-1 7 2 0 0,-15 50 281 0 0,1 1 213 0 0,4 3-250 0 0,14-64-226 0 0,-7 4 899 0 0,9-8-925 0 0,-1 1 1 0 0,1 0-1 0 0,-1-1 1 0 0,0 1-1 0 0,1-1 1 0 0,-1 1-1 0 0,1 0 1 0 0,-1-1-1 0 0,1 0 1 0 0,-1 1-1 0 0,1 0 1 0 0,-1-1-1 0 0,1 0 1 0 0,0 1-1 0 0,-1-1 1 0 0,1 0-1 0 0,-1 0 1 0 0,1 0-1 0 0,0 0 1 0 0,-1 1-1 0 0,1-1 1 0 0,0 0-1 0 0,-1 0 1 0 0,1 0-1 0 0,0 0 1 0 0,-1 0-1 0 0,1 0 1 0 0,0-1-1 0 0,0 1 1 0 0,-1 0 0 0 0,1 0-1 0 0,0 0 1 0 0,-1-1-1 0 0,1 1 1 0 0,-1 0-1 0 0,1 0 1 0 0,-1-1-1 0 0,1 0 1 0 0,-1 1-1 0 0,1-1 1 0 0,-1 1-1 0 0,1-1 1 0 0,-1 1-1 0 0,1-1 8 0 0,1-13-379 0 0,-4 5-2953 0 0,-2-5 290 0 0,3 7 1577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90 2697 0 0,'-13'8'5513'0'0,"21"10"-4074"0"0,-3-8-1749 0 0,57 98 845 0 0,-20-55-618 0 0,-40-47-151 0 0,4 2-75 0 0,-5-3-3755 0 0,-1-5 3041 0 0</inkml:trace>
  <inkml:trace contextRef="#ctx0" brushRef="#br0" timeOffset="1">153 1 3169 0 0,'-20'39'4587'0'0,"6"33"-4721"0"0,8-34 392 0 0,-44 147 445 0 0,40-167-590 0 0,5-17-3138 0 0,5-2 2179 0 0,0 0-346 0 0</inkml:trace>
  <inkml:trace contextRef="#ctx0" brushRef="#br0" timeOffset="2">222 262 224 0 0,'0'1'88'0'0,"-1"0"-56"0"0,1-1-32 0 0,-1 0 0 0 0,0 0 0 0 0,0 0 0 0 0</inkml:trace>
  <inkml:trace contextRef="#ctx0" brushRef="#br0" timeOffset="3">210 250 320 0 0,'-6'0'4533'0'0,"-9"10"-2731"0"0,-10 46-1805 0 0,24-53-14 0 0,1-3 15 0 0,-1 1-1 0 0,1-1 1 0 0,0 0 0 0 0,0 0 0 0 0,0 1-1 0 0,-1-1 1 0 0,1 0 0 0 0,0 0-1 0 0,0 1 1 0 0,0 0 0 0 0,0-1 0 0 0,0 0-1 0 0,-1 0 1 0 0,1 1 0 0 0,0-1 0 0 0,0 0-1 0 0,0 1 1 0 0,0 0 0 0 0,0-1 0 0 0,0 0-1 0 0,0 1 1 0 0,0-1 0 0 0,0 1 0 0 0,0-1-1 0 0,0 0 1 0 0,0 1 0 0 0,1-1-1 0 0,-1 0 1 0 0,0 1 0 0 0,0 0 0 0 0,0-1-1 0 0,0 0 1 0 0,0 0 0 0 0,1 1 0 0 0,-1-1-1 0 0,0 0 1 0 0,0 1 0 0 0,1-1 0 0 0,-1 0-1 0 0,0 1 1 0 0,0-1 0 0 0,1 0-1 0 0,-1 0 1 0 0,0 0 0 0 0,0 1 0 0 0,1-1-1 0 0,-1 0 1 0 0,0 0 0 0 0,1 0 0 0 0,-1 0-1 0 0,0 0 1 0 0,1 0 0 0 0,-1 0 0 0 0,0 0-1 0 0,1 0 1 0 0,-1 0 2 0 0,2 2 39 0 0,0-2 0 0 0,1 0 1 0 0,-1 1-1 0 0,0-1 0 0 0,0 0 0 0 0,1 0 0 0 0,-1 0 1 0 0,0 0-1 0 0,1 0 0 0 0,-1 0 0 0 0,0-1 0 0 0,0 1 1 0 0,0-1-1 0 0,0 0 0 0 0,0 0 0 0 0,0 0 0 0 0,1 0 0 0 0,-2 0 1 0 0,1-1-1 0 0,0 1 0 0 0,0-1 0 0 0,0 1 0 0 0,-1-1 1 0 0,1 0-1 0 0,-1 1 0 0 0,1-2 0 0 0,-1 1 0 0 0,1 1 1 0 0,-1-2-1 0 0,0 1 0 0 0,1-2-39 0 0,21-36 679 0 0,-23 39-647 0 0,1-1 1 0 0,0 0-1 0 0,-1 1 0 0 0,1-1 1 0 0,-1 0-1 0 0,1 0 1 0 0,-1 0-1 0 0,0 1 0 0 0,1-1 1 0 0,-1 1-1 0 0,0-1 1 0 0,0 0-1 0 0,0 0 0 0 0,0 0 1 0 0,0 0-1 0 0,-1 1 1 0 0,1-1-1 0 0,0 0 0 0 0,-1 0 1 0 0,1 1-1 0 0,-1-1 1 0 0,1 0-1 0 0,-1 1 0 0 0,0-1 1 0 0,0 1-1 0 0,1-1 1 0 0,-1 1-1 0 0,0 0 1 0 0,0-1-1 0 0,0 1 0 0 0,0-1 1 0 0,0 1-1 0 0,0 0 1 0 0,-1 0-1 0 0,1 0 0 0 0,-1 1 1 0 0,1-2-1 0 0,0 2 1 0 0,-1-1-1 0 0,1 0 0 0 0,0 1 1 0 0,-1-1-1 0 0,1 1 1 0 0,-1 0-1 0 0,1-1 0 0 0,-1 1 1 0 0,0 0-33 0 0,1 0-48 0 0,-1 0 1 0 0,1 1-1 0 0,-1-1 0 0 0,1 0 1 0 0,0 1-1 0 0,-1-1 1 0 0,1 1-1 0 0,0 0 0 0 0,-1-1 1 0 0,1 1-1 0 0,0 0 0 0 0,-1 0 1 0 0,1 0-1 0 0,0 0 1 0 0,0 0-1 0 0,0 1 0 0 0,0-1 1 0 0,0 0-1 0 0,0 0 1 0 0,0 0-1 0 0,0 1 0 0 0,1 0 1 0 0,-1-1-1 0 0,0 1 0 0 0,1-1 1 0 0,-1 1-1 0 0,1-1 1 0 0,-1 1-1 0 0,1 0 0 0 0,0-1 1 0 0,-1 2 47 0 0,-6 15-2044 0 0,4-11 1264 0 0,0-1-212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6 154 1152 0 0,'-5'-42'7195'0'0,"5"41"-7070"0"0,0 1 29 0 0,18 0 710 0 0,-15 0-848 0 0,1 0 0 0 0,-1-1 0 0 0,0 0 0 0 0,1 1 0 0 0,-1-2 1 0 0,0 1-1 0 0,0 0 0 0 0,1-2 0 0 0,-1 2 0 0 0,0-1 0 0 0,0-1 0 0 0,0 1 0 0 0,0 0 0 0 0,-1-1 0 0 0,1 0 0 0 0,-1 0 0 0 0,1-1-16 0 0,4-48 16 0 0,-7 52-13 0 0,0 0-11 0 0,0 0 12 0 0,0 0 1 0 0,0 0-10 0 0,0 0 0 0 0,22 11 167 0 0,20-22 377 0 0,-42 11-539 0 0,-1 1 0 0 0,1-1 0 0 0,0 1 0 0 0,-1-1 0 0 0,0 0 0 0 0,1 0 0 0 0,-1 0 0 0 0,1 0 0 0 0,0 1 0 0 0,-1-1 0 0 0,0 0 0 0 0,1 0 0 0 0,-1 0 0 0 0,1 0 0 0 0,-1 0 0 0 0,1 0 0 0 0,-1 0 0 0 0,1 0 0 0 0,-1 0 0 0 0,1 0 0 0 0,-1 0 0 0 0,1-1 0 0 0,-1 1 0 0 0,0 0 0 0 0,1 0 0 0 0,0 0 0 0 0,-1 0 0 0 0,1-1 0 0 0,-1 1 0 0 0,1-1 0 0 0,-1 1 0 0 0,1-1 0 0 0,0 0 0 0 0,-1 1 0 0 0,1 0 0 0 0,0-1-1 0 0,-1 1 1 0 0,1-1 0 0 0,-1 0 0 0 0,1 1 0 0 0,0 0 0 0 0,0-1 0 0 0,0 0 0 0 0,0 0 0 0 0,-1 0 0 0 0,1 1 0 0 0,0-1 0 0 0,0 1 0 0 0,0-1 0 0 0,0 0 0 0 0,0 1 0 0 0,0-1 0 0 0,0 0 0 0 0,0 0 0 0 0,0 1 0 0 0,0-1 0 0 0,0 1 0 0 0,0-1 0 0 0,1 0 0 0 0,-1 0 0 0 0,0 1 0 0 0,0-1 0 0 0,0 1 0 0 0,1-2 0 0 0,-42 38 56 0 0,22-22 187 0 0,19-14-215 0 0,0 0-8 0 0,0 0 1 0 0,0 0-4 0 0,0 0 1 0 0,0 0 2 0 0,20-1 24 0 0,124-42 849 0 0,-137 40-870 0 0,0 0 0 0 0,1 2 0 0 0,-1-1 0 0 0,1 1 0 0 0,0 1 0 0 0,-1-1-1 0 0,1 2 1 0 0,0 0 0 0 0,-1-1 0 0 0,1 2 0 0 0,0 0 0 0 0,5 3-23 0 0,36 40 191 0 0,-38-37-157 0 0,0-2 0 0 0,0 0 0 0 0,1 0 0 0 0,0-2 0 0 0,0 1 0 0 0,-1-2 0 0 0,2 0 0 0 0,-1-1-34 0 0,82-22 72 0 0,-51 43-32 0 0,-12-5-24 0 0,-1 6-18 0 0,-27-20 1 0 0,1 0 1 0 0,0-1-1 0 0,0 0 1 0 0,0 0-1 0 0,0 0 1 0 0,0-1-1 0 0,1 1 1 0 0,-1-1-1 0 0,1 0 1 0 0,-1-1-1 0 0,1 1 0 0 0,-1-2 1 0 0,1 1-1 0 0,1-1 1 0 0,41-9 50 0 0,-12 9-29 0 0,-3 52-28 0 0,-21-25 41 0 0,6 9 19 0 0,39 15-32 0 0,-2-15-233 0 0,-31-32-4670 0 0,-19-5 3068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70"/>
    </inkml:context>
    <inkml:brush xml:id="br0">
      <inkml:brushProperty name="width" value="0.1" units="cm"/>
      <inkml:brushProperty name="height" value="0.1" units="cm"/>
      <inkml:brushProperty name="color" value="#00A0D7"/>
    </inkml:brush>
    <inkml:brush xml:id="br1">
      <inkml:brushProperty name="width" value="0.1" units="cm"/>
      <inkml:brushProperty name="height" value="0.1" units="cm"/>
      <inkml:brushProperty name="color" value="#004F8B"/>
    </inkml:brush>
    <inkml:brush xml:id="br2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0 116 1552 0 0,'6'7'4377'0'0,"11"3"-3756"0"0,-4-4-355 0 0,-11-5-229 0 0,0 0 1 0 0,0 1-1 0 0,0-2 0 0 0,1 1 0 0 0,-1-1 0 0 0,0 1 0 0 0,1-1 1 0 0,0 0-1 0 0,-1 0 0 0 0,1 0 0 0 0,-1 0 0 0 0,0-1 1 0 0,1 0-1 0 0,-1 1 0 0 0,0-1 0 0 0,1 0 0 0 0,-1 0 1 0 0,0 0-1 0 0,0-1 0 0 0,2 0-37 0 0,11-5 22 0 0,11-13 6 0 0,-10 3-19 0 0,-3-5 71 0 0,-2-3 814 0 0,-11 23-886 0 0,1 1 0 0 0,0-1 0 0 0,-1 1 0 0 0,1-1 0 0 0,0 1 0 0 0,0-1 0 0 0,0 1 0 0 0,-1-1 0 0 0,2 1 0 0 0,-2 0 0 0 0,1 0 0 0 0,1-1 0 0 0,-1 2 0 0 0,0-1 0 0 0,0-1 0 0 0,0 2 0 0 0,0-1 0 0 0,1 0 0 0 0,-1 1 0 0 0,1-1 0 0 0,-1 0 0 0 0,0 1 0 0 0,1 0 0 0 0,-1 0 0 0 0,0 0 0 0 0,1 0 0 0 0,-1-1 0 0 0,0 2 0 0 0,1-1 0 0 0,-1 0 0 0 0,0 0 0 0 0,1 0 0 0 0,-1 1-8 0 0,13-2 64 0 0,68-17-62 0 0,-52 18 37 0 0,-29 0-47 0 0,-1 0 0 0 0,0 0-1 0 0,0 0-5 0 0,0 0 8 0 0,0 0 11 0 0,0 0 3 0 0,0 0 1 0 0,0 0 2 0 0,0 0-12 0 0,0 0 3 0 0,12 50-15 0 0,-6-4-44 0 0,14 17 89 0 0,-17-53-27 0 0,-1 0 0 0 0,0 0 0 0 0,0 0 0 0 0,-1 1 1 0 0,0-1-1 0 0,0 0 0 0 0,-1 0 0 0 0,0 0 0 0 0,0 1 1 0 0,-1-1-1 0 0,-1 0 0 0 0,1 1 0 0 0,-1-1 0 0 0,0 1-5 0 0,-3 27 9 0 0,8 73 38 0 0,-2-90-7 0 0,-5 21 70 0 0,-39 5 446 0 0,16-19-386 0 0,-27 39 217 0 0,-13 12-125 0 0,36-47-272 0 0,30-29 12 0 0,0-2 0 0 0,0 1 0 0 0,0 0 0 0 0,1 0 0 0 0,-1 1 0 0 0,0-1 0 0 0,1 0 0 0 0,0 0 0 0 0,-1 0 0 0 0,1 0 0 0 0,0 1 0 0 0,0-1 0 0 0,0 0 0 0 0,0 1 0 0 0,0-1 0 0 0,0 0 0 0 0,0 1 0 0 0,1-1 0 0 0,-1 0 0 0 0,0 0 0 0 0,1 1 0 0 0,0-2 0 0 0,0 2 0 0 0,-1-1 0 0 0,2-1 0 0 0,-2 2 0 0 0,1-2 0 0 0,1 2-2 0 0,-2-3 8 0 0,10 25 16 0 0,-9-20-24 0 0,1 2 0 0 0,-2-2 0 0 0,1 1 0 0 0,-1 0 0 0 0,0 0 0 0 0,1 0 0 0 0,-2 0 0 0 0,1-1 0 0 0,0 2 0 0 0,-1-2 0 0 0,0 1 0 0 0,0 0 0 0 0,0 0 0 0 0,-1-1 0 0 0,0 1 0 0 0,0-1 0 0 0,1 0 0 0 0,-2 1 0 0 0,1-2 0 0 0,-1 2 0 0 0,0-2 0 0 0,0 1 0 0 0,0 0 0 0 0,-13 30-14 0 0,2 0-3669 0 0,14-34 2961 0 0</inkml:trace>
  <inkml:trace contextRef="#ctx0" brushRef="#br1" timeOffset="1">711 1113 1968 0 0,'-6'2'1503'0'0,"9"1"2542"0"0,4-4-4034 0 0,0 0 0 0 0,0-1 0 0 0,0 1 0 0 0,0-2 0 0 0,0 0 0 0 0,-1 0 0 0 0,1 0 0 0 0,0-1 0 0 0,-1 0 0 0 0,4-3-11 0 0,-7 4 6 0 0,66-33 6 0 0,-53 28-1 0 0,0 1-1 0 0,1 1 0 0 0,-1 2 0 0 0,1-1 0 0 0,0 2 1 0 0,13 0-11 0 0,-22-2 32 0 0,-5 6 6 0 0,-1 0 0 0 0,-1-1-1 0 0,2 1 1 0 0,-2 0 0 0 0,2 0 0 0 0,-1 0 0 0 0,-1 0 0 0 0,1 1 0 0 0,0-1 0 0 0,0 1 0 0 0,-1-1 0 0 0,1 1 0 0 0,-1 0 0 0 0,1 0 0 0 0,-1 0-1 0 0,1 0 1 0 0,-1 0 0 0 0,0 0 0 0 0,0 1 0 0 0,1 0-38 0 0,8 14 31 0 0,-9-14-21 0 0,1 0 0 0 0,-1 0 0 0 0,0 0-1 0 0,0 0 1 0 0,1 1 0 0 0,-2-1 0 0 0,1 1 0 0 0,0 0-1 0 0,0-1 1 0 0,-1 1 0 0 0,0-1 0 0 0,1 1 0 0 0,-1-1 0 0 0,0 1-1 0 0,-1 0 1 0 0,1-1 0 0 0,0 1 0 0 0,-1 0 0 0 0,0-1-1 0 0,1 1 1 0 0,-1-1 0 0 0,0 1 0 0 0,0-1 0 0 0,0 0-1 0 0,-1 1 1 0 0,1-1 0 0 0,-1 0 0 0 0,0 1-10 0 0,-7 1 103 0 0,-71 119 207 0 0,19-27 213 0 0,51-59-485 0 0,10-33-23 0 0,-1 0-1 0 0,0 0 1 0 0,0 0-1 0 0,-1 0 1 0 0,1 0-1 0 0,-1 0 1 0 0,0-1-1 0 0,0 1 1 0 0,0-1-1 0 0,0 0 1 0 0,-1 0-1 0 0,1 1 1 0 0,-3 1-15 0 0,-72 46 319 0 0,-24-7 301 0 0,21-16-394 0 0,18 22-267 0 0,44-38-8 0 0,17 24-89 0 0,10-14 166 0 0,-8-21-29 0 0,0 0 0 0 0,0 1 0 0 0,0-1 0 0 0,0 1 1 0 0,1-1-1 0 0,-2 1 0 0 0,1 0 0 0 0,-1 0 0 0 0,1-1 0 0 0,0 1 0 0 0,-1 0 0 0 0,0 0 1 0 0,1 0-1 0 0,-1 0 0 0 0,0-1 0 0 0,0 1 0 0 0,-1 0 0 0 0,1 0 0 0 0,0 0 1 0 0,-1 0-1 0 0,0 0 1 0 0,0 3 3 0 0,-2 0 1 0 0,1 0 0 0 0,0 0-1 0 0,-1 1 1 0 0,0-2 0 0 0,0 0-1 0 0,0 1 1 0 0,-1-2 0 0 0,1 2-1 0 0,-2-2 1 0 0,1 0 0 0 0,-3 4-4 0 0,-50 61-2294 0 0,51-58-877 0 0,4-5 2049 0 0</inkml:trace>
  <inkml:trace contextRef="#ctx0" brushRef="#br2" timeOffset="2">1333 979 2056 0 0,'7'0'5713'0'0,"26"-10"-5322"0"0,34-14-295 0 0,-27-1-62 0 0,-4 4-37 0 0,5 5-76 0 0,-37 8 74 0 0,108-69 188 0 0,-24 39-94 0 0,-19 42 322 0 0,-13 43 608 0 0,-29-3-667 0 0,-6-31-284 0 0,-4 30 25 0 0,-2 25-66 0 0,-10-54-31 0 0,-5-13 0 0 0,0-1 9 0 0,0 0 5 0 0,15 12-10 0 0,-14-10-7 0 0,0 0 0 0 0,1 0-1 0 0,-1 0 1 0 0,0 0 0 0 0,0 0 0 0 0,0 0 0 0 0,-1 0 0 0 0,2 1 0 0 0,-2-1 0 0 0,1 0 0 0 0,-1 1 0 0 0,0-1 0 0 0,1 0 0 0 0,0 1 0 0 0,-1-1 0 0 0,0 0 0 0 0,0 1 0 0 0,0 0 0 0 0,0-1 0 0 0,0 0 0 0 0,-1 1 0 0 0,1-1 0 0 0,-1 0 0 0 0,1 1 0 0 0,-1-1 0 0 0,1 0 0 0 0,-1 0 0 0 0,0 1 0 0 0,0-1 0 0 0,0 0 0 0 0,0 0 0 0 0,0 0 0 0 0,-1 1 7 0 0,-60 57 6 0 0,59-57 13 0 0,0 0-1 0 0,0 0 1 0 0,0 0-1 0 0,1 1 1 0 0,-1-1-1 0 0,0 1 1 0 0,1 0 0 0 0,0-1-1 0 0,0 1 1 0 0,0 1-1 0 0,0-1 1 0 0,1 0-1 0 0,-1 1 1 0 0,1 0-1 0 0,0-1 1 0 0,0 1 0 0 0,0 0-1 0 0,0-1 1 0 0,1 1-1 0 0,-1-1 1 0 0,1 2-1 0 0,0-2 1 0 0,0 1-1 0 0,1 0 1 0 0,-1 0-1 0 0,0 0 1 0 0,2-1 0 0 0,-2 1-1 0 0,1 0 1 0 0,1-1-1 0 0,-1 1 1 0 0,1-1-1 0 0,0 3-18 0 0,41 34-84 0 0,-30-18-819 0 0,1 5-3750 0 0,-12-23 3320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7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303 0 288 0 0,'-16'5'5185'0'0,"14"-4"-5608"0"0,4 18 864 0 0,-1-19-437 0 0,14 7 940 0 0,-15-4-930 0 0,0 0 0 0 0,1 1 1 0 0,-1-1-1 0 0,0 0 0 0 0,0 1 1 0 0,-1-1-1 0 0,1 0 0 0 0,0 1 1 0 0,-1-1-1 0 0,1 0 0 0 0,-2 0 0 0 0,2 0 1 0 0,-1 0-1 0 0,-1 0 0 0 0,1 0 1 0 0,0 0-1 0 0,0 0 0 0 0,-1 0 1 0 0,0 0-1 0 0,1-1 0 0 0,-1 0 1 0 0,1 1-1 0 0,-2-1 0 0 0,2 0 0 0 0,-2 1 1 0 0,0-1-15 0 0,-71 86-47 0 0,29-29 15 0 0,32-30-37 0 0,7 8 66 0 0,6-37 8 0 0,0 0 5 0 0,-2 27 138 0 0,-1-6-123 0 0,1 2 290 0 0,-20 13 941 0 0,22-36-1211 0 0,0 0-3 0 0,0 0 0 0 0,0 0 12 0 0,0 0 1 0 0,0 0-6 0 0,0 0-1 0 0,1 9 573 0 0,23-32-3909 0 0,-20 20 2562 0 0</inkml:trace>
  <inkml:trace contextRef="#ctx0" brushRef="#br0" timeOffset="1">88 269 2136 0 0,'-22'-5'5070'0'0,"22"-5"-3515"0"0,19 58-1038 0 0,18 27 62 0 0,11 67 332 0 0,-48-142-923 0 0,0 0-7 0 0,0 0-41 0 0,0 0-39 0 0,0 0-49 0 0,0 0-100 0 0,0 0-223 0 0,0 0-225 0 0,0 0-101 0 0,0 0 277 0 0,0 0-325 0 0,0 0-271 0 0</inkml:trace>
  <inkml:trace contextRef="#ctx0" brushRef="#br0" timeOffset="2">2 405 1952 0 0,'-1'-17'6461'0'0,"15"7"-4478"0"0,23 6-2901 0 0,-29 3 1502 0 0,96-22-404 0 0,17 4-2778 0 0,-107 16 1867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43 1232 0 0,'-20'2'4984'0'0,"-5"-2"-5055"0"0,42 15 447 0 0,21 4 610 0 0,-14-5 397 0 0,-24-14-1354 0 0,0 0-10 0 0,20 6 164 0 0,22-9-13 0 0,-7-14-155 0 0,6-15 9 0 0,-29-15 191 0 0,-12 47-222 0 0,0 0-1 0 0,0 0-1 0 0,0 0-5 0 0,0 0 8 0 0,34 0 27 0 0,-34 0-13 0 0,0 0 0 0 0,6 15-40 0 0,7 56 76 0 0,-7-50-151 0 0,1 6 183 0 0,-7-27-65 0 0,0 0-3 0 0,0 0 0 0 0,0 0 0 0 0,0 0-1 0 0,0 2-127 0 0,0 1 1 0 0,0-1 0 0 0,0 0-1 0 0,0 0 1 0 0,1 0-1 0 0,-1 0 1 0 0,0 1 0 0 0,1-2-1 0 0,0 2 1 0 0,-1-1-1 0 0,1-1 1 0 0,0 2 0 0 0,0-2-1 0 0,0 2 1 0 0,0-2 0 0 0,0 1-1 0 0,0-1 1 0 0,0 1-1 0 0,0-1 1 0 0,0 1 0 0 0,1-1-1 0 0,-1 1 1 0 0,1 0 119 0 0,3 1-742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60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107 1 0 0,'-107'0'0'0,"416"0"0"0,-301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61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28 1 0 0,'-26'0'0'0,"24"0"0"0,17 0 0 0,216 0 0 0,-230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62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 1 0 0,'120'0'0'0,"57"0"0"0,-172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63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0 1 0 0,'238'0'0'0,"-147"0"0"0,-86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64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26 1 0 0,'-26'0'0'0,"38"0"0"0,122 0 0 0,-132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65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93 1 0 0,'-36'0'0'0,"34"0"0"0,4 0 0 0,19 0 0 0,19 0 0 0,-118 0 0 0,45 0 0 0,26 0 0 0,9 0 0 0,77 0 0 0,-113 0 0 0,72 0 0 0,-98 0 0 0,121 0 0 0,-37 0 0 0,-21 0 0 0,-8 0 0 0,-69 0 0 0,84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112 65 792 0 0,'-1'-2'311'0'0,"0"1"0"0"0,1 0 1 0 0,-1-1-1 0 0,0 1 0 0 0,0 0 0 0 0,0 0 0 0 0,0 0 0 0 0,-1 0 0 0 0,1 0 0 0 0,0 0 0 0 0,0 0 1 0 0,-1 0-1 0 0,1 1 0 0 0,0-1 0 0 0,-1 0 0 0 0,1 1 0 0 0,-1-1 0 0 0,1 1 0 0 0,-2-1 1 0 0,-31-1 1326 0 0,23 2-1968 0 0,10 1 329 0 0,0-1 0 0 0,1 0 0 0 0,-1 1-1 0 0,0-1 1 0 0,0 0 0 0 0,0 1 0 0 0,1-1-1 0 0,-1 1 1 0 0,0-1 0 0 0,0 1 0 0 0,1 0 0 0 0,-1-1-1 0 0,1 1 1 0 0,-1 0 0 0 0,0-1 0 0 0,1 1 0 0 0,0 0-1 0 0,-1 0 1 0 0,1 0 0 0 0,-1-1 0 0 0,1 2 0 0 0,-6 21 15 0 0,6-22-15 0 0,0-1 0 0 0,0 1 0 0 0,1 0 0 0 0,-1-1 0 0 0,1 1 0 0 0,-1-1-1 0 0,1 1 1 0 0,-1-1 0 0 0,1 1 0 0 0,-1-1 0 0 0,1 0 0 0 0,-1 1 0 0 0,1-1 0 0 0,-1 0 0 0 0,1 1 0 0 0,0-1-1 0 0,-1 0 1 0 0,1 1 0 0 0,0-1 0 0 0,-1 0 0 0 0,1 0 0 0 0,0 0 0 0 0,-1 0 0 0 0,2 0 0 0 0,17 1-11 0 0,-17-1 11 0 0,0-1-1 0 0,0 0 0 0 0,0 0 0 0 0,0-1 1 0 0,0 1-1 0 0,0 0 0 0 0,-1-1 0 0 0,1 1 0 0 0,0-1 1 0 0,-1 1-1 0 0,1-1 0 0 0,-1 0 0 0 0,1 0 0 0 0,-1 0 1 0 0,0 1-1 0 0,0-1 0 0 0,1-3 0 0 0,0 0 139 0 0,0 1 0 0 0,-1-1 0 0 0,1 1 1 0 0,-1-1-1 0 0,0 1 0 0 0,-1-1 0 0 0,1-7 0 0 0,-1 11-138 0 0,-1 0 1 0 0,1 0 0 0 0,-1 0 0 0 0,1 0-1 0 0,-1 0 1 0 0,0 0 0 0 0,0 0 0 0 0,1 0-1 0 0,-1 0 1 0 0,0 0 0 0 0,0 0 0 0 0,0 1-1 0 0,0-1 1 0 0,0 0 0 0 0,0 1 0 0 0,0-1-1 0 0,0 1 1 0 0,0-1 0 0 0,0 1 0 0 0,0 0-1 0 0,0-1 1 0 0,-1 1 0 0 0,1 0 0 0 0,0 0 0 0 0,0 0-1 0 0,0-1 1 0 0,0 1 0 0 0,-1 1 0 0 0,1-1-1 0 0,0 0 1 0 0,0 0 0 0 0,0 0 0 0 0,0 1-1 0 0,0-1 1 0 0,-1 0 0 0 0,1 1 0 0 0,-1 0-1 0 0,-1 2-6 0 0,1 0-1 0 0,-1-1 0 0 0,1 2 0 0 0,0-1 0 0 0,0 0 0 0 0,0 0 1 0 0,0 1-1 0 0,-1 4 0 0 0,2-6-3 0 0,1-1 1 0 0,-1 1-1 0 0,1-1 1 0 0,0 1-1 0 0,-1-1 0 0 0,1 1 1 0 0,0-1-1 0 0,0 1 1 0 0,0-1-1 0 0,0 1 1 0 0,1-1-1 0 0,-1 1 0 0 0,0-1 1 0 0,1 1-1 0 0,-1-1 1 0 0,1 1-1 0 0,-1-1 1 0 0,1 0-1 0 0,-1 1 0 0 0,1-1 1 0 0,0 0-1 0 0,0 1 1 0 0,0-1-1 0 0,1 1 1 0 0,0 0 10 0 0,0 0 0 0 0,0-1 1 0 0,0 1-1 0 0,1-1 1 0 0,-1 1-1 0 0,0-1 0 0 0,1 0 1 0 0,-1 0-1 0 0,6 1 1 0 0,-8-2 10 0 0,1 1 0 0 0,1-1 1 0 0,-1 0-1 0 0,0 0 1 0 0,0 0-1 0 0,0 1 0 0 0,0-1 1 0 0,0 0-1 0 0,0-1 0 0 0,0 1 1 0 0,0 0-1 0 0,0 0 0 0 0,0 0 1 0 0,0-1-1 0 0,0 1 0 0 0,0 0 1 0 0,0-1-1 0 0,0 1 0 0 0,0-1 1 0 0,0 1-1 0 0,-1-1 1 0 0,1 1-1 0 0,0-1 0 0 0,0 0 1 0 0,0 0-1 0 0,0-1 0 0 0,0 1-8 0 0,0 0-1 0 0,0-1 1 0 0,0 1-1 0 0,0 0 1 0 0,0-1-1 0 0,0 1 1 0 0,-1-1-1 0 0,1 1 1 0 0,-1-1-1 0 0,1 0 0 0 0,-1 1 1 0 0,0-1-1 0 0,1 0 1 0 0,-1 1-1 0 0,0-1 1 0 0,0 0-1 0 0,0 1 1 0 0,-1-1-1 0 0,1 1 1 0 0,0-1-1 0 0,0 0 1 0 0,-1 1-1 0 0,1-1 0 0 0,-1 1 1 0 0,0-1-1 0 0,1 0 1 0 0,-1 1-1 0 0,0 0 1 0 0,0-1-1 0 0,0 1 1 0 0,0 0-1 0 0,-1-2 1 0 0,0 1-1 0 0,0 1 0 0 0,0-1 0 0 0,0 1 1 0 0,0 0-1 0 0,0 0 0 0 0,0 0 0 0 0,0 0 1 0 0,-1 0-1 0 0,1 0 0 0 0,0 1 0 0 0,0-1 1 0 0,-1 1-1 0 0,1-1 0 0 0,0 1 0 0 0,-1 0 1 0 0,1 0-1 0 0,-1 0 0 0 0,1 0 0 0 0,0 1 1 0 0,-1-1-1 0 0,-2 1 0 0 0,3 1-1 0 0,0-1 0 0 0,0 0 0 0 0,0 1 0 0 0,0-1 0 0 0,0 1 0 0 0,1-1-1 0 0,-1 1 1 0 0,1 0 0 0 0,-1 0 0 0 0,1 0 0 0 0,0 0 0 0 0,-2 4 0 0 0,-13 27 11 0 0,15-30-14 0 0,0-1 1 0 0,0 1-1 0 0,1-1 0 0 0,-1 1 0 0 0,1 0 1 0 0,0-1-1 0 0,-1 1 0 0 0,2 4 1 0 0,-1-5 0 0 0,0-1 0 0 0,0 0 0 0 0,0 0 0 0 0,1 0 0 0 0,-1 0 0 0 0,0 0 0 0 0,1 0 0 0 0,-1 0 0 0 0,1 0 0 0 0,0 0 0 0 0,-1 0 0 0 0,1-1 0 0 0,0 1 0 0 0,-1 0 0 0 0,1 0 0 0 0,0 0 0 0 0,0-1 0 0 0,0 1 0 0 0,-1 0 1 0 0,1-1-1 0 0,0 1 0 0 0,2 0 0 0 0,0 1 9 0 0,1-1 1 0 0,-1 0-1 0 0,0 1 0 0 0,1-1 1 0 0,-1-1-1 0 0,0 1 1 0 0,1 0-1 0 0,4-1 1 0 0,-7 0-10 0 0,0 0 1 0 0,0 0-1 0 0,1-1 0 0 0,-1 1 1 0 0,0 0-1 0 0,1-1 1 0 0,-1 1-1 0 0,0-1 1 0 0,0 1-1 0 0,0-1 0 0 0,1 0 1 0 0,-1 0-1 0 0,0 1 1 0 0,0-1-1 0 0,0 0 1 0 0,0 0-1 0 0,-1 0 1 0 0,1 0-1 0 0,0 0 0 0 0,0 0 1 0 0,0 0-1 0 0,-1-1 1 0 0,1 1-1 0 0,-1 0 1 0 0,1-2-1 0 0,17-45 10 0 0,-16 44 4 0 0,0 0 0 0 0,-1 0 0 0 0,1-1 0 0 0,-1 1 0 0 0,1-8 0 0 0,-2 11-9 0 0,1 0 0 0 0,-1 1 0 0 0,0-1 1 0 0,0 0-1 0 0,0 0 0 0 0,0 0 0 0 0,0 0 0 0 0,0 0 0 0 0,0 0 0 0 0,0 0 0 0 0,-1 0 0 0 0,1 0 0 0 0,0 0 0 0 0,0 0 0 0 0,-1 0 0 0 0,1 1 0 0 0,-1-1 0 0 0,1 0 0 0 0,-1 0 1 0 0,1 0-1 0 0,-1 1 0 0 0,1-1 0 0 0,-1 0 0 0 0,0 0 0 0 0,1 1 0 0 0,-1-1 0 0 0,0 1 0 0 0,0-1 0 0 0,1 0 0 0 0,-1 1 0 0 0,0 0 0 0 0,0-1 0 0 0,-1 0 0 0 0,1 1-3 0 0,0 0 0 0 0,-1 0-1 0 0,1 1 1 0 0,0-1-1 0 0,0 0 1 0 0,0 0-1 0 0,-1 1 1 0 0,1-1-1 0 0,0 1 1 0 0,0-1-1 0 0,0 1 1 0 0,0-1-1 0 0,0 1 1 0 0,0 0 0 0 0,0-1-1 0 0,0 1 1 0 0,0 0-1 0 0,0 0 1 0 0,0 0-1 0 0,0 0 1 0 0,1-1-1 0 0,-1 1 1 0 0,-1 3-1 0 0,-16 26-14 0 0,18-30 14 0 0,-1 3 12 0 0,-1 0 0 0 0,1 0 0 0 0,0 0-1 0 0,0 0 1 0 0,1 0 0 0 0,-1 1 0 0 0,1-1 0 0 0,-1 4 0 0 0,1-7-32 0 0,2-1-574 0 0,-1 0 390 0 0,1 0-1 0 0,-1 0 1 0 0,1 1 0 0 0,-1-2-1 0 0,1 1 1 0 0,-1 0 0 0 0,0 0 0 0 0,0 0-1 0 0,0-1 1 0 0,1 1 0 0 0,-1 0-1 0 0,-1-1 1 0 0,1 1 0 0 0,0-1-1 0 0,0 1 1 0 0,0-1 0 0 0,-1 1-1 0 0,1-3 1 0 0,3-6-672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33 336 0 0,'-3'13'3898'0'0,"3"5"-3232"0"0,0-5-198 0 0,1-12-453 0 0,-1-1-1 0 0,1 1 1 0 0,-1 0 0 0 0,1-1 0 0 0,-1 1-1 0 0,1-1 1 0 0,-1 1 0 0 0,1-1 0 0 0,0 1 0 0 0,-1-1-1 0 0,1 0 1 0 0,0 1 0 0 0,0-1 0 0 0,-1 0-1 0 0,1 1 1 0 0,0-1 0 0 0,0 0 0 0 0,0 0 0 0 0,-1 0-1 0 0,2 1 1 0 0,18 2 682 0 0,-19-4-637 0 0,1 1 0 0 0,0 0 0 0 0,-1 0 0 0 0,1-1 0 0 0,-1 1 0 0 0,1-1 0 0 0,-1 0 0 0 0,0 1 0 0 0,1-1 0 0 0,-1 0 0 0 0,1 0 0 0 0,-1 0 0 0 0,0 0 0 0 0,0 0 0 0 0,0 0 0 0 0,1 0 0 0 0,-1 0 0 0 0,0 0 0 0 0,0-1 0 0 0,-1 1 0 0 0,1 0 1 0 0,0-1-1 0 0,0 1 0 0 0,-1-1 0 0 0,1 1 0 0 0,-1 0 0 0 0,1-3 0 0 0,1-3-110 0 0,0 1 0 0 0,-1-1 0 0 0,1 1 0 0 0,-2-1 0 0 0,1-10 0 0 0,-1 16 53 0 0,0 1 1 0 0,0 0-1 0 0,0 0 0 0 0,1-1 0 0 0,-1 1 0 0 0,0 0 0 0 0,0-1 0 0 0,0 1 0 0 0,0 0 0 0 0,0-1 0 0 0,0 1 1 0 0,-1 0-1 0 0,1-1 0 0 0,0 1 0 0 0,0 0 0 0 0,0 0 0 0 0,0-1 0 0 0,0 1 0 0 0,0 0 0 0 0,0-1 1 0 0,-1 1-1 0 0,1 0 0 0 0,0 0 0 0 0,0-1 0 0 0,0 1 0 0 0,-1 0 0 0 0,1 0 0 0 0,0 0 0 0 0,0-1 0 0 0,-1 1 1 0 0,1 0-1 0 0,0 0 0 0 0,0 0 0 0 0,-1 0 0 0 0,1 0 0 0 0,0-1 0 0 0,-1 1 0 0 0,1 0 0 0 0,0 0 0 0 0,0 0 1 0 0,-1 0-1 0 0,1 0 0 0 0,0 0 0 0 0,-1 0 0 0 0,1 0 0 0 0,0 0 0 0 0,-1 0 0 0 0,1 0 0 0 0,0 0 1 0 0,-1 0-1 0 0,1 0 0 0 0,0 1 0 0 0,0-1 0 0 0,-1 0 0 0 0,1 0 0 0 0,0 0 0 0 0,0 0 0 0 0,-1 0 0 0 0,1 1 1 0 0,0-1-1 0 0,0 0 0 0 0,-1 0 0 0 0,1 1 0 0 0,0-1 0 0 0,0 0 0 0 0,-1 1 0 0 0,-14 14 207 0 0,8-4 76 0 0,1 1 0 0 0,0-1 1 0 0,-8 23-1 0 0,8-2-2670 0 0,7-32 1765 0 0,3 1-216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345 4 1264 0 0,'-17'-1'5628'0'0,"-3"-1"-3385"0"0,17 45 463 0 0,-6-23-2404 0 0,8-17-253 0 0,0-1 1 0 0,0 1-1 0 0,0 0 1 0 0,0-1-1 0 0,0 1 1 0 0,-1-1-1 0 0,1 0 0 0 0,-1 1 1 0 0,-2 1-1 0 0,-2 3 75 0 0,4-5-67 0 0,0 0-1 0 0,0 0 1 0 0,0 0-1 0 0,-1 0 1 0 0,1-1-1 0 0,0 1 1 0 0,-4 1-1 0 0,0 1 33 0 0,6-4-84 0 0,-1 1 0 0 0,0 0-1 0 0,1-1 1 0 0,-1 0 0 0 0,0 1 0 0 0,0-1 0 0 0,0 1-1 0 0,0-1 1 0 0,1 0 0 0 0,-1 0 0 0 0,0 0 0 0 0,0 1-1 0 0,0-1 1 0 0,0 0 0 0 0,-1 0 0 0 0,-36 9 20 0 0,37-9-27 0 0,0 0 0 0 0,1 0-1 0 0,-1 0 1 0 0,0 0 0 0 0,0 0-1 0 0,0 0 1 0 0,1 0 0 0 0,-1 1 0 0 0,0-1-1 0 0,0 0 1 0 0,1 0 0 0 0,-1 1 0 0 0,0-1-1 0 0,0 1 1 0 0,1-1 0 0 0,-1 1-1 0 0,1-1 1 0 0,-1 1 0 0 0,0-1 0 0 0,1 1-1 0 0,-1-1 1 0 0,1 1 0 0 0,-1 0-1 0 0,1-1 1 0 0,0 1 0 0 0,-1 0 0 0 0,0 1-1 0 0,1-1 3 0 0,-1 0 0 0 0,1 0 0 0 0,-1 0-1 0 0,0 0 1 0 0,1 0 0 0 0,-1 0 0 0 0,0 0 0 0 0,0 0-1 0 0,0-1 1 0 0,0 1 0 0 0,0 0 0 0 0,0 0 0 0 0,-1 0 0 0 0,-8 2 22 0 0,9-3-20 0 0,0 0 0 0 0,0 1 1 0 0,0-1-1 0 0,1 0 1 0 0,-1 0-1 0 0,0 1 0 0 0,0-1 1 0 0,0 0-1 0 0,1 1 0 0 0,-1-1 1 0 0,0 0-1 0 0,1 1 1 0 0,-1-1-1 0 0,0 1 0 0 0,1 0 1 0 0,-2 0-1 0 0,1 0-11 0 0,1 0 0 0 0,-1-1 0 0 0,0 1 0 0 0,0 0 0 0 0,0-1 0 0 0,0 1 0 0 0,0 0 0 0 0,0-1-1 0 0,0 1 1 0 0,0-1 0 0 0,0 0 0 0 0,-2 1 0 0 0,2-1 2 0 0,0 0-1 0 0,0 0 1 0 0,1 0 0 0 0,-1 1-1 0 0,0-1 1 0 0,0 0 0 0 0,1 0-1 0 0,-1 1 1 0 0,0-1 0 0 0,0 0-1 0 0,1 1 1 0 0,-1-1-1 0 0,0 1 1 0 0,1-1 0 0 0,-1 1-1 0 0,1-1 1 0 0,-1 1 0 0 0,1 0-1 0 0,-1-1 1 0 0,1 1 0 0 0,-1 0-1 0 0,1-1 1 0 0,-1 1 0 0 0,1 0-1 0 0,0-1 1 0 0,-1 1 0 0 0,1 0-1 0 0,0 0 1 0 0,-1 1-1 0 0,1-2 11 0 0,0 1-7 0 0,0 0 1 0 0,0 0-3 0 0,0-1 0 0 0,0 7 6 0 0,0-6 22 0 0,1-1-20 0 0,-1 1 0 0 0,0 0 0 0 0,0 0 0 0 0,0 0 0 0 0,0 0 0 0 0,0 0 0 0 0,0 0 0 0 0,0-1 0 0 0,-1 1 0 0 0,1 0 0 0 0,0 0 0 0 0,0 0 0 0 0,-1 0 0 0 0,1-1 0 0 0,0 1 0 0 0,-1 0 0 0 0,1 0 0 0 0,-1-1 0 0 0,1 1 0 0 0,-1 0 0 0 0,0-1 0 0 0,0 2 0 0 0,0 16 0 0 0,-1-15 23 0 0,1 0 0 0 0,-1 0 0 0 0,0 0 0 0 0,0 0 1 0 0,0 0-1 0 0,-4 4 0 0 0,-17 10-1 0 0,18-8-52 0 0,5-8 31 0 0,-1 0 0 0 0,1 0 0 0 0,0 0 0 0 0,0 0 0 0 0,-1-1 0 0 0,1 1-1 0 0,-1 0 1 0 0,1 0 0 0 0,-1-1 0 0 0,1 1 0 0 0,-1 0 0 0 0,1-1 0 0 0,-1 1-1 0 0,0-1 1 0 0,1 1 0 0 0,-1 0 0 0 0,-1 0 0 0 0,-7 4 39 0 0,8-4-41 0 0,0 0 1 0 0,-1 0-1 0 0,1 0 0 0 0,0-1 0 0 0,0 1 1 0 0,-1 0-1 0 0,1-1 0 0 0,0 1 1 0 0,-1-1-1 0 0,1 1 0 0 0,0-1 0 0 0,-1 0 1 0 0,1 0-1 0 0,-2 0 0 0 0,1 1 1 0 0,1-1 0 0 0,0 1 0 0 0,0-1 0 0 0,0 1 0 0 0,0-1 0 0 0,1 1-1 0 0,-1-1 1 0 0,0 1 0 0 0,0 0 0 0 0,0 0 0 0 0,0 0 0 0 0,1-1 0 0 0,-1 1 0 0 0,0 0 0 0 0,1 0-1 0 0,-2 1 1 0 0,2 2-3736 0 0,2-3 3355 0 0,17 0-1224 0 0,18-4 314 0 0,-15-6-433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6:22:22.1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77 0 312 0 0,'-77'0'8991'0'0,"79"30"-7458"0"0,-2-29-1344 0 0,2 23-66 0 0,13 19-51 0 0,-14-42-55 0 0,0 1 1 0 0,0-1 0 0 0,0 1-1 0 0,0-1 1 0 0,0 0 0 0 0,0 1-1 0 0,1-1 1 0 0,-1 0-1 0 0,0 0 1 0 0,1 0 0 0 0,-1 0-1 0 0,1 0 1 0 0,-1 0 0 0 0,1 0-1 0 0,-1-1 1 0 0,1 1-1 0 0,3 0 1 0 0,-5-1-1 0 0,28 11 138 0 0,-14-10-104 0 0,-12-2-44 0 0,0 1 1 0 0,-1 0-1 0 0,1 0 0 0 0,-1 0 0 0 0,1 0 0 0 0,-1 0 1 0 0,1 1-1 0 0,0-1 0 0 0,-1 0 0 0 0,1 1 1 0 0,-1-1-1 0 0,1 1 0 0 0,-1-1 0 0 0,0 1 1 0 0,2 1-1 0 0,-2-2 0 0 0,9 16 14 0 0,-10-16-4 0 0,1 3 25 0 0,-1-1 0 0 0,1 0 0 0 0,0 0 0 0 0,0 0 0 0 0,0 0 0 0 0,0 0 0 0 0,0 0 0 0 0,2 2 0 0 0,5 11 24 0 0,0 5 67 0 0,-6-16-115 0 0,0 1-1 0 0,-1-1 1 0 0,1 1-1 0 0,-1-1 1 0 0,0 1-1 0 0,0 0 1 0 0,-1-1 0 0 0,1 6-1 0 0,0 7 4 0 0,-1-12-5 0 0,0 0 0 0 0,1-1 0 0 0,-1 1 0 0 0,-1 0 0 0 0,1-1 0 0 0,-1 1 0 0 0,0 0 0 0 0,-2 6 0 0 0,1-7 1 0 0,1 0-1 0 0,0-1 0 0 0,-1 1 0 0 0,1 0 1 0 0,1 0-1 0 0,-1 0 0 0 0,0 0 0 0 0,1 0 1 0 0,0 0-1 0 0,0 0 0 0 0,0-1 0 0 0,1 1 1 0 0,-1 0-1 0 0,1 0 0 0 0,0 0 0 0 0,1 4 0 0 0,0-6-8 0 0,-1 1 0 0 0,1-1 0 0 0,0 1 0 0 0,0-1 0 0 0,0 0 0 0 0,0 0 0 0 0,0 0-1 0 0,5 3 1 0 0,7 7-5 0 0,-12-11 0 0 0,-1 0 0 0 0,1 1 0 0 0,-1-1 0 0 0,1 0 0 0 0,0 0 0 0 0,0 0 1 0 0,-1-1-1 0 0,1 1 0 0 0,0 0 0 0 0,4 0 0 0 0,2 1 59 0 0,-7-1 409 0 0,3-1-355 0 0,0 0 0 0 0,-1 1 1 0 0,1-1-1 0 0,0 1 1 0 0,0 0-1 0 0,6 3 0 0 0,3 29 390 0 0,-13-31-816 0 0,4 9 778 0 0,-4-11-603 0 0,0 0 1 0 0,0 0 0 0 0,0 0-1 0 0,0 0 1 0 0,1 0 0 0 0,-1 1 0 0 0,0-1-1 0 0,0 0 1 0 0,0 0 0 0 0,1 0-1 0 0,-1 0 1 0 0,0 0 0 0 0,0 0 0 0 0,1 0-1 0 0,-1 0 1 0 0,0 0 0 0 0,0 0-1 0 0,0 0 1 0 0,1 0 0 0 0,-1 0 0 0 0,0 0-1 0 0,0 0 1 0 0,1 0 0 0 0,-1 0-1 0 0,0 0 1 0 0,0 0 0 0 0,0 0-1 0 0,1-1 1 0 0,-1 1 0 0 0,0 0 0 0 0,0 0-1 0 0,29-15-941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3:57:19.57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  <inkml:context xml:id="ctx1">
      <inkml:inkSource xml:id="inkSrc2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3-06-29T23:57:31.261"/>
    </inkml:context>
    <inkml:brush xml:id="br1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227 80 0 0,'0'-79'0'0,"0"4184"0"0,0-4097 0 0</inkml:trace>
  <inkml:trace contextRef="#ctx0" brushRef="#br0" timeOffset="2915.23">227 49 0 0,'0'548'0'0,"0"-1007"0"0,0 872 0 0,0-711 0 0,0 720 0 0,0-1006 0 0,0 1036 0 0,0-916 0 0,0 911 0 0,0-444 0 0</inkml:trace>
  <inkml:trace contextRef="#ctx1" brushRef="#br1">262 44 1696 0 0,'-7'-2'687'0'0,"-22"3"4042"0"0,19 28-4615 0 0,-15 174 74 0 0,-60 120 893 0 0,19-142-301 0 0,105-362-181 0 0,28-179-582 0 0,-64 192 81 0 0,-3 165-110 0 0,0 4 17 0 0,1-1 0 0 0,-1 1 0 0 0,1-1 0 0 0,-1 1 0 0 0,1-1 0 0 0,-1 1 0 0 0,1-1 0 0 0,-1 1 0 0 0,1-1 0 0 0,-1 0 0 0 0,1 1 0 0 0,-1-1 0 0 0,1 0 0 0 0,0 0-1 0 0,-1 1 1 0 0,1-1 0 0 0,-1 0 0 0 0,1 0 0 0 0,0 0 0 0 0,-1 0 0 0 0,1 0 0 0 0,0 0 0 0 0,-1 0 0 0 0,1 0 0 0 0,0 0 0 0 0,-1 0 0 0 0,1 0 0 0 0,0 0 0 0 0,-1 0 0 0 0,1-1 0 0 0,-1 1 0 0 0,1 0 0 0 0,0 0 0 0 0,-1-1 0 0 0,1 1 0 0 0,-1 0 0 0 0,1-1 0 0 0,-1 1 0 0 0,1-1 0 0 0,-1 1 0 0 0,1 0 0 0 0,-1-1 0 0 0,1 1 0 0 0,-1-1 0 0 0,0 0 0 0 0,1 1 0 0 0,-1-1 0 0 0,0 1 0 0 0,1-1 0 0 0,-1 1 0 0 0,0-1 0 0 0,0 0 0 0 0,0 1 0 0 0,1-1 0 0 0,-1 0 0 0 0,0 1-5 0 0,77 111 125 0 0,59 91-17 0 0,-71-117-1 0 0,-60-78-60 0 0,0 0 1 0 0,-1 0 0 0 0,0 0 0 0 0,0 1 0 0 0,0-1 0 0 0,-1 1 0 0 0,0 0 0 0 0,-1 0 0 0 0,1 0-1 0 0,-1 1 1 0 0,-1-1 0 0 0,0 0 0 0 0,0 1 0 0 0,-1-1 0 0 0,0 1 0 0 0,0-1 0 0 0,-1 0 0 0 0,0 1-1 0 0,0-1 1 0 0,-1 0 0 0 0,-2 5-48 0 0,2-4 58 0 0,-1 0-1 0 0,0 0 1 0 0,-1 0-1 0 0,0 0 1 0 0,-1 0-1 0 0,1-1 1 0 0,-2 0 0 0 0,1 0-1 0 0,-1 0 1 0 0,0 0-1 0 0,-1-1 1 0 0,0 0-1 0 0,-4 3-57 0 0,-78-18 379 0 0,35-6-497 0 0,-101-18-896 0 0,51 42-3919 0 0,92-6 3607 0 0</inkml:trace>
  <inkml:trace contextRef="#ctx1" brushRef="#br1" timeOffset="22480.07">173 713 1712 0 0,'14'15'3401'0'0,"32"7"-2974"0"0,-23-12 17 0 0,144 107-139 0 0,124 81-310 0 0,-41-7 1 0 0,-180-142 54 0 0,1-3 1 0 0,2-3-1 0 0,41 16-50 0 0,-48-25 25 0 0,319 150 192 0 0,247 61 918 0 0,-353-159-693 0 0,153 46-121 0 0,-20-16 22 0 0,-8-2 158 0 0,102 21-107 0 0,99-3-225 0 0,-5-5 359 0 0,-225-64-82 0 0,-340-55-381 0 0,75 17 378 0 0,2-4 0 0 0,73 3-443 0 0,277 52 876 0 0,-64-44-699 0 0,-52 14-116 0 0,236 16-42 0 0,-425-33 4 0 0,354 85 228 0 0,-276-46-69 0 0,-150-36 58 0 0,1-3 0 0 0,0-5 0 0 0,49 6-240 0 0,80 5 226 0 0,79 27 4 0 0,48-21-120 0 0,-19-55-29 0 0,47 2-58 0 0,-12 23-30 0 0,-142 17 11 0 0,-175-20-3 0 0,0-1-1 0 0,0-1 1 0 0,1-3 0 0 0,-1-1 0 0 0,17-3-1 0 0,310-3 15 0 0,72 42-72 0 0,-62 36 59 0 0,-135-33 38 0 0,-157-29-24 0 0,-70-10-7 0 0,-1 0-1 0 0,1-1 1 0 0,-1 0 0 0 0,1-1-1 0 0,-1-1 1 0 0,0-1 0 0 0,1 0-1 0 0,-1-1 1 0 0,0 0 0 0 0,14-6-9 0 0,61-10 47 0 0,1 9-18 0 0,49-16 102 0 0,-28 23 439 0 0,-33-16-442 0 0,25 30-104 0 0,-66 8-237 0 0,-9-4-1578 0 0,-1-5-4177 0 0,-25-9 3890 0 0</inkml:trace>
  <inkml:trace contextRef="#ctx1" brushRef="#br1" timeOffset="33123.87">4470 1170 2409 0 0,'-75'-23'3791'0'0,"75"24"-3767"0"0,0-1 1 0 0,1 1-1 0 0,-1-1 1 0 0,0 0-1 0 0,0 1 1 0 0,1-1-1 0 0,-1 1 1 0 0,0-1-1 0 0,0 1 1 0 0,0-1-1 0 0,0 1 1 0 0,0-1-1 0 0,0 1 1 0 0,0-1-1 0 0,0 1 1 0 0,0-1-1 0 0,0 1 1 0 0,0-1-1 0 0,0 1 0 0 0,0-1 1 0 0,0 1-1 0 0,0-1 1 0 0,0 1-1 0 0,0-1 1 0 0,-1 1-1 0 0,1-1 1 0 0,0 0-1 0 0,0 1 1 0 0,-1-1-1 0 0,1 1 1 0 0,0-1-1 0 0,0 0 1 0 0,-1 1-1 0 0,1-1 1 0 0,-1 0-1 0 0,1 1 0 0 0,0-1 1 0 0,-1 0-1 0 0,1 1 1 0 0,-1-1-1 0 0,1 0 1 0 0,-1 0-1 0 0,1 0 1 0 0,0 1-1 0 0,-1-1 1 0 0,1 0-1 0 0,-1 0 1 0 0,1 0-1 0 0,-1 0 1 0 0,1 0-1 0 0,-1 0 1 0 0,1 0-1 0 0,-1 0 1 0 0,1 0-1 0 0,-1 0 0 0 0,1 0 1 0 0,-1 0-25 0 0,120 166 724 0 0,-96-133-244 0 0,0 0-1 0 0,-3 2 1 0 0,-1 0-1 0 0,-1 2 1 0 0,12 37-480 0 0,-27-68 35 0 0,-1 1-1 0 0,-1-1 1 0 0,1 1 0 0 0,-1 0-1 0 0,0 0 1 0 0,-1-1 0 0 0,1 1-1 0 0,-1 0 1 0 0,-1 0 0 0 0,1 0-1 0 0,-1 0 1 0 0,0-1 0 0 0,-1 1-1 0 0,0 0 1 0 0,0-1 0 0 0,-1 4-35 0 0,-38-17-435 0 0,19-58 402 0 0,22 58 40 0 0,-1 1-1 0 0,0 0 0 0 0,0-1 0 0 0,-1 1 0 0 0,0 0 0 0 0,0 0 0 0 0,-1 0 0 0 0,1 0 1 0 0,-1 1-1 0 0,-1-1 0 0 0,1 1 0 0 0,-1-1 0 0 0,0 1 0 0 0,0 0 0 0 0,0 1 0 0 0,0-1 1 0 0,-1 1-1 0 0,0 0 0 0 0,0 0 0 0 0,0 0 0 0 0,-1 0-6 0 0,1 4 10 0 0,1 0-1 0 0,0 1 1 0 0,0-1 0 0 0,0 1-1 0 0,-1 0 1 0 0,1 0 0 0 0,0 1 0 0 0,0-1-1 0 0,0 1 1 0 0,1 0 0 0 0,-1 0-1 0 0,0 0 1 0 0,1 0 0 0 0,-1 0-1 0 0,1 1 1 0 0,0 0 0 0 0,-1 0-1 0 0,1 0 1 0 0,1 0 0 0 0,-1 0 0 0 0,0 1-1 0 0,1-1 1 0 0,-2 3-10 0 0,1-2 10 0 0,-95 132 28 0 0,22-47-92 0 0,30-43-588 0 0,46-45 571 0 0,-7 4-715 0 0,4-6-2597 0 0,3-1 2148 0 0</inkml:trace>
  <inkml:trace contextRef="#ctx1" brushRef="#br1" timeOffset="33730.4">5080 1057 4161 0 0,'-1'0'93'0'0,"1"0"1"0"0,0 0 0 0 0,0 1-1 0 0,-1-1 1 0 0,1 0-1 0 0,0 0 1 0 0,0 1 0 0 0,-1-1-1 0 0,1 0 1 0 0,0 0-1 0 0,-1 0 1 0 0,1 0 0 0 0,0 1-1 0 0,0-1 1 0 0,-1 0-1 0 0,1 0 1 0 0,0 0 0 0 0,-1 0-1 0 0,1 0 1 0 0,-1 0-1 0 0,1 0 1 0 0,0 0 0 0 0,-1 0-1 0 0,1 0 1 0 0,0 0-1 0 0,-1 0 1 0 0,1 0 0 0 0,0 0-1 0 0,-1 0 1 0 0,1 0-1 0 0,0-1 1 0 0,-1 1 0 0 0,1 0-1 0 0,0 0 1 0 0,-1 0-1 0 0,1 0 1 0 0,0-1 0 0 0,0 1-1 0 0,-1 0 1 0 0,1 0-1 0 0,0-1 1 0 0,0 1-94 0 0,-8 33-44 0 0,8-33 92 0 0,-108 324 1386 0 0,54-162-1384 0 0,-8-3 0 0 0,-12 10-50 0 0,27-61-77 0 0,-6 11-1373 0 0,53-122-1086 0 0,0 2 1658 0 0</inkml:trace>
  <inkml:trace contextRef="#ctx1" brushRef="#br1" timeOffset="34893.49">5075 2214 728 0 0,'-45'86'2573'0'0,"40"-98"2045"0"0,82-142-3655 0 0,-48 72-624 0 0,-3 0 1 0 0,-4-2-1 0 0,-3-1 1 0 0,2-48-340 0 0,-17 109-2 0 0,-4 42-58 0 0,0 10 68 0 0,2 43 30 0 0,-3-53-30 0 0,1 0 1 0 0,1 0-1 0 0,0-1 1 0 0,2 1-1 0 0,0 0 0 0 0,0-1 1 0 0,2 1-1 0 0,0-1 1 0 0,7 13-9 0 0,-11-28 9 0 0,0 0 1 0 0,1 0 0 0 0,-1 0 0 0 0,1-1 0 0 0,0 1 0 0 0,0 0 0 0 0,-1-1 0 0 0,1 1 0 0 0,0-1 0 0 0,0 1 0 0 0,0-1 0 0 0,1 0 0 0 0,-1 0 0 0 0,0 0 0 0 0,0 0 0 0 0,1 0 0 0 0,-1-1 0 0 0,1 1 0 0 0,-1-1-1 0 0,0 1 1 0 0,1-1 0 0 0,-1 0 0 0 0,1 0 0 0 0,-1 0 0 0 0,1 0 0 0 0,-1 0 0 0 0,0-1 0 0 0,1 1 0 0 0,-1-1 0 0 0,1 0 0 0 0,-1 1 0 0 0,0-1 0 0 0,0 0 0 0 0,1 0 0 0 0,-1-1 0 0 0,0 1 0 0 0,0 0 0 0 0,1-2-10 0 0,78-57 286 0 0,-68 48-265 0 0,0 0 1 0 0,-1 0 0 0 0,-1-1 0 0 0,0-1 0 0 0,-1 1-1 0 0,0-2 1 0 0,-1 1 0 0 0,-1-2 0 0 0,0 1-1 0 0,-1-1 1 0 0,-1 0 0 0 0,3-11-22 0 0,7-45 17 0 0,-22 80-121 0 0,-28 139 159 0 0,30-138-45 0 0,1-1 1 0 0,0 1-1 0 0,0 0 0 0 0,1 0 0 0 0,0 0 1 0 0,1 0-1 0 0,0 0 0 0 0,0 0 1 0 0,1 0-1 0 0,0 0 0 0 0,1 0 1 0 0,0 1-1 0 0,1-1 0 0 0,-1 0 0 0 0,2 0 1 0 0,-1-1-1 0 0,1 1 0 0 0,0 0 1 0 0,1-1-1 0 0,0 0 0 0 0,4 5-10 0 0,29 13-25 0 0,-36-26 9 0 0,11-8-734 0 0,88-46-3688 0 0,-89 44 3203 0 0</inkml:trace>
  <inkml:trace contextRef="#ctx1" brushRef="#br1" timeOffset="35207.08">5882 1157 4489 0 0,'28'40'4004'0'0,"10"23"-2139"0"0,25 36-1003 0 0,-34-59-471 0 0,-10-19-283 0 0,-1 2 0 0 0,-1 0 0 0 0,-1 1 0 0 0,-1 0 0 0 0,-2 1 0 0 0,0 1 0 0 0,-1 0 0 0 0,-2 1 0 0 0,-1 0 0 0 0,-1 1 0 0 0,-1-1 0 0 0,2 19-108 0 0,-8-31 20 0 0,-1 1 0 0 0,0 0 0 0 0,-1 0 1 0 0,-1 0-1 0 0,0-1 0 0 0,-1 1 0 0 0,-1-1 0 0 0,0 1 0 0 0,-1-1 1 0 0,-2 2-21 0 0,-65 76-2824 0 0,34-62 1350 0 0,17-16 369 0 0</inkml:trace>
  <inkml:trace contextRef="#ctx1" brushRef="#br1" timeOffset="35874.51">4079 977 4577 0 0,'-46'-20'3311'0'0,"38"22"-3224"0"0,1 0-1 0 0,0 0 0 0 0,0 1 1 0 0,0 0-1 0 0,0 0 1 0 0,0 1-1 0 0,1 0 0 0 0,-1 0 1 0 0,1 0-1 0 0,0 1 0 0 0,1 0 1 0 0,-1 0-1 0 0,1 0 0 0 0,0 1 1 0 0,0 0-1 0 0,0 1-86 0 0,-17 33 72 0 0,3 1 0 0 0,1 1 0 0 0,2 1 1 0 0,2 0-1 0 0,2 1 0 0 0,1 1 0 0 0,3 0 0 0 0,2 0 0 0 0,1 0 0 0 0,2 39-72 0 0,-4-26-50 0 0,2 1-1 0 0,3-1 0 0 0,2 1 1 0 0,3-1-1 0 0,3 0 0 0 0,2 0 1 0 0,2 0-1 0 0,16 45 51 0 0,-20-87-137 0 0,1-1 1 0 0,0 0-1 0 0,1 0 0 0 0,1-1 1 0 0,0 0-1 0 0,1-1 0 0 0,1 0 1 0 0,0 0-1 0 0,1-1 0 0 0,0-1 1 0 0,1 0-1 0 0,0 0 0 0 0,0-1 1 0 0,1-1-1 0 0,1 0 0 0 0,-1-1 1 0 0,2-1-1 0 0,-1 0 0 0 0,1-1 1 0 0,-1-1-1 0 0,2-1 0 0 0,-1 0 1 0 0,10 1 136 0 0,15-3-994 0 0</inkml:trace>
  <inkml:trace contextRef="#ctx1" brushRef="#br1" timeOffset="42181.15">6199 924 2689 0 0,'-15'4'1328'0'0,"13"-4"-1119"0"0,0 1 0 0 0,1 0-1 0 0,-1 0 1 0 0,0-1 0 0 0,0 1 0 0 0,1-1 0 0 0,-1 0-1 0 0,0 1 1 0 0,0-1 0 0 0,0 0 0 0 0,0 0 0 0 0,0 0-1 0 0,1 0 1 0 0,-1-1 0 0 0,0 1 0 0 0,0 0 0 0 0,0-1-1 0 0,0 1 1 0 0,1-1 0 0 0,-1 0 0 0 0,0 1-1 0 0,1-1 1 0 0,-1 0 0 0 0,0 0 0 0 0,1 0 0 0 0,-1 0-1 0 0,1 0 1 0 0,0-1 0 0 0,-1 1 0 0 0,0-1-209 0 0,3 3-4 0 0,-1-1 1 0 0,1 1 0 0 0,-1-1-1 0 0,1 1 1 0 0,-1-1 0 0 0,1 1-1 0 0,-1-1 1 0 0,1 1-1 0 0,-1-1 1 0 0,1 0 0 0 0,-1 1-1 0 0,1-1 1 0 0,0 0-1 0 0,-1 1 1 0 0,1-1 0 0 0,0 0-1 0 0,-1 0 1 0 0,1 0-1 0 0,0 1 1 0 0,-1-1 0 0 0,1 0-1 0 0,0 0 1 0 0,-1 0 0 0 0,1 0-1 0 0,0 0 1 0 0,-1 0-1 0 0,1-1 1 0 0,0 1 0 0 0,-1 0-1 0 0,1 0 1 0 0,0 0-1 0 0,-1-1 1 0 0,1 1 0 0 0,0 0-1 0 0,-1-1 1 0 0,1 1 0 0 0,-1 0-1 0 0,1-1 1 0 0,-1 1-1 0 0,1-1 1 0 0,-1 1 0 0 0,1-1-1 0 0,-1 1 1 0 0,1-1-1 0 0,-1 1 1 0 0,1-1 0 0 0,-1 1-1 0 0,0-1 1 0 0,1 0-1 0 0,-1 1 1 0 0,0-1 0 0 0,0 0-1 0 0,0 1 1 0 0,1-1 0 0 0,-1 0-1 0 0,0 1 1 0 0,0-1-1 0 0,0 0 1 0 0,0 1 0 0 0,0-1-1 0 0,0 0 1 0 0,0 0-1 0 0,0 1 1 0 0,-1-1 0 0 0,1 0-1 0 0,0 1 1 0 0,0-1 0 0 0,0 0-1 0 0,-1 1 1 0 0,1-1 3 0 0,65 26 81 0 0,-59-22-85 0 0,55 34 55 0 0,-7 9-35 0 0,20 42 49 0 0,-66-75-17 0 0,0-1 0 0 0,1-1 1 0 0,1 0-1 0 0,-1 0 1 0 0,2-1-1 0 0,0 0 0 0 0,0 0 1 0 0,0-2-1 0 0,1 1 1 0 0,1-1-1 0 0,10 4-48 0 0,-19-10-11 0 0,-1-1 0 0 0,0 0 0 0 0,1 0 0 0 0,-1 0 0 0 0,1-1 0 0 0,-1 1 0 0 0,1-1 0 0 0,-1 0 1 0 0,1 0-1 0 0,-1 0 0 0 0,1 0 0 0 0,-1-1 0 0 0,0 1 0 0 0,1-1 0 0 0,-1 0 0 0 0,1 0 0 0 0,-1 0 0 0 0,0-1 0 0 0,0 1 0 0 0,0-1 0 0 0,3-1 11 0 0,27-38-3654 0 0,-28 32 2704 0 0,1 2-272 0 0</inkml:trace>
  <inkml:trace contextRef="#ctx1" brushRef="#br1" timeOffset="42539.25">6629 878 4569 0 0,'-31'12'2850'0'0,"-121"168"-81"0"0,-8 6-1841 0 0,102-118-3342 0 0,50-58-392 0 0,6-10 1391 0 0</inkml:trace>
  <inkml:trace contextRef="#ctx1" brushRef="#br1" timeOffset="43846.16">2821 1730 3497 0 0,'-2'0'100'0'0,"0"1"1"0"0,0-1-1 0 0,0 0 1 0 0,0 0-1 0 0,0-1 1 0 0,0 1-1 0 0,0 0 1 0 0,0-1-1 0 0,0 1 1 0 0,0-1-1 0 0,1 1 1 0 0,-1-1-1 0 0,0 0 1 0 0,0 0-1 0 0,0 0 1 0 0,1 0 0 0 0,-1 0-1 0 0,0-1 1 0 0,1 1-1 0 0,-1 0 1 0 0,1-1-1 0 0,0 1 1 0 0,-1-1-1 0 0,1 1 1 0 0,0-1-1 0 0,0 0 1 0 0,0 1-1 0 0,0-1 1 0 0,0 0-1 0 0,0 0 1 0 0,1 0-1 0 0,-1 0 1 0 0,1 0-1 0 0,-1 0 1 0 0,1 0-1 0 0,-1 0 1 0 0,1 0-1 0 0,0 0 1 0 0,0 0-1 0 0,0 0 1 0 0,1 0-1 0 0,-1 0 1 0 0,0 0-1 0 0,1 0 1 0 0,-1 0-1 0 0,1 1 1 0 0,-1-1-1 0 0,1 0 1 0 0,0 0 0 0 0,0 0-1 0 0,0 0 1 0 0,0 1-1 0 0,0-1 1 0 0,2-1-101 0 0,-1-5 21 0 0,1-6 28 0 0,1 1 1 0 0,1-1 0 0 0,0 1-1 0 0,1 0 1 0 0,0 0 0 0 0,1 0-1 0 0,0 1 1 0 0,1 0 0 0 0,3-2-50 0 0,1 4-9 0 0,1 1 0 0 0,0 0 0 0 0,0 1 0 0 0,1 1 0 0 0,0 0 0 0 0,0 0 0 0 0,1 2 0 0 0,0-1 0 0 0,0 2 1 0 0,0 0-1 0 0,0 1 0 0 0,1 1 0 0 0,-1 0 0 0 0,1 1 0 0 0,0 1 0 0 0,0 0 0 0 0,-1 1 0 0 0,1 1 0 0 0,-1 0 0 0 0,1 1 1 0 0,-1 1-1 0 0,0 0 0 0 0,0 1 0 0 0,-1 1 0 0 0,8 3 9 0 0,181 116 64 0 0,-200-123-29 0 0,-1-1-1 0 0,1 1 1 0 0,-1-1 0 0 0,1 0 0 0 0,0 1-1 0 0,-1-1 1 0 0,1-1 0 0 0,0 1-1 0 0,0 0 1 0 0,0-1 0 0 0,0 1 0 0 0,0-1-1 0 0,0 0 1 0 0,0 0 0 0 0,-1 0 0 0 0,1 0-1 0 0,0 0 1 0 0,0-1 0 0 0,0 1-1 0 0,0-1 1 0 0,0 0 0 0 0,-1 0 0 0 0,1 0-1 0 0,0 0 1 0 0,-1-1 0 0 0,1 1 0 0 0,1-2-35 0 0,66-50 222 0 0,-60 38-334 0 0,-1 0-1 0 0,-1 0 1 0 0,0-1-1 0 0,-1 0 1 0 0,0-1-1 0 0,-1 0 1 0 0,-1 0-1 0 0,-1-1 113 0 0,13-37-1171 0 0,-9 32 282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30T00:01:17.1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309 145 2689 0 0,'0'8'3790'0'0,"6"19"-3059"0"0,-2-11-166 0 0,20 116 839 0 0,4 309-765 0 0,-57 126-1859 0 0,32-487-2136 0 0,0-69 2219 0 0</inkml:trace>
  <inkml:trace contextRef="#ctx0" brushRef="#br0" timeOffset="592.04">0 324 3657 0 0,'88'-100'2832'0'0,"-78"91"-2750"0"0,0 1-1 0 0,1 0 0 0 0,0 0 1 0 0,0 1-1 0 0,0 0 0 0 0,1 1 0 0 0,0 1 1 0 0,1 0-1 0 0,-1 0 0 0 0,1 1 1 0 0,0 1-1 0 0,-1 0 0 0 0,2 1 1 0 0,-1 0-1 0 0,0 1 0 0 0,0 0 0 0 0,0 1 1 0 0,1 1-1 0 0,-1 0 0 0 0,0 1 1 0 0,0 0-1 0 0,0 1 0 0 0,0 0 0 0 0,3 3-81 0 0,202 143 194 0 0,-214-145-180 0 0,1 1 1 0 0,-1-1 0 0 0,0 1-1 0 0,0 1 1 0 0,0-1 0 0 0,-1 0-1 0 0,0 1 1 0 0,0 0-1 0 0,0 0 1 0 0,-1 0 0 0 0,0 0-1 0 0,0 0 1 0 0,0 0 0 0 0,-1 0-1 0 0,0 1 1 0 0,0-1-1 0 0,-1 0 1 0 0,1 1 0 0 0,-1-1-1 0 0,-1 1 1 0 0,1-1-1 0 0,-1 1 1 0 0,-1-1 0 0 0,1 0-1 0 0,-1 0 1 0 0,0 0 0 0 0,0 0-1 0 0,-1 0 1 0 0,1 0-1 0 0,-4 4-14 0 0,-7 15 76 0 0,-2-1-1 0 0,-1 0 1 0 0,-1-1-1 0 0,0 0 0 0 0,-2-2 1 0 0,-8 7-76 0 0,7-5 25 0 0,-1-1 1 0 0,-1-1-1 0 0,-1-1 1 0 0,-1-1-1 0 0,0-1 1 0 0,-2-1-1 0 0,0-1 1 0 0,-9 3-26 0 0,-97 17-963 0 0,38-22-2821 0 0,86-13 2827 0 0</inkml:trace>
  <inkml:trace contextRef="#ctx0" brushRef="#br0" timeOffset="1163.83">940 115 3609 0 0,'-59'-21'3461'0'0,"59"21"-3438"0"0,0-1 1 0 0,0 1 0 0 0,0-1 0 0 0,-1 1 0 0 0,1 0 0 0 0,0-1 0 0 0,-1 1 0 0 0,1-1 0 0 0,0 1 0 0 0,-1 0 0 0 0,1-1 0 0 0,0 1 0 0 0,-1 0 0 0 0,1 0-1 0 0,-1-1 1 0 0,1 1 0 0 0,0 0 0 0 0,-1 0 0 0 0,1-1 0 0 0,-1 1 0 0 0,1 0 0 0 0,-1 0 0 0 0,1 0 0 0 0,-1 0 0 0 0,1 0 0 0 0,-1 0 0 0 0,1 0 0 0 0,-1 0-1 0 0,1 0 1 0 0,-1 0 0 0 0,1 0 0 0 0,-1 0 0 0 0,1 0 0 0 0,-1 0 0 0 0,1 0 0 0 0,0 0 0 0 0,-1 1 0 0 0,1-1 0 0 0,-1 0 0 0 0,1 0 0 0 0,-1 1 0 0 0,1-1-1 0 0,0 0 1 0 0,-1 1 0 0 0,1-1 0 0 0,0 0 0 0 0,-1 1 0 0 0,1-1 0 0 0,0 0 0 0 0,-1 1 0 0 0,1-1 0 0 0,0 1 0 0 0,0-1 0 0 0,-1 1 0 0 0,1-1 0 0 0,0 0-1 0 0,0 1 1 0 0,0-1 0 0 0,0 1 0 0 0,0-1 0 0 0,0 1 0 0 0,-1-1 0 0 0,1 1 0 0 0,0-1 0 0 0,1 1 0 0 0,-1-1 0 0 0,0 1-24 0 0,-12 33-178 0 0,11-33 235 0 0,-22 225-143 0 0,26 383 75 0 0,-2-554 16 0 0,2 0-1 0 0,2 0 1 0 0,3 0 0 0 0,8 25-5 0 0,-12-62 27 0 0,1 1-1 0 0,1-1 1 0 0,0 0 0 0 0,2 0 0 0 0,0-1-1 0 0,1 0 1 0 0,0 0 0 0 0,2-1 0 0 0,0 0 0 0 0,0-1-1 0 0,2-1 1 0 0,0 1 0 0 0,1-1-27 0 0,-9-11-36 0 0,-1 1 1 0 0,0-1 0 0 0,1 0-1 0 0,0-1 1 0 0,-1 1-1 0 0,1-1 1 0 0,0 0-1 0 0,1 0 1 0 0,-1 0 0 0 0,0-1-1 0 0,0 0 1 0 0,1 0-1 0 0,-1 0 1 0 0,1-1-1 0 0,-1 0 1 0 0,0 0-1 0 0,1 0 1 0 0,-1 0 0 0 0,1-1-1 0 0,-1 0 1 0 0,0 0-1 0 0,0-1 1 0 0,1 1-1 0 0,-1-1 1 0 0,0 0 0 0 0,0-1-1 0 0,-1 1 1 0 0,5-4 35 0 0,47-36-1771 0 0,-39 24 889 0 0</inkml:trace>
  <inkml:trace contextRef="#ctx0" brushRef="#br0" timeOffset="1713.41">988 400 4401 0 0,'0'0'84'0'0,"0"1"0"0"0,1-1-1 0 0,-1 1 1 0 0,0 0 0 0 0,0-1 0 0 0,1 1-1 0 0,-1-1 1 0 0,0 1 0 0 0,0-1 0 0 0,0 1 0 0 0,0 0-1 0 0,0-1 1 0 0,0 1 0 0 0,0-1 0 0 0,0 1 0 0 0,0 0-1 0 0,0-1 1 0 0,0 1 0 0 0,0-1 0 0 0,0 1 0 0 0,0-1-1 0 0,-1 1 1 0 0,1-1 0 0 0,0 1 0 0 0,0 0 0 0 0,-1-1-1 0 0,1 1 1 0 0,0-1 0 0 0,-1 0 0 0 0,1 1-1 0 0,-1-1 1 0 0,1 1 0 0 0,0-1 0 0 0,-1 1 0 0 0,1-1-1 0 0,-1 0 1 0 0,1 1 0 0 0,-1-1 0 0 0,1 0 0 0 0,-1 0-1 0 0,1 1 1 0 0,-1-1 0 0 0,0 0 0 0 0,1 0 0 0 0,-1 0-1 0 0,1 0 1 0 0,-1 0 0 0 0,0 0 0 0 0,1 0 0 0 0,-1 0-1 0 0,1 0 1 0 0,-1 0 0 0 0,0 0-84 0 0,14 42 45 0 0,2 23 145 0 0,3-2-1 0 0,3 0 1 0 0,3 0 0 0 0,2-3-1 0 0,3 0 1 0 0,2-1 0 0 0,3-2 0 0 0,3-2-1 0 0,11 11-189 0 0,87 109-1975 0 0,-135-174 1889 0 0,1 1-1 0 0,1-1 0 0 0,-1 0 1 0 0,0 0-1 0 0,0 0 0 0 0,0 0 1 0 0,1 0-1 0 0,-1 0 0 0 0,0 0 1 0 0,1 0-1 0 0,-1-1 0 0 0,1 1 1 0 0,-1 0-1 0 0,1-1 1 0 0,-1 0-1 0 0,1 1 0 0 0,-1-1 1 0 0,1 0-1 0 0,-1 1 0 0 0,1-1 1 0 0,0 0-1 0 0,-1 0 0 0 0,1 0 1 0 0,-1-1-1 0 0,1 1 1 0 0,0 0-1 0 0,-1 0 0 0 0,1-1 1 0 0,-1 1-1 0 0,1-1 0 0 0,-1 0 1 0 0,1 1-1 0 0,-1-1 0 0 0,0 0 1 0 0,1 0-1 0 0,-1 0 0 0 0,0 0 1 0 0,0 0-1 0 0,1 0 1 0 0,-1 0-1 0 0,0 0 0 0 0,0-1 1 0 0,0 1-1 0 0,0 0 0 0 0,-1-1 1 0 0,1 1-1 0 0,0 0 0 0 0,0-1 1 0 0,-1 1-1 0 0,1-1 1 0 0,-1 1-1 0 0,0-1 0 0 0,1 1 1 0 0,-1-1-1 0 0,0 0 0 0 0,0 1 1 0 0,0-1-1 0 0,0 1 0 0 0,0-2 87 0 0,3-14-802 0 0</inkml:trace>
  <inkml:trace contextRef="#ctx0" brushRef="#br0" timeOffset="1975">1453 351 5777 0 0,'-20'0'5089'0'0,"1"29"-5466"0"0,15-22 809 0 0,-77 140 532 0 0,7 4 0 0 0,-54 156-964 0 0,37-46-2855 0 0,87-240-826 0 0,4-21 2633 0 0</inkml:trace>
  <inkml:trace contextRef="#ctx0" brushRef="#br0" timeOffset="3247.38">1727 158 1456 0 0,'-5'4'105'0'0,"0"1"0"0"0,0-1 0 0 0,1 1 0 0 0,0 0 0 0 0,0 1 0 0 0,0-1 0 0 0,0 1-1 0 0,1 0 1 0 0,0-1 0 0 0,0 1 0 0 0,1 1 0 0 0,0-1 0 0 0,0 0 0 0 0,0 1 0 0 0,1-1 0 0 0,-1 1 0 0 0,2-1-1 0 0,-1 1 1 0 0,1 1-105 0 0,-6 22 326 0 0,-18 64 468 0 0,5 1-1 0 0,3 1 0 0 0,-1 81-793 0 0,14-61-34 0 0,5 0 0 0 0,4-1 0 0 0,18 86 34 0 0,-22-189-225 0 0,1 0 0 0 0,0 0 0 0 0,1-1 0 0 0,0 1 0 0 0,1-1 0 0 0,0 0 0 0 0,1 0 0 0 0,0 0 0 0 0,1-1 0 0 0,1 1 225 0 0,13 0-1581 0 0,-13-12 863 0 0</inkml:trace>
  <inkml:trace contextRef="#ctx0" brushRef="#br0" timeOffset="3654.33">1782 433 4417 0 0,'-3'1'3006'0'0,"1"49"-2858"0"0,-26 239 638 0 0,1-65-725 0 0,26-215-62 0 0,1-1 0 0 0,0 1-1 0 0,0 0 1 0 0,1-1 0 0 0,0 1 0 0 0,0-1 0 0 0,1 0 0 0 0,0 1 0 0 0,0-1-1 0 0,1 0 1 0 0,0 0 0 0 0,1 0 0 0 0,0-1 0 0 0,0 1 0 0 0,0-1 0 0 0,1 0-1 0 0,0 0 1 0 0,1 0 0 0 0,-1-1 0 0 0,1 0 0 0 0,1 0 1 0 0,-4-4-76 0 0,1-1 1 0 0,0-1-1 0 0,-1 1 1 0 0,1 0-1 0 0,0-1 1 0 0,0 0-1 0 0,0 1 1 0 0,0-2-1 0 0,-1 1 1 0 0,1 0-1 0 0,0-1 1 0 0,0 0-1 0 0,0 1 1 0 0,-1-2-1 0 0,1 1 1 0 0,-1 0-1 0 0,1-1 1 0 0,-1 1-1 0 0,1-1 1 0 0,-1 0-1 0 0,0 0 1 0 0,0-1-1 0 0,0 1 1 0 0,0-1-1 0 0,0 1 1 0 0,0-1-1 0 0,-1 0 1 0 0,1 0-1 0 0,-1 0 1 0 0,0 0-1 0 0,0 0 1 0 0,0-1-1 0 0,-1 1 1 0 0,1-1 75 0 0,3-7-626 0 0</inkml:trace>
  <inkml:trace contextRef="#ctx0" brushRef="#br0" timeOffset="3935.35">1660 793 4513 0 0,'13'9'4102'0'0,"55"4"-3854"0"0,-28-36-4394 0 0,-35 16 3342 0 0</inkml:trace>
  <inkml:trace contextRef="#ctx0" brushRef="#br0" timeOffset="4199.15">1929 406 2168 0 0,'2'-3'24'0'0,"15"8"6127"0"0,36 77-5233 0 0,-10 118-136 0 0,-38-159-822 0 0,-1 1-1 0 0,-3-1 1 0 0,-1 1 0 0 0,-2-1-1 0 0,-2 1 1 0 0,-2-1-1 0 0,-2 0 1 0 0,-1-1-1 0 0,-2 0 1 0 0,-2 0-1 0 0,-13 26 41 0 0,9-36-1343 0 0,1-18-4075 0 0,14-12 4557 0 0</inkml:trace>
  <inkml:trace contextRef="#ctx0" brushRef="#br0" timeOffset="4509.76">2205 789 4489 0 0,'10'5'4344'0'0,"44"10"-3362"0"0,-46-13-1035 0 0,77 1 1152 0 0,-42-35-5767 0 0,-38 23 3500 0 0</inkml:trace>
  <inkml:trace contextRef="#ctx0" brushRef="#br0" timeOffset="4727.37">2157 929 6625 0 0,'20'22'2873'0'0,"19"10"-2872"0"0,42-12 58 0 0,-68-34-1839 0 0,-7 9 1204 0 0</inkml:trace>
  <inkml:trace contextRef="#ctx0" brushRef="#br0" timeOffset="5411.95">2486 529 3153 0 0,'16'3'4670'0'0,"35"35"-3842"0"0,6 61-745 0 0,8 101-70 0 0,-62-193-63 0 0,-2-3 24 0 0,1-1-1 0 0,-1 0 1 0 0,0 0-1 0 0,1 1 1 0 0,-1-1-1 0 0,1 0 1 0 0,0 0-1 0 0,0 0 1 0 0,0-1-1 0 0,1 1 1 0 0,-1 0-1 0 0,1-1 1 0 0,-1 0-1 0 0,1 1 1 0 0,0-1-1 0 0,0 0 1 0 0,0 0-1 0 0,0-1 1 0 0,3 2 26 0 0,8-17-3216 0 0,22-20 2295 0 0</inkml:trace>
  <inkml:trace contextRef="#ctx0" brushRef="#br0" timeOffset="5679.2">2864 421 6241 0 0,'-82'186'3363'0'0,"69"-148"-3381"0"0,-2-1 0 0 0,-1 0 0 0 0,-1-2 0 0 0,-2 0 0 0 0,-3 0 18 0 0,-54 54 273 0 0,3-6-3977 0 0,71-79 2622 0 0</inkml:trace>
  <inkml:trace contextRef="#ctx0" brushRef="#br0" timeOffset="6006.94">2948 0 3833 0 0,'-9'36'4490'0'0,"12"28"-4225"0"0,-2-57-44 0 0,57 493 1562 0 0,-45-108-1314 0 0,-19-308-408 0 0,-3-1 0 0 0,-3 0 0 0 0,-4 0 0 0 0,-4-2 0 0 0,-4 0 0 0 0,-4 2-61 0 0,7-29-831 0 0,-2-2 1 0 0,-3 0-1 0 0,-2-2 0 0 0,-2-1 1 0 0,-30 38 830 0 0,26-46-1369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30T00:09:35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219 177 96 0 0,'-2'-3'0'0'0,"-39"-13"1152"0"0,33 30-1277 0 0,0-14 2968 0 0,8-1-2846 0 0,-1-1 1 0 0,0 1-1 0 0,0 0 0 0 0,1 0 1 0 0,-1 0-1 0 0,0 0 0 0 0,0 0 0 0 0,0 0 1 0 0,0 0-1 0 0,0 0 0 0 0,0 0 0 0 0,-1 0 1 0 0,1 1-1 0 0,0-1 0 0 0,0 0 0 0 0,0 1 1 0 0,-1-1-1 0 0,1 1 0 0 0,0 0 0 0 0,-1-1 1 0 0,1 1-1 0 0,-1 0 0 0 0,1 0 1 0 0,0 0-1 0 0,-1 0 0 0 0,1 0 0 0 0,0 0 1 0 0,-1 0-1 0 0,1 0 0 0 0,-1 0 0 0 0,1 1 1 0 0,0-1-1 0 0,-1 0 0 0 0,1 1 0 0 0,0 0 1 0 0,0-1-1 0 0,-1 1 0 0 0,1 0 1 0 0,0-1-1 0 0,0 1 0 0 0,0 0 0 0 0,0 0 1 0 0,0 0-1 0 0,0 0 0 0 0,0 0 0 0 0,0 0 1 0 0,0 1 2 0 0,-44 47 44 0 0,42-45-35 0 0,-43 92 1266 0 0,46-94-1238 0 0,-10 73 1972 0 0,10-74-1794 0 0,0-1-26 0 0,0 0-17 0 0,0 0-24 0 0,0 0-12 0 0,0 0-6 0 0,0 0-9 0 0,0 0-26 0 0,0 0-7 0 0,0 0 0 0 0,45-31 264 0 0,14-67-327 0 0,-50 38-19 0 0,-9 60-8 0 0,-1-1 1 0 0,1 0-1 0 0,-1 1 0 0 0,1-1 1 0 0,-1 1-1 0 0,1-1 1 0 0,-1 1-1 0 0,1 0 1 0 0,-1-1-1 0 0,0 1 1 0 0,1-1-1 0 0,-1 1 1 0 0,0 0-1 0 0,1 0 1 0 0,-1-1-1 0 0,0 1 1 0 0,0 0-1 0 0,1 0 1 0 0,-1 0-1 0 0,0 0 1 0 0,0 0-1 0 0,1 0 0 0 0,-1 0 1 0 0,0 0-1 0 0,0 0 1 0 0,1 0-1 0 0,-1 0 1 0 0,0 0-1 0 0,0 1 1 0 0,1-1-1 0 0,-1 0 1 0 0,0 0-1 0 0,1 1 1 0 0,-1-1-1 0 0,0 1 1 0 0,1-1-1 0 0,-1 0 1 0 0,1 1-1 0 0,-1-1 0 0 0,0 1 1 0 0,1 0-1 0 0,-1-1 1 0 0,1 1-1 0 0,0-1 1 0 0,-1 1-1 0 0,1 0 1 0 0,-1-1-1 0 0,1 1 1 0 0,0 0-1 0 0,0-1 1 0 0,-1 1-1 0 0,1 0 1 0 0,0 0-1 0 0,0-1 1 0 0,0 1 1 0 0,-48 104 756 0 0,46-111 60 0 0,46-51-793 0 0,-11-65-149 0 0,-34 121 123 0 0,1 1 0 0 0,0-1-1 0 0,-1 1 1 0 0,1 0 0 0 0,0-1-1 0 0,-1 1 1 0 0,1 0 0 0 0,0-1-1 0 0,-1 1 1 0 0,1 0 0 0 0,0 0-1 0 0,-1-1 1 0 0,1 1 0 0 0,-1 0-1 0 0,1 0 1 0 0,-1 0 0 0 0,1-1-1 0 0,-1 1 1 0 0,1 0 0 0 0,0 0-1 0 0,-1 0 1 0 0,1 0 0 0 0,-1 0-1 0 0,1 0 1 0 0,-1 0 0 0 0,1 0-1 0 0,-1 0 1 0 0,1 0 0 0 0,-1 0-1 0 0,1 0 1 0 0,-1 1 0 0 0,1-1-1 0 0,-1 0 1 0 0,1 0 0 0 0,0 0-1 0 0,-1 1 1 0 0,1-1 0 0 0,-1 0-1 0 0,1 1 1 0 0,0-1 0 0 0,-1 0-1 0 0,1 1 1 0 0,0-1 0 0 0,-1 0-1 0 0,1 1 1 0 0,0-1 0 0 0,0 0-1 0 0,-1 1 1 0 0,1-1 0 0 0,0 1-1 0 0,0-1 1 0 0,0 1 0 0 0,-1-1-1 0 0,1 1 1 0 0,0-1 0 0 0,0 1 3 0 0,-41 93 306 0 0,41-94-300 0 0,-1 0-1 0 0,1 1 1 0 0,0-1-1 0 0,0 0 1 0 0,-1 1-1 0 0,1-1 1 0 0,0 0-1 0 0,-1 0 1 0 0,1 1-1 0 0,0-1 1 0 0,0 0-1 0 0,-1 0 1 0 0,1 1-1 0 0,0-1 1 0 0,-1 0-1 0 0,1 0 1 0 0,-1 0-1 0 0,1 0 0 0 0,0 0 1 0 0,-1 0-1 0 0,1 0 1 0 0,-1 0-1 0 0,1 0 1 0 0,0 0-1 0 0,-1 0 1 0 0,1 0-1 0 0,0 0 1 0 0,-1 0-1 0 0,1 0 1 0 0,-1 0-1 0 0,1 0 1 0 0,0 0-1 0 0,-1 0 1 0 0,1 0-1 0 0,0-1 1 0 0,-1 1-1 0 0,1 0 1 0 0,0 0-1 0 0,-1 0 1 0 0,1-1-1 0 0,0 1 1 0 0,-1 0-1 0 0,1-1 1 0 0,0 1-1 0 0,0 0 1 0 0,-1 0-1 0 0,1-1 1 0 0,0 1-1 0 0,0 0 1 0 0,0-1-1 0 0,-1 1 1 0 0,1-1-1 0 0,0 1 1 0 0,0 0-1 0 0,0-1 1 0 0,0 1-1 0 0,0 0 0 0 0,0-1 1 0 0,0 1-1 0 0,0-1 1 0 0,0 1-1 0 0,0 0 1 0 0,0-1-1 0 0,0 1 1 0 0,0-1-1 0 0,0 1 1 0 0,0 0-1 0 0,0-1 1 0 0,1 1-1 0 0,-1 0-5 0 0,1-58-88 0 0,-2 58 88 0 0,0 0 1 0 0,1 0-1 0 0,-1 0 0 0 0,0 0 0 0 0,1 0 0 0 0,-1 1 0 0 0,0-1 0 0 0,1 0 0 0 0,-1 1 1 0 0,0-1-1 0 0,1 0 0 0 0,-1 1 0 0 0,1-1 0 0 0,-1 1 0 0 0,0-1 0 0 0,1 0 0 0 0,-1 1 1 0 0,1 0-1 0 0,0-1 0 0 0,-1 1 0 0 0,1-1 0 0 0,-1 1 0 0 0,1 0 0 0 0,0-1 0 0 0,-1 1 1 0 0,1-1-1 0 0,0 1 0 0 0,0 0 0 0 0,0 0 0 0 0,-1-1 0 0 0,1 1 0 0 0,0 0 0 0 0,0-1 1 0 0,0 1-1 0 0,0 0 0 0 0,0 0 0 0 0,0-1 0 0 0,0 1 0 0 0,1 0 0 0 0,-1-1 1 0 0,0 1-1 0 0,0 0 0 0 0,0-1 0 0 0,1 1 0 0 0,-1 0 0 0 0,0-1 0 0 0,1 1 0 0 0,-1 0 0 0 0,0 0 1 0 0,10 59-1 0 0,28-52 81 0 0,-36-9-90 0 0,0 1 0 0 0,0-1 0 0 0,0 0 0 0 0,0 0 0 0 0,0 0 0 0 0,0 0 0 0 0,0-1 0 0 0,-1 1 0 0 0,1 0 0 0 0,0-1-1 0 0,-1 1 1 0 0,1-1 0 0 0,-1 1 0 0 0,0-1 0 0 0,0 0 0 0 0,1 0 0 0 0,-1 0 0 0 0,0 1 0 0 0,0-1 0 0 0,-1 0 0 0 0,1 0 0 0 0,0 0 0 0 0,-1 0-1 0 0,1-1 1 0 0,-1 1 0 0 0,0 0 0 0 0,1 0 0 0 0,-1 0 0 0 0,0 0 0 0 0,0 0 0 0 0,-1-2 9 0 0,3 3-2 0 0,1-1-1 0 0,-1 1 1 0 0,0 0-1 0 0,1 1 1 0 0,-1-1 0 0 0,0 0-1 0 0,1 1 1 0 0,-1-1-1 0 0,1 1 1 0 0,-1 0 0 0 0,1 0-1 0 0,-1 0 1 0 0,1 0-1 0 0,-1 0 1 0 0,1 0 0 0 0,-1 1-1 0 0,1-1 1 0 0,-1 1-1 0 0,0 0 1 0 0,1 0 0 0 0,-1 0-1 0 0,0 0 1 0 0,0 0-1 0 0,1 0 1 0 0,-1 1 0 0 0,0-1-1 0 0,0 1 1 0 0,0-1-1 0 0,-1 1 1 0 0,1 0 0 0 0,0 0-1 0 0,-1-1 1 0 0,1 2 2 0 0,0-2-2 0 0,3 0 6 0 0,-1 1-1 0 0,0-1 1 0 0,1-1 0 0 0,-1 1 0 0 0,1-1 0 0 0,-1 0 0 0 0,1 0 0 0 0,-1 0 0 0 0,1 0 0 0 0,-1-1 0 0 0,1 0 0 0 0,-1 0 0 0 0,1 0 0 0 0,-1 0 0 0 0,0-1 0 0 0,0 0 0 0 0,0 1 0 0 0,3-3-4 0 0,30-7 19 0 0,132-58-36 0 0,37 22 33 0 0,-194 46-15 0 0,0 1 1 0 0,0 0-1 0 0,0 1 0 0 0,0 1 1 0 0,-1 0-1 0 0,1 0 0 0 0,-1 1 1 0 0,1 1-1 0 0,-1 0 0 0 0,0 0 1 0 0,0 1-1 0 0,-1 1 0 0 0,6 3-1 0 0,41 62 26 0 0,-49-63-21 0 0,0-2 0 0 0,0 1 0 0 0,0-1 0 0 0,1-1 0 0 0,0 1 0 0 0,0-1 0 0 0,0-1 0 0 0,1 0 0 0 0,-1 0 0 0 0,1-1 0 0 0,0 0 0 0 0,0-1 0 0 0,0 0 0 0 0,4 0-5 0 0,96 14 23 0 0,36-25-4 0 0,-50-34 115 0 0,-11-7 108 0 0,-90 4-205 0 0,5 68 437 0 0,0-30 223 0 0,2 61-520 0 0,-2-53-165 0 0,0 0-2 0 0,0 0-1 0 0,0 0 4 0 0,30 6 6 0 0,-11-39 172 0 0,-19 33-186 0 0,-1 1-6 0 0,-1 0 1 0 0,0 0-1 0 0,0 0 0 0 0,1 0 1 0 0,-1 0-1 0 0,1 0 0 0 0,-1 1 1 0 0,1-1-1 0 0,-1 1 0 0 0,1-1 1 0 0,0 1-1 0 0,0-1 0 0 0,0 1 1 0 0,0 0-1 0 0,0-1 0 0 0,0 1 1 0 0,0 0-1 0 0,0 0 0 0 0,1 0 1 0 0,-1 0-1 0 0,1 0 0 0 0,-1 0 1 0 0,1 0-1 0 0,0-1 0 0 0,0 1 1 0 0,0 0-1 0 0,0 0 0 0 0,0 1 1 0 0,0-2 23 0 0,0-1 8 0 0,0 0 1 0 0,0 0 4 0 0,0 0 16 0 0,0 0 4 0 0,0 0 0 0 0,0 0-2 0 0,0 0-4 0 0,0 0-5 0 0,0 0-9 0 0,0 0 0 0 0,0 0-10 0 0,0 0-10 0 0,0 0-4 0 0,0 0 6 0 0,0 0-6 0 0,0 0 2 0 0,3-25-78 0 0,13 78 225 0 0,-16-56-154 0 0,1 3-8 0 0,-1 1 0 0 0,0-1 0 0 0,1 0 0 0 0,-1 1-1 0 0,1-1 1 0 0,-1 0 0 0 0,1 0 0 0 0,-1 1 0 0 0,0-1 0 0 0,1 0 0 0 0,-1 0 0 0 0,1 0-1 0 0,-1 0 1 0 0,1 1 0 0 0,-1-1 0 0 0,1 0 0 0 0,-1 0 0 0 0,1 0 0 0 0,-1 0-1 0 0,1 0 1 0 0,-1 0 0 0 0,1 0 0 0 0,-1 0 0 0 0,1-1 0 0 0,-1 1 0 0 0,1 0 0 0 0,-1 0-1 0 0,1 0 1 0 0,-1 0 0 0 0,1-1 0 0 0,-1 1 0 0 0,0 0 0 0 0,1 0 0 0 0,-1-1 0 0 0,1 1-1 0 0,-1 0 1 0 0,0-1 0 0 0,1 1 0 0 0,-1-1 0 0 0,0 1 0 0 0,1 0 0 0 0,-1-1-1 0 0,0 1 1 0 0,0-1 0 0 0,1 1 0 0 0,-1-1 0 0 0,0 1 0 0 0,0-1 0 0 0,0 1 0 0 0,0-1-1 0 0,1 1 1 0 0,-1-1 0 0 0,0 1 0 0 0,0-1 0 0 0,0 1 0 0 0,0-1 0 0 0,0 1 0 0 0,0-1-1 0 0,-1 1 1 0 0,1-1 0 0 0,0 1 0 0 0,0 0 0 0 0,0-1 0 0 0,0 1 0 0 0,-1-1 0 0 0,1 1 0 0 0,2 0 5 0 0,76-15 10 0 0,-19-3-4 0 0,94-25 50 0 0,-65 55-33 0 0,96 0 151 0 0,-61-8-147 0 0,8-2 22 0 0,-50-42-47 0 0,-66 30 3 0 0,-10 6-11 0 0,0 0-1 0 0,-1 0 0 0 0,2 0 1 0 0,-1 1-1 0 0,0 0 0 0 0,1 0 1 0 0,-1 0-1 0 0,1 0 0 0 0,0 1 1 0 0,0 0-1 0 0,0 1 0 0 0,0-1 0 0 0,0 1 1 0 0,0 0-1 0 0,0 0 0 0 0,1 1 1 0 0,-1 0-1 0 0,0 0 0 0 0,0 1 1 0 0,1-1-1 0 0,-1 1 0 0 0,0 1 1 0 0,0-1 2 0 0,74 35 25 0 0,-75-35-23 0 0,1 0 0 0 0,-1 1 0 0 0,0 0 0 0 0,0 0 0 0 0,0 0 0 0 0,0 1 0 0 0,0-1 0 0 0,-1 1 0 0 0,1 0 0 0 0,-1 1 0 0 0,0-1 0 0 0,0 1 0 0 0,0 0 0 0 0,0 0 0 0 0,-1 0 0 0 0,3 4-2 0 0,-1-4 2 0 0,-1 1 1 0 0,1-1-1 0 0,1 1 0 0 0,-1-1 0 0 0,1-1 1 0 0,-1 1-1 0 0,1-1 0 0 0,0 0 1 0 0,0 0-1 0 0,1-1 0 0 0,-1 0 0 0 0,0 0 1 0 0,1-1-1 0 0,4 1-2 0 0,69 10 9 0 0,-45-17 118 0 0,-32 54-140 0 0,-3-49 25 0 0,0 0-3 0 0,0 0 2 0 0,0 0 9 0 0,0 0-4 0 0,0 0-6 0 0,-11-20-83 0 0,-23 43-62 0 0,25-69 105 0 0,-23 64 18 0 0,-47 65 62 0 0,68-76-43 0 0,1 0-1 0 0,-1 0 1 0 0,0-1-1 0 0,0 0 1 0 0,-1-1-1 0 0,0 0 1 0 0,0-1 0 0 0,0-1-1 0 0,0 0 1 0 0,-1 0-1 0 0,1-1 1 0 0,-1-1-1 0 0,0 0 1 0 0,1-1-1 0 0,-3 0-6 0 0,9 0-2 0 0,-1 2 6 0 0,1-1-1 0 0,-1-1 0 0 0,1 1 0 0 0,-1-1 0 0 0,1 0 1 0 0,-1-1-1 0 0,1 0 0 0 0,-1 0 0 0 0,1 0 0 0 0,-1 0 1 0 0,1-1-1 0 0,0-1 0 0 0,0 1 0 0 0,0-1 0 0 0,0 0 1 0 0,0 0-1 0 0,0 0 0 0 0,1-1 0 0 0,0 0 1 0 0,0 0-1 0 0,0 0 0 0 0,0-1 0 0 0,0 0 0 0 0,1 0 1 0 0,0 0-1 0 0,0 0 0 0 0,0-1-3 0 0,-4-9-11 0 0,7 10 12 0 0,-1 1 1 0 0,0-1-1 0 0,0 1 0 0 0,0-1 0 0 0,-1 1 1 0 0,1 0-1 0 0,-1 0 0 0 0,0 0 0 0 0,0 0 1 0 0,0 0-1 0 0,-1 1 0 0 0,1 0 0 0 0,-1-1 1 0 0,0 1-1 0 0,0 1 0 0 0,0-1 0 0 0,-1 0 1 0 0,1 1-1 0 0,0 0 0 0 0,-1 0 0 0 0,0 0 1 0 0,1 1-1 0 0,-1 0 0 0 0,0-1 0 0 0,0 2 0 0 0,1-1 1 0 0,-1 0-1 0 0,-1 1-1 0 0,-5 0 4 0 0,0 0-1 0 0,0 0 1 0 0,-1-2 0 0 0,1 1-1 0 0,0-1 1 0 0,1-1-1 0 0,-1 0 1 0 0,0-1 0 0 0,1 0-1 0 0,-1 0 1 0 0,0-2-4 0 0,-3 1-1 0 0,-1 1 1 0 0,1 0-1 0 0,-1 1 0 0 0,1 0 0 0 0,-1 1 1 0 0,0 1-1 0 0,0 0 0 0 0,0 1 1 0 0,0 1-1 0 0,-12 2 1 0 0,-31-1 31 0 0,12-16-24 0 0,-47-28-30 0 0,-13 57 2 0 0,72-11 42 0 0,33-3-22 0 0,0-1 1 0 0,0 0-1 0 0,0 0 1 0 0,0 0-1 0 0,0 0 1 0 0,0 0-1 0 0,0 0 1 0 0,0 0-1 0 0,0 0 1 0 0,0-1-1 0 0,0 1 1 0 0,0 0-1 0 0,0-1 1 0 0,0 1-1 0 0,0-1 1 0 0,0 1-1 0 0,0-1 1 0 0,0 1-1 0 0,0-1 1 0 0,0 1-1 0 0,1-1 1 0 0,-1 0-1 0 0,0 0 0 0 0,0 1 1 0 0,1-1-1 0 0,-1 0 1 0 0,1 0-1 0 0,-1 0 1 0 0,0 0-1 0 0,1 0 1 0 0,0 1-1 0 0,-1-1 1 0 0,1 0-1 0 0,-1 0 1 0 0,1 0-1 0 0,0-1 1 0 0,0 1-1 0 0,0 0 1 0 0,0 0-1 0 0,0 0 1 0 0,0 0-1 0 0,0 0 1 0 0,0 0-1 0 0,0 0 1 0 0,0 0-1 0 0,1-1 1 0 0,-21 9-40 0 0,-14 37 55 0 0,33-44-19 0 0,1 0 6 0 0,0 0-7 0 0,0 0-3 0 0,3 4 6 0 0,-1 0-1 0 0,0-1 1 0 0,1 1-1 0 0,0 0 1 0 0,-1-1-1 0 0,1 0 1 0 0,1 0-1 0 0,-1 0 1 0 0,0 0-1 0 0,1 0 1 0 0,0-1-1 0 0,-1 0 1 0 0,1 1-1 0 0,0-1 1 0 0,0-1-1 0 0,0 1 1 0 0,1-1-1 0 0,-1 1 1 0 0,0-1-1 0 0,0 0 1 0 0,1-1-1 0 0,-1 1 1 0 0,1-1-1 0 0,-1 0 1 0 0,0 0-1 0 0,1 0 1 0 0,-1 0-1 0 0,1-1 1 0 0,2-1 2 0 0,125-21-1 0 0,-111 17-4 0 0,0 1 0 0 0,1 1 0 0 0,-1 1 0 0 0,1 1 0 0 0,-1 1 0 0 0,1 1 0 0 0,0 1 0 0 0,-1 1 0 0 0,1 0 0 0 0,4 3 5 0 0,-9-3-6 0 0,142 17 40 0 0,82-49 30 0 0,-84 35-74 0 0,-154-3 12 0 0,-2-2 5 0 0,26 8 48 0 0,109-2-61 0 0,-19-26-11 0 0,-99 20 22 0 0,0 0 0 0 0,0-1 0 0 0,0-1 0 0 0,0-1 0 0 0,0-1 1 0 0,-1 0-1 0 0,1-1 0 0 0,-1-1 0 0 0,0 0 0 0 0,-1-1 0 0 0,15-9-5 0 0,3 7-16 0 0,-10 15 20 0 0,-20-4-2 0 0,0-1 0 0 0,0 0-1 0 0,0 0 1 0 0,0 0-1 0 0,1 0 1 0 0,-1-1 0 0 0,0 1-1 0 0,0-1 1 0 0,1 0 0 0 0,-1-1-1 0 0,0 1 1 0 0,1-1-1 0 0,-1 0 1 0 0,0 0 0 0 0,0 0-1 0 0,0 0 1 0 0,2-2-2 0 0,7-1-4 0 0,0 1 1 0 0,0 0-1 0 0,1 1 0 0 0,-1 0 0 0 0,0 1 1 0 0,1 0-1 0 0,-1 1 0 0 0,1 1 0 0 0,9 1 4 0 0,25 0-6 0 0,91 35 54 0 0,-53 7-73 0 0,-39-23 47 0 0,-37-16-20 0 0,0-1 0 0 0,-1-1 0 0 0,1 0 0 0 0,0 0 0 0 0,1-1 0 0 0,-1 0 0 0 0,0-1 0 0 0,1 0 0 0 0,-1-1 0 0 0,0 0 0 0 0,1 0 0 0 0,-1-1 0 0 0,1-1 0 0 0,-1 0-1 0 0,0 0 1 0 0,0-1 0 0 0,0 0 0 0 0,0-1 0 0 0,-1 0 0 0 0,1 0 0 0 0,-1-1 0 0 0,4-3-2 0 0,121-40 31 0 0,-16 23-29 0 0,-101 48 130 0 0,-13-20-115 0 0,-2-1-9 0 0,-1 0 0 0 0,1 0 0 0 0,-1-1 0 0 0,1 1 0 0 0,-1 0 0 0 0,1-1 0 0 0,0 0 0 0 0,0 1 1 0 0,0-1-1 0 0,0 0 0 0 0,0 0 0 0 0,0 0 0 0 0,0 0 0 0 0,0 0 0 0 0,0 0 0 0 0,1-1 0 0 0,-1 1 0 0 0,0-1 0 0 0,0 1 0 0 0,1-1 1 0 0,-1 0-1 0 0,0 0 0 0 0,1 0 0 0 0,-1 0 0 0 0,0-1 0 0 0,1 1 0 0 0,-1-1 0 0 0,0 1 0 0 0,0-1 0 0 0,0 0 0 0 0,1 1 0 0 0,-1-1 1 0 0,0 0-1 0 0,0-1 0 0 0,0 1 0 0 0,0 0 0 0 0,-1-1 0 0 0,1 1 0 0 0,0-1 0 0 0,0 1 0 0 0,-1-1 0 0 0,1 0 0 0 0,-1 1 0 0 0,0-1-8 0 0,1 0-5 0 0,-1 0 0 0 0,1 0-1 0 0,-1 0 1 0 0,0 0 0 0 0,0 0-1 0 0,0-1 1 0 0,0 1-1 0 0,0 0 1 0 0,-1 0 0 0 0,1-1-1 0 0,-1 1 1 0 0,1 0-1 0 0,-1-1 1 0 0,0 1 0 0 0,0 0-1 0 0,0-1 1 0 0,0 1 0 0 0,0 0-1 0 0,-1-1 1 0 0,1 1-1 0 0,-1 0 1 0 0,1-1 0 0 0,-1 1-1 0 0,0 0 1 0 0,0 0-1 0 0,0 0 1 0 0,-1-2 5 0 0,1 4 8 0 0,0 1-1 0 0,0-1 1 0 0,0 0 0 0 0,0 1-1 0 0,0-1 1 0 0,0 0 0 0 0,0 1-1 0 0,0 0 1 0 0,0-1-1 0 0,0 1 1 0 0,0-1 0 0 0,1 1-1 0 0,-1 0 1 0 0,0 0 0 0 0,0-1-1 0 0,1 1 1 0 0,-1 0 0 0 0,0 0-1 0 0,1 0 1 0 0,-1 0-1 0 0,1 0 1 0 0,-1 0 0 0 0,1 0-1 0 0,-1 0 1 0 0,1 0 0 0 0,0 0-1 0 0,0 0 1 0 0,-1 0 0 0 0,1 0-1 0 0,0 0 1 0 0,0 1-1 0 0,0-1 1 0 0,0 0 0 0 0,0 0-1 0 0,0 0 1 0 0,1 0 0 0 0,-1 0-1 0 0,0 0 1 0 0,0 0 0 0 0,1 1-8 0 0,-5 28-6 0 0,0 40 137 0 0,4-70-120 0 0,0 0 2 0 0,0 0-4 0 0,0 0 2 0 0,0 0 9 0 0,0 0-4 0 0,3-26-21 0 0,45 38 123 0 0,13-28-86 0 0,73-25-41 0 0,-82 31 21 0 0,86-19-12 0 0,-107 26 5 0 0,42 43-31 0 0,-30-9 28 0 0,-11-15 21 0 0,67 13 202 0 0,15-39-129 0 0,34 11-56 0 0,-74 22-7 0 0,-64-18-26 0 0,0-1 0 0 0,1-1 0 0 0,-1 1 0 0 0,1-2 0 0 0,-1 1 1 0 0,1-1-1 0 0,0-1 0 0 0,0 0 0 0 0,0-1 0 0 0,0 0 0 0 0,5-1-7 0 0,-14 1 4 0 0,0 0 1 0 0,0 0-1 0 0,1 0 0 0 0,-1-1 1 0 0,0 1-1 0 0,0-1 0 0 0,0 0 1 0 0,1 0-1 0 0,-1 1 0 0 0,0-1 1 0 0,0-1-1 0 0,0 1 0 0 0,-1 0 1 0 0,1 0-1 0 0,0-1 0 0 0,0 1 1 0 0,-1-1-1 0 0,1 1 0 0 0,-1-1 1 0 0,1 0-1 0 0,-1 0 0 0 0,0 0 1 0 0,1 0-1 0 0,-1 0 0 0 0,0 0 0 0 0,0 0 1 0 0,0 0-1 0 0,-1 0 0 0 0,1 0 1 0 0,-1 0-1 0 0,1-1 0 0 0,-1 1 1 0 0,0 0-1 0 0,1 0 0 0 0,-1-1 1 0 0,0 1-1 0 0,-1 0 0 0 0,1 0 1 0 0,0-1-1 0 0,-1 1 0 0 0,1-1-4 0 0,-1 2 0 0 0,1 1-1 0 0,0-1 0 0 0,0 1 0 0 0,0-1 0 0 0,0 1 0 0 0,-1-1 1 0 0,1 1-1 0 0,0-1 0 0 0,0 1 0 0 0,-1-1 0 0 0,1 1 1 0 0,0 0-1 0 0,-1-1 0 0 0,1 1 0 0 0,-1-1 0 0 0,1 1 0 0 0,0 0 1 0 0,-1-1-1 0 0,1 1 0 0 0,-1 0 0 0 0,1 0 0 0 0,-1-1 1 0 0,1 1-1 0 0,-1 0 0 0 0,1 0 0 0 0,-1 0 0 0 0,1 0 0 0 0,-1 0 1 0 0,1 0-1 0 0,-1 0 0 0 0,1-1 0 0 0,-1 1 0 0 0,1 1 1 0 0,-1-1-1 0 0,0 0 0 0 0,1 0 0 0 0,-1 0 0 0 0,1 0 0 0 0,-1 0 1 0 0,1 0-1 0 0,-1 1 0 0 0,1-1 0 0 0,-1 0 0 0 0,1 0 1 0 0,0 1-1 0 0,-1-1 0 0 0,1 0 0 0 0,-1 1 0 0 0,1-1 0 0 0,0 0 1 0 0,-1 1-1 0 0,1-1 0 0 0,0 1 0 0 0,-1-1 0 0 0,1 0 1 0 0,0 1-1 0 0,-1-1 0 0 0,1 1 0 0 0,0-1 0 0 0,0 1 0 0 0,0-1 1 0 0,0 1-1 0 0,-1-1 0 0 0,1 1 1 0 0,-17 40-70 0 0,14-34 64 0 0,-5 24 84 0 0,41-23-44 0 0,-30-10-38 0 0,0 0-1 0 0,0-1 0 0 0,0 0 0 0 0,-1 1 0 0 0,0-1 0 0 0,1 0 0 0 0,-1 0 0 0 0,0-1 1 0 0,0 1-1 0 0,-1 0 0 0 0,1-1 0 0 0,-1 1 0 0 0,1-1 0 0 0,-1 1 0 0 0,0-1 0 0 0,-1 1 1 0 0,1-1-1 0 0,-1 0 0 0 0,1 0 0 0 0,-1 1 0 0 0,0-1 0 0 0,0 0 0 0 0,-1 0 5 0 0,1 4-8 0 0,2 38-9 0 0,-2-6 37 0 0,0-32-8 0 0,0 0-1 0 0,0 0 2 0 0,0 0-4 0 0,0 0-1 0 0,0 0 0 0 0,0 0-2 0 0,0 0-12 0 0,0 0-3 0 0,0 0-2 0 0,0 0 13 0 0,0 0-8 0 0,0 0 1 0 0,12-10-31 0 0,73-9 0 0 0,31-14 72 0 0,-113 31-35 0 0,0 0-1 0 0,-1 1 1 0 0,1-1-1 0 0,0 1 1 0 0,0 0-1 0 0,0 0 1 0 0,0 0-1 0 0,0 0 1 0 0,1 0 0 0 0,-1 1-1 0 0,0 0 1 0 0,0-1-1 0 0,0 1 1 0 0,1 0-1 0 0,-1 0 1 0 0,0 1 0 0 0,0-1-1 0 0,0 1 1 0 0,1 0-1 0 0,-1 0 1 0 0,0 0-1 0 0,0 0 1 0 0,0 0-1 0 0,0 0 1 0 0,-1 1 0 0 0,1 0-1 0 0,2 1 0 0 0,20 8 2 0 0,-20-9 0 0 0,0-1-1 0 0,0 0 0 0 0,1-1 0 0 0,-1 0 0 0 0,0 1 0 0 0,1-2 0 0 0,-1 1 1 0 0,0 0-1 0 0,1-1 0 0 0,-1 0 0 0 0,0-1 0 0 0,0 1 0 0 0,0-1 0 0 0,0 0 1 0 0,0 0-1 0 0,0 0 0 0 0,-1-1 0 0 0,5-2-1 0 0,36-14 3 0 0,77 3 12 0 0,-14-30 24 0 0,-10 57 18 0 0,45 0 56 0 0,-70 2-138 0 0,20 3 109 0 0,-92-16-73 0 0,-10 33 263 0 0,33-41-183 0 0,-18-35-134 0 0,-6 42 29 0 0,-8 31 67 0 0,6-22 17 0 0,2-28-18 0 0,1 7-166 0 0,-1 12 112 0 0,0 1 12 0 0,0 0 0 0 0,0 0-2 0 0,0 0 2 0 0,24-4 26 0 0,0-1-2 0 0,-5-12-61 0 0,-19 16 15 0 0,100 9 51 0 0,16-10-41 0 0,-70 13 1 0 0,-31-7-1 0 0,0 0 1 0 0,0-1-1 0 0,0-1 0 0 0,0 0 1 0 0,1-1-1 0 0,-1-1 0 0 0,0 0 1 0 0,12-2 1 0 0,58-4 7 0 0,-72 7-6 0 0,0-1 1 0 0,0-1 0 0 0,1 0-1 0 0,-1 0 1 0 0,0-2 0 0 0,-1 1-1 0 0,1-2 1 0 0,0 0 0 0 0,-1 0 0 0 0,9-5-2 0 0,112-72-10 0 0,-127 80 10 0 0,0-1-1 0 0,0 2 1 0 0,0-1-1 0 0,0 1 1 0 0,0 0-1 0 0,0 0 1 0 0,-1 0-1 0 0,1 1 1 0 0,0 0-1 0 0,0 0 1 0 0,0 1-1 0 0,0-1 1 0 0,-1 1-1 0 0,1 1 1 0 0,-1-1-1 0 0,0 1 1 0 0,1 0-1 0 0,-1 0 1 0 0,-1 0-1 0 0,1 1 1 0 0,0 0-1 0 0,2 2 1 0 0,43 24 43 0 0,95-22-56 0 0,-75 8 26 0 0,24 3-33 0 0,-81-49-208 0 0,-13 30 215 0 0,2 0 3 0 0,-2 0 2 0 0,0 0 0 0 0,0 0 3 0 0,-16 11 41 0 0,-11-16-44 0 0,27 5 1 0 0,0 0-2 0 0,0 0-4 0 0,0 0 2 0 0,0 0 0 0 0,0 0 17 0 0,0 0 7 0 0,30 13 88 0 0,-28-12-102 0 0,-1-1 0 0 0,0 1 0 0 0,0-1-1 0 0,1 0 1 0 0,-1 1 0 0 0,0-1 0 0 0,1 0-1 0 0,-1 0 1 0 0,1 0 0 0 0,-1 0 0 0 0,0 0-1 0 0,1 0 1 0 0,-1 0 0 0 0,0 0 0 0 0,1-1-1 0 0,-1 1 1 0 0,0-1 0 0 0,1 1-1 0 0,-1-1 1 0 0,0 1 0 0 0,1-1 0 0 0,-1 1-1 0 0,0-1 1 0 0,0 0 0 0 0,0 0 0 0 0,0 0-1 0 0,0 0 1 0 0,0 0 0 0 0,0 0 0 0 0,0 0-1 0 0,0 0 1 0 0,0 0 0 0 0,-1 0-1 0 0,1 0 1 0 0,0-1 0 0 0,-1 1 0 0 0,1 0-1 0 0,-1 0 1 0 0,1-1 0 0 0,-1 1 0 0 0,0 0-1 0 0,0-1 1 0 0,1 1 0 0 0,-1-1 0 0 0,0 1-1 0 0,0 0 1 0 0,0-1 0 0 0,0 1-1 0 0,-1 0 1 0 0,1-1 0 0 0,0 1 0 0 0,0 0-1 0 0,-1-1 1 0 0,1 1 0 0 0,-1 0 0 0 0,1-1-1 0 0,-2 1 2 0 0,2-7-130 0 0,0 7 114 0 0,0 1 9 0 0,15 24 84 0 0,40-17-91 0 0,-54-7 28 0 0,-1 0 1 0 0,0 0-6 0 0,0 0 1 0 0,0 0 4 0 0,0 0 2 0 0,0 0-1 0 0,0 0-6 0 0,0 0-3 0 0,0 0-13 0 0,0 0-6 0 0,0 0 3 0 0,0 0 2 0 0,0 0 3 0 0,0 0 6 0 0,0 1 0 0 0,0 0 0 0 0,1-1 0 0 0,-1 1 0 0 0,0 0 0 0 0,0-1 0 0 0,0 1 0 0 0,0 0 0 0 0,0 0 0 0 0,0-1 0 0 0,0 1 0 0 0,0 0 0 0 0,0 0 0 0 0,0-1 0 0 0,0 1 0 0 0,0 0 0 0 0,0-1 0 0 0,-1 1 0 0 0,1 0-1 0 0,0-1 1 0 0,0 1 0 0 0,-1 0 0 0 0,1-1 0 0 0,-1 1 0 0 0,1 0 0 0 0,0-1 0 0 0,-1 1 0 0 0,1-1 0 0 0,-1 1 0 0 0,1-1 0 0 0,-1 1 0 0 0,0-1 0 0 0,1 0 0 0 0,-1 1 0 0 0,1-1 0 0 0,-1 0 0 0 0,0 1 0 0 0,1-1 0 0 0,-1 0 0 0 0,0 1 0 0 0,1-1 0 0 0,-1 0 0 0 0,0 0 0 0 0,0 0 0 0 0,1 0 0 0 0,-1 0 0 0 0,0 0 0 0 0,0 0 0 0 0,1 0 0 0 0,-1 0-1 0 0,0 0 1 0 0,1 0 0 0 0,-1-1 0 0 0,0 1 0 0 0,1 0 0 0 0,-1 0 0 0 0,0-1 0 0 0,1 1 0 0 0,-1 0 0 0 0,0-1 0 0 0,1 1 0 0 0,-1-1-1 0 0,-10-1-14 0 0,0 0-1 0 0,0 1 1 0 0,0 1-1 0 0,0 0 0 0 0,0 0 1 0 0,0 1-1 0 0,0 0 1 0 0,0 1-1 0 0,1 0 1 0 0,-1 1-1 0 0,-9 3 15 0 0,8-3-1 0 0,0 0 0 0 0,1 0 0 0 0,-1 1 0 0 0,1 1-1 0 0,0 0 1 0 0,0 0 0 0 0,1 1 0 0 0,-1 1 0 0 0,1-1 0 0 0,1 2 0 0 0,-1-1 0 0 0,1 1-1 0 0,-2 3 2 0 0,7-8-1 0 0,0 1 1 0 0,-1-2-1 0 0,0 1 0 0 0,0 0 0 0 0,0-1 0 0 0,0 0 0 0 0,0 0 0 0 0,0-1 0 0 0,-1 1 0 0 0,1-1 0 0 0,0 0 0 0 0,-1-1 0 0 0,1 1 0 0 0,-1-1 0 0 0,1 0 0 0 0,-1 0 0 0 0,1-1 0 0 0,-1 0 0 0 0,1 0 0 0 0,0 0 0 0 0,-1 0 1 0 0,1-1-1 0 0,-2-1 1 0 0,-51-4-17 0 0,-170-1 23 0 0,208 7-19 0 0,1 1-1 0 0,-1 1 0 0 0,1 1 1 0 0,-1 0-1 0 0,1 1 0 0 0,0 2 1 0 0,0 0-1 0 0,-17 7 14 0 0,-44 1 21 0 0,-120-92-229 0 0,131 62 195 0 0,39 1-476 0 0,29 16 486 0 0,-13-15 48 0 0,14 14-49 0 0,-36 1-13 0 0,33 0 11 0 0,1 0 0 0 0,0 0 0 0 0,0 0 0 0 0,0 0 0 0 0,0 0 1 0 0,0 1-1 0 0,0-1 0 0 0,0 1 0 0 0,-1-1 0 0 0,1 1 0 0 0,0 0 0 0 0,1 0 0 0 0,-1 0 0 0 0,0 0 0 0 0,0 0 1 0 0,0 0-1 0 0,1 1 0 0 0,-1-1 0 0 0,0 0 0 0 0,1 1 0 0 0,-1 0 0 0 0,1-1 0 0 0,0 1 0 0 0,0 0 1 0 0,-1 0-1 0 0,1-1 0 0 0,0 1 0 0 0,0 0 0 0 0,1 0 0 0 0,-1 0 0 0 0,0 0 0 0 0,1 0 0 0 0,-1 0 0 0 0,1 1 1 0 0,0-1-1 0 0,0 0 0 0 0,-1 0 0 0 0,1 1 6 0 0,0-34-236 0 0,-36 35 104 0 0,26 18 180 0 0,10-22-42 0 0,0 0-6 0 0,0 0 12 0 0,0 0-20 0 0,0 0 2 0 0,-9-27 381 0 0,9 2-282 0 0,0 24-101 0 0,0 1-3 0 0,0 0 15 0 0,0 0 4 0 0,0 0 0 0 0,0 0-5 0 0,0 0-19 0 0,0 0 5 0 0,0 0 6 0 0,0 0 12 0 0,0 0 3 0 0,0 0-15 0 0,0 0-10 0 0,0 0 1 0 0,0 0 7 0 0,0 0 12 0 0,0 0 5 0 0,0 0 3 0 0,0 0-6 0 0,0 0-13 0 0,0 0 1 0 0,0 0 10 0 0,0 0 3 0 0,0 0 2 0 0,0 0 4 0 0,0 0 2 0 0,0 0-4 0 0,0 0-16 0 0,-21-6 92 0 0,-138 33-73 0 0,-70-8-22 0 0,102-29 41 0 0,120 6-37 0 0,1 0 0 0 0,0-1 0 0 0,0 0 0 0 0,0 0 0 0 0,1 0 0 0 0,-1-1 0 0 0,1 0 1 0 0,0 0-1 0 0,1 0 0 0 0,0 0 0 0 0,0-1 0 0 0,-3-6 3 0 0,-42-50-11 0 0,45 58 8 0 0,0 1 0 0 0,0-1-1 0 0,-1 1 1 0 0,1 0-1 0 0,-1 1 1 0 0,0-1 0 0 0,0 1-1 0 0,0 0 1 0 0,0 0 0 0 0,-1 0-1 0 0,1 1 1 0 0,-1 0-1 0 0,0 0 1 0 0,1 0 0 0 0,-1 1-1 0 0,0-1 1 0 0,0 2 0 0 0,0-1-1 0 0,0 1 1 0 0,0-1-1 0 0,0 2 1 0 0,0-1 0 0 0,0 1-1 0 0,0 0 1 0 0,0 0 0 0 0,0 0-1 0 0,1 1 1 0 0,-1 0-1 0 0,0 0 1 0 0,1 1 0 0 0,-1-1-1 0 0,-4 4 4 0 0,-91 8 30 0 0,55 24-45 0 0,-3-11 16 0 0,-12 18 17 0 0,-64-12-57 0 0,121-29 50 0 0,0 0 0 0 0,0 0 0 0 0,0 0 0 0 0,0 1 0 0 0,1 0 0 0 0,0-1 0 0 0,0 1 0 0 0,0 1 0 0 0,1-1 0 0 0,-1 0 0 0 0,1 1 0 0 0,0-1 0 0 0,1 1 0 0 0,0-1 0 0 0,-1 1 0 0 0,2 0 0 0 0,-1 1-11 0 0,28 7 122 0 0,-8 17-700 0 0,-19-30 105 0 0,19 5-5531 0 0,-11-4 4505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5T16:58:29.48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  <inkml:context xml:id="ctx1">
      <inkml:inkSource xml:id="inkSrc2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5-04-25T16:58:29.482"/>
    </inkml:context>
    <inkml:brush xml:id="br1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182 64 0 0,'0'-63'0'0,"0"3349"0"0,0-3280 0 0</inkml:trace>
  <inkml:trace contextRef="#ctx0" brushRef="#br0" timeOffset="1">182 39 0 0,'0'439'0'0,"0"-806"0"0,0 697 0 0,0-568 0 0,0 575 0 0,0-804 0 0,0 829 0 0,0-734 0 0,0 730 0 0,0-355 0 0</inkml:trace>
  <inkml:trace contextRef="#ctx1" brushRef="#br1">210 35 1696 0 0,'-6'-1'687'0'0,"-17"2"4042"0"0,15 22-4615 0 0,-12 139 74 0 0,-48 97 893 0 0,15-114-301 0 0,84-290-181 0 0,23-143-582 0 0,-52 153 81 0 0,-2 133-110 0 0,0 3 17 0 0,1-1 0 0 0,-1 0 0 0 0,1 0 0 0 0,-1 1 0 0 0,1-1 0 0 0,-1 1 0 0 0,1-1 0 0 0,-1 1 0 0 0,0-1 0 0 0,0 0 0 0 0,1 1 0 0 0,-1-1 0 0 0,1 0 0 0 0,0 0-1 0 0,-1 0 1 0 0,1 0 0 0 0,-1 0 0 0 0,0 0 0 0 0,1 0 0 0 0,-1 0 0 0 0,1 0 0 0 0,0 0 0 0 0,-1 0 0 0 0,1 0 0 0 0,-1 0 0 0 0,0 0 0 0 0,1 0 0 0 0,0 0 0 0 0,-1 0 0 0 0,1 0 0 0 0,-1 0 0 0 0,1 0 0 0 0,-1 0 0 0 0,0-1 0 0 0,1 1 0 0 0,-1 0 0 0 0,1-1 0 0 0,-1 1 0 0 0,1-1 0 0 0,-1 1 0 0 0,1 0 0 0 0,-1-1 0 0 0,0 1 0 0 0,0 0 0 0 0,0-1 0 0 0,1 1 0 0 0,-1-1 0 0 0,0 1 0 0 0,1-1 0 0 0,-1 1 0 0 0,0-1 0 0 0,0 1 0 0 0,0 0 0 0 0,1-1 0 0 0,-1 0 0 0 0,0 1-5 0 0,62 89 125 0 0,46 73-17 0 0,-56-94-1 0 0,-48-63-60 0 0,0 1 1 0 0,0-1 0 0 0,-1 1 0 0 0,0 0 0 0 0,0 0 0 0 0,0 0 0 0 0,-1 1 0 0 0,0-1 0 0 0,0 1-1 0 0,0 0 1 0 0,-2-1 0 0 0,1 1 0 0 0,0 0 0 0 0,-1-1 0 0 0,0 1 0 0 0,0 0 0 0 0,-1-1 0 0 0,0 1-1 0 0,1 0 1 0 0,-2-1 0 0 0,-1 5-48 0 0,1-4 58 0 0,0 0-1 0 0,-1 0 1 0 0,0 0-1 0 0,0 1 1 0 0,-1-1-1 0 0,1-1 1 0 0,-2 1 0 0 0,1-1-1 0 0,-1 1 1 0 0,0-1-1 0 0,0 0 1 0 0,-1-1-1 0 0,-3 3-57 0 0,-62-14 379 0 0,28-5-497 0 0,-81-15-896 0 0,41 34-3919 0 0,73-5 3607 0 0</inkml:trace>
  <inkml:trace contextRef="#ctx1" brushRef="#br1" timeOffset="1">139 571 1712 0 0,'11'12'3401'0'0,"26"6"-2974"0"0,-19-10 17 0 0,116 85-139 0 0,99 66-310 0 0,-33-6 1 0 0,-144-114 54 0 0,1-2 1 0 0,1-3-1 0 0,33 13-50 0 0,-38-20 25 0 0,255 121 192 0 0,198 48 918 0 0,-282-127-693 0 0,121 36-121 0 0,-15-12 22 0 0,-7-2 158 0 0,82 17-107 0 0,80-2-225 0 0,-5-4 359 0 0,-180-52-82 0 0,-272-43-381 0 0,60 13 378 0 0,2-4 0 0 0,58 4-443 0 0,222 40 876 0 0,-52-34-699 0 0,-41 11-116 0 0,189 13-42 0 0,-340-27 4 0 0,283 68 228 0 0,-221-37-69 0 0,-120-28 58 0 0,1-3 0 0 0,0-4 0 0 0,39 5-240 0 0,64 4 226 0 0,63 22 4 0 0,39-17-120 0 0,-16-44-29 0 0,38 1-58 0 0,-9 19-30 0 0,-114 13 11 0 0,-140-15-3 0 0,0-2-1 0 0,-1 0 1 0 0,2-2 0 0 0,-1-2 0 0 0,13-2-1 0 0,249-2 15 0 0,57 34-72 0 0,-49 28 59 0 0,-109-26 38 0 0,-125-24-24 0 0,-56-7-7 0 0,-1-1-1 0 0,0 0 1 0 0,0 0 0 0 0,1-1-1 0 0,-1-1 1 0 0,0 0 0 0 0,1-1-1 0 0,-1 0 1 0 0,0-1 0 0 0,11-4-9 0 0,49-8 47 0 0,1 7-18 0 0,39-13 102 0 0,-22 19 439 0 0,-27-14-442 0 0,20 25-104 0 0,-52 6-237 0 0,-8-3-1578 0 0,-1-4-4177 0 0,-19-7 3890 0 0</inkml:trace>
  <inkml:trace contextRef="#ctx1" brushRef="#br1" timeOffset="2">3578 937 2409 0 0,'-60'-19'3791'0'0,"60"20"-3767"0"0,0-1 1 0 0,1 1-1 0 0,-1-1 1 0 0,0 0-1 0 0,0 1 1 0 0,1-1-1 0 0,-1 0 1 0 0,0 0-1 0 0,0 1 1 0 0,0-1-1 0 0,0 1 1 0 0,0-1-1 0 0,0 1 1 0 0,0-1-1 0 0,0 1 1 0 0,0-1-1 0 0,0 0 1 0 0,0 0-1 0 0,0 1 0 0 0,0-1 1 0 0,0 1-1 0 0,0-1 1 0 0,0 1-1 0 0,0-1 1 0 0,-1 1-1 0 0,1-1 1 0 0,0 0-1 0 0,0 0 1 0 0,-1 0-1 0 0,1 1 1 0 0,0-1-1 0 0,0 0 1 0 0,-1 1-1 0 0,1-1 1 0 0,-1 0-1 0 0,1 1 0 0 0,0-1 1 0 0,0 0-1 0 0,0 1 1 0 0,-1-1-1 0 0,1 0 1 0 0,-1 0-1 0 0,1 0 1 0 0,0 0-1 0 0,-1 0 1 0 0,1 0-1 0 0,-1 0 1 0 0,1 0-1 0 0,0 0 1 0 0,0 0-1 0 0,-1 0 1 0 0,1 0-1 0 0,-1 0 1 0 0,1 0-1 0 0,-1 0 0 0 0,1 0 1 0 0,-1 0-25 0 0,97 133 724 0 0,-78-106-244 0 0,1-1-1 0 0,-3 2 1 0 0,-1 0-1 0 0,-1 2 1 0 0,10 29-480 0 0,-21-54 35 0 0,-2 0-1 0 0,0 0 1 0 0,1 1 0 0 0,-2-1-1 0 0,1 1 1 0 0,-1-1 0 0 0,1 0-1 0 0,-1 1 1 0 0,-1 0 0 0 0,1-1-1 0 0,-1 1 1 0 0,1-1 0 0 0,-2 0-1 0 0,0 1 1 0 0,1-1 0 0 0,-2 3-35 0 0,-29-14-435 0 0,14-46 402 0 0,18 46 40 0 0,-1 2-1 0 0,0-1 0 0 0,1-1 0 0 0,-2 1 0 0 0,0 1 0 0 0,1-1 0 0 0,-2 0 0 0 0,2 0 1 0 0,-2 1-1 0 0,0-1 0 0 0,1 1 0 0 0,-1 0 0 0 0,-1 0 0 0 0,1 0 0 0 0,0 0 0 0 0,0 0 1 0 0,-1 1-1 0 0,0 0 0 0 0,0 0 0 0 0,0 0 0 0 0,-1-1-6 0 0,1 4 10 0 0,1 0-1 0 0,-1 1 1 0 0,1-1 0 0 0,0 1-1 0 0,-1 0 1 0 0,1 0 0 0 0,0 0 0 0 0,-1 0-1 0 0,1 1 1 0 0,1-1 0 0 0,-1 1-1 0 0,-1-1 1 0 0,2 1 0 0 0,-1 0-1 0 0,0 0 1 0 0,1 0 0 0 0,-1 1-1 0 0,0-1 1 0 0,2 1 0 0 0,-2-1 0 0 0,1 1-1 0 0,0 0 1 0 0,-1 1-10 0 0,1 0 10 0 0,-77 105 28 0 0,19-38-92 0 0,23-34-588 0 0,37-37 571 0 0,-6 4-715 0 0,4-4-2597 0 0,2-2 2148 0 0</inkml:trace>
  <inkml:trace contextRef="#ctx1" brushRef="#br1" timeOffset="3">4066 846 4161 0 0,'0'0'93'0'0,"0"0"1"0"0,0 0 0 0 0,0 1-1 0 0,-1-1 1 0 0,1 0-1 0 0,0 0 1 0 0,0 1 0 0 0,-1-1-1 0 0,1 0 1 0 0,0 0-1 0 0,-1 0 1 0 0,1 0 0 0 0,0 1-1 0 0,0-1 1 0 0,-1 0-1 0 0,1 0 1 0 0,0 0 0 0 0,0 0-1 0 0,0 0 1 0 0,-1 0-1 0 0,1 0 1 0 0,0 0 0 0 0,-1 0-1 0 0,1 0 1 0 0,0 0-1 0 0,-1 0 1 0 0,1 0 0 0 0,0 0-1 0 0,-1 0 1 0 0,1 0-1 0 0,0-1 1 0 0,0 1 0 0 0,0 0-1 0 0,0 0 1 0 0,-1 0-1 0 0,1 0 1 0 0,0-1 0 0 0,0 1-1 0 0,-1 0 1 0 0,1 0-1 0 0,0-1 1 0 0,0 1-94 0 0,-6 27-44 0 0,6-27 92 0 0,-87 259 1386 0 0,44-129-1384 0 0,-7-3 0 0 0,-9 8-50 0 0,21-48-77 0 0,-4 8-1373 0 0,42-98-1086 0 0,0 3 1658 0 0</inkml:trace>
  <inkml:trace contextRef="#ctx1" brushRef="#br1" timeOffset="4">4062 1772 728 0 0,'-36'69'2573'0'0,"32"-78"2045"0"0,66-115-3655 0 0,-39 59-624 0 0,-2-1 1 0 0,-3-1-1 0 0,-3-1 1 0 0,2-39-340 0 0,-14 88-2 0 0,-3 34-58 0 0,0 7 68 0 0,1 35 30 0 0,-1-43-30 0 0,0 1 1 0 0,0-1-1 0 0,1 0 1 0 0,2 0-1 0 0,-1 0 0 0 0,0 0 1 0 0,2 0-1 0 0,0 0 1 0 0,6 10-9 0 0,-9-22 9 0 0,0-1 1 0 0,0 1 0 0 0,0-1 0 0 0,1 0 0 0 0,-1 1 0 0 0,1-1 0 0 0,-1 0 0 0 0,0 1 0 0 0,1-1 0 0 0,-1 0 0 0 0,1 0 0 0 0,0 0 0 0 0,0 0 0 0 0,0-1 0 0 0,-1 1 0 0 0,2 0 0 0 0,-2-1 0 0 0,2 1 0 0 0,-2-1-1 0 0,1 1 1 0 0,0-1 0 0 0,0 0 0 0 0,0 0 0 0 0,0 0 0 0 0,0 0 0 0 0,0 0 0 0 0,-1-1 0 0 0,2 1 0 0 0,-2-1 0 0 0,2 0 0 0 0,-2 1 0 0 0,1-1 0 0 0,0 1 0 0 0,0-1 0 0 0,0-1 0 0 0,-1 1 0 0 0,1 1 0 0 0,0-3-10 0 0,63-45 286 0 0,-55 39-265 0 0,1-1 1 0 0,-1 0 0 0 0,-2 0 0 0 0,1-1 0 0 0,-1 0-1 0 0,0-1 1 0 0,-1 1 0 0 0,0-2 0 0 0,-1 1-1 0 0,0 0 1 0 0,-1-1 0 0 0,2-9-22 0 0,6-36 17 0 0,-18 65-121 0 0,-22 111 159 0 0,23-111-45 0 0,2-1 1 0 0,0 1-1 0 0,-1 1 0 0 0,2-1 0 0 0,-1 0 1 0 0,1 0-1 0 0,0 0 0 0 0,1 1 1 0 0,0-1-1 0 0,0 0 0 0 0,0 0 1 0 0,1 1-1 0 0,1-1 0 0 0,-1 1 0 0 0,1-1 1 0 0,0-1-1 0 0,0 1 0 0 0,0 1 1 0 0,2-2-1 0 0,-1 0 0 0 0,3 5-10 0 0,24 10-25 0 0,-29-21 9 0 0,8-7-734 0 0,71-36-3688 0 0,-71 35 3203 0 0</inkml:trace>
  <inkml:trace contextRef="#ctx1" brushRef="#br1" timeOffset="5">4708 926 4489 0 0,'23'32'4004'0'0,"7"19"-2139"0"0,21 28-1003 0 0,-28-47-471 0 0,-8-15-283 0 0,-1 1 0 0 0,0 1 0 0 0,-1 0 0 0 0,-1 0 0 0 0,-2 1 0 0 0,1 1 0 0 0,-2 0 0 0 0,-1 0 0 0 0,-1 1 0 0 0,0 0 0 0 0,-2 0 0 0 0,3 15-108 0 0,-8-25 20 0 0,0 1 0 0 0,0-1 0 0 0,0 1 1 0 0,-2 0-1 0 0,0-1 0 0 0,0 1 0 0 0,-1-1 0 0 0,0 1 0 0 0,-1-1 1 0 0,-2 1-21 0 0,-52 62-2824 0 0,28-51 1350 0 0,13-12 369 0 0</inkml:trace>
  <inkml:trace contextRef="#ctx1" brushRef="#br1" timeOffset="6">3265 782 4577 0 0,'-37'-16'3311'0'0,"31"18"-3224"0"0,0-1-1 0 0,1 1 0 0 0,-1 0 1 0 0,0 1-1 0 0,1-1 1 0 0,-1 1-1 0 0,1 1 0 0 0,0-1 1 0 0,0 0-1 0 0,0 1 0 0 0,1 0 1 0 0,-1 0-1 0 0,1 0 0 0 0,0 1 1 0 0,0 0-1 0 0,0 0-86 0 0,-13 27 72 0 0,2 1 0 0 0,0 1 0 0 0,2 0 1 0 0,2 1-1 0 0,2 0 0 0 0,0 1 0 0 0,2 0 0 0 0,3 0 0 0 0,0 0 0 0 0,1 31-72 0 0,-2-21-50 0 0,1 2-1 0 0,2-2 0 0 0,2 1 1 0 0,2 0-1 0 0,3-1 0 0 0,2 1 1 0 0,1-1-1 0 0,12 36 51 0 0,-15-69-137 0 0,1-1 1 0 0,-1 0-1 0 0,2 0 0 0 0,0 0 1 0 0,0-1-1 0 0,1-1 0 0 0,1 1 1 0 0,0-1-1 0 0,0 0 0 0 0,1-2 1 0 0,0 1-1 0 0,1 0 0 0 0,-1-1 1 0 0,1-1-1 0 0,1 0 0 0 0,0 0 1 0 0,1-2-1 0 0,-1 1 0 0 0,0-1 1 0 0,0-1-1 0 0,2-1 0 0 0,-1 0 1 0 0,8 1 136 0 0,11-2-994 0 0</inkml:trace>
  <inkml:trace contextRef="#ctx1" brushRef="#br1" timeOffset="7">4962 740 2689 0 0,'-12'3'1328'0'0,"10"-3"-1119"0"0,1 1 0 0 0,0 0-1 0 0,-1-1 1 0 0,1 0 0 0 0,-1 1 0 0 0,1-1 0 0 0,0 0-1 0 0,-1 1 1 0 0,1-1 0 0 0,-1 0 0 0 0,0 0 0 0 0,1 0-1 0 0,0 0 1 0 0,-1-1 0 0 0,1 1 0 0 0,-1 0 0 0 0,1-1-1 0 0,-1 1 1 0 0,1 0 0 0 0,0-1 0 0 0,-1 1-1 0 0,1-1 1 0 0,0 0 0 0 0,-1 0 0 0 0,1 1 0 0 0,0-1-1 0 0,0 0 1 0 0,0-1 0 0 0,-1 2 0 0 0,1-2-209 0 0,2 3-4 0 0,-1-1 1 0 0,0 1 0 0 0,0-1-1 0 0,1 0 1 0 0,-1 0 0 0 0,1 1-1 0 0,-1-1 1 0 0,1 1-1 0 0,-1-1 1 0 0,1 0 0 0 0,-1 1-1 0 0,0-1 1 0 0,1 0-1 0 0,-1 1 1 0 0,1-1 0 0 0,0 0-1 0 0,-1 0 1 0 0,1 0-1 0 0,-1 0 1 0 0,0 0 0 0 0,1 0-1 0 0,0 0 1 0 0,-1 0 0 0 0,1 0-1 0 0,0 0 1 0 0,-1 0-1 0 0,0 0 1 0 0,1 0 0 0 0,-1 0-1 0 0,1 0 1 0 0,0 0-1 0 0,-1-1 1 0 0,1 1 0 0 0,-1 0-1 0 0,0-1 1 0 0,1 1 0 0 0,-1 0-1 0 0,1-1 1 0 0,-1 1-1 0 0,1-1 1 0 0,-1 1 0 0 0,1 0-1 0 0,-1 0 1 0 0,0-1-1 0 0,0 1 1 0 0,1-1 0 0 0,-1 1-1 0 0,0-1 1 0 0,1 0-1 0 0,-1 1 1 0 0,0 0 0 0 0,0-1-1 0 0,0 1 1 0 0,1-1 0 0 0,-1 0-1 0 0,0 1 1 0 0,0-1-1 0 0,0 1 1 0 0,0 0 0 0 0,0-1-1 0 0,0 0 1 0 0,0 0-1 0 0,0 1 1 0 0,-1-1 0 0 0,1 1-1 0 0,0 0 1 0 0,0-1 0 0 0,0 0-1 0 0,-1 1 1 0 0,1-1 3 0 0,52 21 81 0 0,-47-17-85 0 0,44 26 55 0 0,-6 8-35 0 0,16 33 49 0 0,-52-59-17 0 0,-1-2 0 0 0,1 0 1 0 0,1 0-1 0 0,0 0 1 0 0,0-1-1 0 0,1 0 0 0 0,0 0 1 0 0,0-2-1 0 0,0 2 1 0 0,2-2-1 0 0,7 4-48 0 0,-15-9-11 0 0,0 0 0 0 0,-1 0 0 0 0,1 0 0 0 0,0-1 0 0 0,0 0 0 0 0,-1 1 0 0 0,2-1 0 0 0,-2 0 1 0 0,1 0-1 0 0,0 0 0 0 0,0 0 0 0 0,-1-1 0 0 0,1 1 0 0 0,0 0 0 0 0,-1-1 0 0 0,1 0 0 0 0,0 0 0 0 0,-1 0 0 0 0,1 0 0 0 0,-1-1 0 0 0,3 0 11 0 0,21-31-3654 0 0,-22 26 2704 0 0,1 1-272 0 0</inkml:trace>
  <inkml:trace contextRef="#ctx1" brushRef="#br1" timeOffset="8">5306 703 4569 0 0,'-25'10'2850'0'0,"-96"134"-81"0"0,-7 5-1841 0 0,81-95-3342 0 0,41-46-392 0 0,4-8 1391 0 0</inkml:trace>
  <inkml:trace contextRef="#ctx1" brushRef="#br1" timeOffset="9">2258 1385 3497 0 0,'-1'0'100'0'0,"-1"1"1"0"0,0-1-1 0 0,1 0 1 0 0,-1 0-1 0 0,1-1 1 0 0,-1 1-1 0 0,0 0 1 0 0,1-1-1 0 0,-1 1 1 0 0,1-1-1 0 0,0 1 1 0 0,-1 0-1 0 0,1-1 1 0 0,-1 0-1 0 0,0 0 1 0 0,2 0 0 0 0,-2 1-1 0 0,0-2 1 0 0,2 1-1 0 0,-2 0 1 0 0,1 0-1 0 0,0 0 1 0 0,0-1-1 0 0,0 2 1 0 0,0-2-1 0 0,0 0 1 0 0,1 2-1 0 0,-1-2 1 0 0,0 0-1 0 0,0 1 1 0 0,1-1-1 0 0,-1 1 1 0 0,1-1-1 0 0,0 0 1 0 0,0 1-1 0 0,-1-1 1 0 0,1 1-1 0 0,0-1 1 0 0,0 0-1 0 0,0 1 1 0 0,1-1-1 0 0,-1 1 1 0 0,0-1-1 0 0,0 0 1 0 0,0 1-1 0 0,1 0 1 0 0,-1-1-1 0 0,1 1 1 0 0,0-1 0 0 0,0 1-1 0 0,-1-1 1 0 0,1 1-1 0 0,0-1 1 0 0,1 0-101 0 0,0-4 21 0 0,0-6 28 0 0,2 2 1 0 0,0-1 0 0 0,0 0-1 0 0,0 1 1 0 0,1 0 0 0 0,1-1-1 0 0,-1 2 1 0 0,2-1 0 0 0,2-1-50 0 0,0 3-9 0 0,2 1 0 0 0,-1-1 0 0 0,0 2 0 0 0,2 0 0 0 0,-1 1 0 0 0,0-1 0 0 0,1 2 0 0 0,0-1 0 0 0,0 2 1 0 0,0 0-1 0 0,0 1 0 0 0,1 0 0 0 0,-1 0 0 0 0,1 2 0 0 0,-1 0 0 0 0,1 0 0 0 0,-1 0 0 0 0,1 2 0 0 0,-1 0 0 0 0,1 0 1 0 0,-1 1-1 0 0,0 0 0 0 0,0 1 0 0 0,-1 1 0 0 0,7 2 9 0 0,144 93 64 0 0,-159-98-29 0 0,-2-1-1 0 0,2 0 1 0 0,-2 0 0 0 0,2 0 0 0 0,-1 1-1 0 0,0-2 1 0 0,0 0 0 0 0,0 1-1 0 0,1 0 1 0 0,-1-1 0 0 0,1 1 0 0 0,-1-1-1 0 0,0 0 1 0 0,1 0 0 0 0,-2 0 0 0 0,2 0-1 0 0,-1 0 1 0 0,1-1 0 0 0,-1 1-1 0 0,0-1 1 0 0,1 0 0 0 0,-2 1 0 0 0,2-1-1 0 0,-1 0 1 0 0,0-1 0 0 0,0 2 0 0 0,1-3-35 0 0,54-39 222 0 0,-49 30-334 0 0,-1 0-1 0 0,-1 0 1 0 0,1-1-1 0 0,-2 0 1 0 0,1 0-1 0 0,-1-1 1 0 0,-1 0-1 0 0,-1 0 113 0 0,10-30-1171 0 0,-6 26 282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5T16:58:29.4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247 116 2689 0 0,'0'6'3790'0'0,"5"16"-3059"0"0,-2-9-166 0 0,17 93 839 0 0,2 247-765 0 0,-45 100-1859 0 0,25-389-2136 0 0,1-55 2219 0 0</inkml:trace>
  <inkml:trace contextRef="#ctx0" brushRef="#br0" timeOffset="1">0 259 3657 0 0,'70'-80'2832'0'0,"-62"73"-2750"0"0,0 1-1 0 0,1-1 0 0 0,0 1 1 0 0,0 0-1 0 0,0 1 0 0 0,0 0 0 0 0,1 1 1 0 0,0 0-1 0 0,0 0 0 0 0,0 1 1 0 0,1 0-1 0 0,-2 1 0 0 0,3 0 1 0 0,-2 1-1 0 0,0 0 0 0 0,1 0 0 0 0,-1 1 1 0 0,1 1-1 0 0,0 0 0 0 0,-1 0 1 0 0,1 1-1 0 0,-1 0 0 0 0,0 1 0 0 0,3 1-81 0 0,162 116 194 0 0,-172-117-180 0 0,1 1 1 0 0,-1-1 0 0 0,0 1-1 0 0,0 1 1 0 0,1-1 0 0 0,-2 0-1 0 0,0 1 1 0 0,1 0-1 0 0,-1-1 1 0 0,0 1 0 0 0,-1 0-1 0 0,1 0 1 0 0,0 0 0 0 0,-2-1-1 0 0,1 2 1 0 0,0-1-1 0 0,-1 0 1 0 0,1 0 0 0 0,-1 0-1 0 0,-1 1 1 0 0,1-2-1 0 0,-1 2 1 0 0,0-1 0 0 0,0 0-1 0 0,-1-1 1 0 0,1 1 0 0 0,-1 0-1 0 0,0 0 1 0 0,0 0-1 0 0,-3 3-14 0 0,-5 12 76 0 0,-2-1-1 0 0,-1 0 1 0 0,-1-1-1 0 0,1 1 0 0 0,-2-2 1 0 0,-7 5-76 0 0,6-4 25 0 0,-1 0 1 0 0,0-1-1 0 0,-2-1 1 0 0,0-1-1 0 0,0 0 1 0 0,-2-2-1 0 0,0 0 1 0 0,-7 2-26 0 0,-78 14-963 0 0,31-18-2821 0 0,69-10 2827 0 0</inkml:trace>
  <inkml:trace contextRef="#ctx0" brushRef="#br0" timeOffset="2">752 92 3609 0 0,'-47'-17'3461'0'0,"47"17"-3438"0"0,0-1 1 0 0,0 1 0 0 0,0 0 0 0 0,-1 0 0 0 0,1 0 0 0 0,0-1 0 0 0,0 1 0 0 0,0-1 0 0 0,0 1 0 0 0,-1 0 0 0 0,1-1 0 0 0,0 1 0 0 0,-1 0 0 0 0,1 0-1 0 0,-1-1 1 0 0,1 1 0 0 0,0 0 0 0 0,-1 0 0 0 0,1 0 0 0 0,0 0 0 0 0,0 0 0 0 0,-1 0 0 0 0,1 0 0 0 0,-1 0 0 0 0,1 0 0 0 0,-1 0 0 0 0,1 0 0 0 0,-1 0-1 0 0,1 0 1 0 0,0 0 0 0 0,0 0 0 0 0,-1 0 0 0 0,1 0 0 0 0,-1 0 0 0 0,1 0 0 0 0,0 0 0 0 0,-1 0 0 0 0,1 0 0 0 0,-1 0 0 0 0,1 0 0 0 0,0 1 0 0 0,0-1-1 0 0,0 0 1 0 0,-1 1 0 0 0,1-1 0 0 0,0 0 0 0 0,-1 1 0 0 0,1-1 0 0 0,0 0 0 0 0,-1 1 0 0 0,1-1 0 0 0,0 0 0 0 0,0 0 0 0 0,-1 1 0 0 0,1-1 0 0 0,0 0-1 0 0,0 1 1 0 0,0-1 0 0 0,0 1 0 0 0,0-1 0 0 0,0 1 0 0 0,0-1 0 0 0,0 0 0 0 0,0 0 0 0 0,0 1 0 0 0,0-1 0 0 0,0 1-24 0 0,-9 26-178 0 0,8-26 235 0 0,-17 180-143 0 0,20 306 75 0 0,-1-443 16 0 0,1 0-1 0 0,2 0 1 0 0,3 1 0 0 0,5 19-5 0 0,-8-50 27 0 0,0 1-1 0 0,0 0 1 0 0,1-1 0 0 0,2 0 0 0 0,-1 0-1 0 0,1 0 1 0 0,0-1 0 0 0,2 0 0 0 0,0 0 0 0 0,0-1-1 0 0,1-1 1 0 0,1 1 0 0 0,0-1-27 0 0,-7-8-36 0 0,-1 0 1 0 0,0-1 0 0 0,1 1-1 0 0,0-2 1 0 0,-1 2-1 0 0,1-2 1 0 0,0 1-1 0 0,1-1 1 0 0,-1 1 0 0 0,0-1-1 0 0,0 0 1 0 0,1-1-1 0 0,-1 1 1 0 0,1-1-1 0 0,-1 0 1 0 0,0 0-1 0 0,1 0 1 0 0,-1 0 0 0 0,0-1-1 0 0,0 1 1 0 0,0-1-1 0 0,0-1 1 0 0,1 1-1 0 0,-1 0 1 0 0,0-1 0 0 0,0 0-1 0 0,-1 0 1 0 0,5-3 35 0 0,37-28-1771 0 0,-32 18 889 0 0</inkml:trace>
  <inkml:trace contextRef="#ctx0" brushRef="#br0" timeOffset="3">791 320 4401 0 0,'0'0'84'0'0,"0"1"0"0"0,1-1-1 0 0,-1 1 1 0 0,0 0 0 0 0,0-1 0 0 0,0 0-1 0 0,0 0 1 0 0,0 1 0 0 0,0-1 0 0 0,0 1 0 0 0,0 0-1 0 0,0-1 1 0 0,0 1 0 0 0,0-1 0 0 0,0 0 0 0 0,0 1-1 0 0,0-1 1 0 0,0 1 0 0 0,0-1 0 0 0,0 1 0 0 0,0-1-1 0 0,0 1 1 0 0,0-1 0 0 0,0 0 0 0 0,0 1 0 0 0,-1-1-1 0 0,1 1 1 0 0,0-1 0 0 0,-1 0 0 0 0,1 1-1 0 0,-1-1 1 0 0,1 1 0 0 0,0-1 0 0 0,-1 0 0 0 0,1 0-1 0 0,0 0 1 0 0,0 1 0 0 0,-1-1 0 0 0,1 0 0 0 0,-1 0-1 0 0,1 1 1 0 0,-1-1 0 0 0,0 0 0 0 0,1 0 0 0 0,0 0-1 0 0,0 0 1 0 0,-1 0 0 0 0,0 0 0 0 0,1 0 0 0 0,-1 0-1 0 0,1 0 1 0 0,-1 0 0 0 0,1 0-84 0 0,10 34 45 0 0,2 18 145 0 0,2-2-1 0 0,3 0 1 0 0,2 1 0 0 0,2-3-1 0 0,2 0 1 0 0,2-1 0 0 0,3-1 0 0 0,1-2-1 0 0,10 9-189 0 0,69 87-1975 0 0,-108-139 1889 0 0,0 0-1 0 0,2 0 0 0 0,-1 0 1 0 0,0 0-1 0 0,-1-1 0 0 0,1 1 1 0 0,1 0-1 0 0,-1 0 0 0 0,-1 0 1 0 0,2-1-1 0 0,-1 0 0 0 0,0 1 1 0 0,0 0-1 0 0,1-1 1 0 0,-1 0-1 0 0,0 1 0 0 0,0-1 1 0 0,1 0-1 0 0,-2 1 0 0 0,2-1 1 0 0,0 0-1 0 0,-2 0 0 0 0,2 0 1 0 0,-1-1-1 0 0,0 1 1 0 0,1 0-1 0 0,-1 0 0 0 0,0-1 1 0 0,0 1-1 0 0,1-1 0 0 0,-1 0 1 0 0,0 1-1 0 0,0 0 0 0 0,0-1 1 0 0,0 0-1 0 0,0 0 0 0 0,0 0 1 0 0,0 1-1 0 0,0-1 1 0 0,0 0-1 0 0,0 0 0 0 0,0 0 1 0 0,0 0-1 0 0,-1 0 0 0 0,0-1 1 0 0,1 2-1 0 0,0-1 0 0 0,0-1 1 0 0,-1 1-1 0 0,1 0 1 0 0,-1 0-1 0 0,0-1 0 0 0,0 2 1 0 0,0-2-1 0 0,0 0 0 0 0,0 2 1 0 0,0-2-1 0 0,0 1 0 0 0,0-1 87 0 0,3-12-802 0 0</inkml:trace>
  <inkml:trace contextRef="#ctx0" brushRef="#br0" timeOffset="4">1163 281 5777 0 0,'-16'0'5089'0'0,"1"23"-5466"0"0,12-17 809 0 0,-62 111 532 0 0,6 4 0 0 0,-44 125-964 0 0,30-37-2855 0 0,70-192-826 0 0,3-17 2633 0 0</inkml:trace>
  <inkml:trace contextRef="#ctx0" brushRef="#br0" timeOffset="5">1382 126 1456 0 0,'-4'4'105'0'0,"0"0"0"0"0,0-1 0 0 0,1 1 0 0 0,0 0 0 0 0,0 1 0 0 0,0-1 0 0 0,-1 0-1 0 0,2 1 1 0 0,0-1 0 0 0,-1 1 0 0 0,2 1 0 0 0,-1-2 0 0 0,0 1 0 0 0,1 1 0 0 0,0-1 0 0 0,-1 0 0 0 0,2 0-1 0 0,0 1 1 0 0,0 0-105 0 0,-5 18 326 0 0,-15 51 468 0 0,5 1-1 0 0,2 1 0 0 0,0 65-793 0 0,10-49-34 0 0,5 0 0 0 0,3-1 0 0 0,14 69 34 0 0,-17-152-225 0 0,0 1 0 0 0,0-1 0 0 0,2 0 0 0 0,-1 1 0 0 0,1-1 0 0 0,0-1 0 0 0,1 1 0 0 0,-1 0 0 0 0,2-1 0 0 0,1 1 225 0 0,9 0-1581 0 0,-9-10 863 0 0</inkml:trace>
  <inkml:trace contextRef="#ctx0" brushRef="#br0" timeOffset="6">1426 347 4417 0 0,'-2'0'3006'0'0,"0"40"-2858"0"0,-20 192 638 0 0,0-53-725 0 0,22-172-62 0 0,0 0 0 0 0,0 0-1 0 0,0 0 1 0 0,0-1 0 0 0,1 2 0 0 0,0-2 0 0 0,1 0 0 0 0,-1 2 0 0 0,1-2-1 0 0,0 0 1 0 0,1 1 0 0 0,0-1 0 0 0,0 0 0 0 0,0 0 0 0 0,0 0 0 0 0,1-1-1 0 0,0 1 1 0 0,1 0 0 0 0,-1-2 0 0 0,1 1 0 0 0,1 0 1 0 0,-4-3-76 0 0,1-2 1 0 0,0 0-1 0 0,0 1 1 0 0,0 0-1 0 0,0-1 1 0 0,0 0-1 0 0,1 1 1 0 0,-1-2-1 0 0,-1 1 1 0 0,1 0-1 0 0,1-1 1 0 0,-1 0-1 0 0,0 1 1 0 0,-1-1-1 0 0,2 0 1 0 0,-2 0-1 0 0,1 0 1 0 0,0 0-1 0 0,0-1 1 0 0,-1 1-1 0 0,1-1 1 0 0,-1 0-1 0 0,0 0 1 0 0,1 0-1 0 0,-1 0 1 0 0,1 0-1 0 0,-2-1 1 0 0,2 1-1 0 0,-2-1 1 0 0,1 1-1 0 0,-1 0 1 0 0,1-2-1 0 0,-1 2 1 0 0,0-1 75 0 0,3-6-626 0 0</inkml:trace>
  <inkml:trace contextRef="#ctx0" brushRef="#br0" timeOffset="7">1329 635 4513 0 0,'10'7'4102'0'0,"45"3"-3854"0"0,-23-28-4394 0 0,-28 12 3342 0 0</inkml:trace>
  <inkml:trace contextRef="#ctx0" brushRef="#br0" timeOffset="8">1544 325 2168 0 0,'2'-2'24'0'0,"11"6"6127"0"0,30 61-5233 0 0,-9 95-136 0 0,-30-127-822 0 0,-1 1-1 0 0,-2-1 1 0 0,-1 0 0 0 0,-2 0-1 0 0,-1 1 1 0 0,-2-2-1 0 0,-1 1 1 0 0,-1-1-1 0 0,-2 0 1 0 0,-1 0-1 0 0,-11 21 41 0 0,7-29-1343 0 0,1-14-4075 0 0,12-10 4557 0 0</inkml:trace>
  <inkml:trace contextRef="#ctx0" brushRef="#br0" timeOffset="9">1765 632 4489 0 0,'8'4'4344'0'0,"35"8"-3362"0"0,-36-11-1035 0 0,61 2 1152 0 0,-34-29-5767 0 0,-30 19 3500 0 0</inkml:trace>
  <inkml:trace contextRef="#ctx0" brushRef="#br0" timeOffset="10">1727 744 6625 0 0,'16'17'2873'0'0,"15"9"-2872"0"0,34-10 58 0 0,-55-27-1839 0 0,-5 7 1204 0 0</inkml:trace>
  <inkml:trace contextRef="#ctx0" brushRef="#br0" timeOffset="11">1990 423 3153 0 0,'13'3'4670'0'0,"27"27"-3842"0"0,6 49-745 0 0,6 82-70 0 0,-49-156-63 0 0,-3-2 24 0 0,2 0-1 0 0,-1-1 1 0 0,0 1-1 0 0,0 0 1 0 0,0-1-1 0 0,1 1 1 0 0,-1-1-1 0 0,1 0 1 0 0,-1 0-1 0 0,2 0 1 0 0,-2 1-1 0 0,2-2 1 0 0,-2 1-1 0 0,2 0 1 0 0,-1 0-1 0 0,1 0 1 0 0,-1-1-1 0 0,0 0 1 0 0,3 1 26 0 0,6-13-3216 0 0,18-16 2295 0 0</inkml:trace>
  <inkml:trace contextRef="#ctx0" brushRef="#br0" timeOffset="12">2292 337 6241 0 0,'-65'149'3363'0'0,"54"-119"-3381"0"0,-1 0 0 0 0,0 0 0 0 0,-2-2 0 0 0,-1 0 0 0 0,-3 0 18 0 0,-43 43 273 0 0,3-5-3977 0 0,56-63 2622 0 0</inkml:trace>
  <inkml:trace contextRef="#ctx0" brushRef="#br0" timeOffset="13">2360 0 3833 0 0,'-8'29'4490'0'0,"11"22"-4225"0"0,-2-45-44 0 0,45 394 1562 0 0,-36-86-1314 0 0,-14-247-408 0 0,-4-1 0 0 0,-1 1 0 0 0,-4-1 0 0 0,-3-1 0 0 0,-3 0 0 0 0,-4 1-61 0 0,7-23-831 0 0,-3-1 1 0 0,-2 0-1 0 0,-1-2 0 0 0,-2-1 1 0 0,-24 31 830 0 0,21-38-1369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7T06:27:04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2471 4849 0 0,'-19'11'3463'0'0,"-34"-2"-2840"0"0,49-13-608 0 0,1 0 0 0 0,0-1-1 0 0,-1 1 1 0 0,2-1 0 0 0,-1 0-1 0 0,0 0 1 0 0,1 0 0 0 0,0-1-1 0 0,0 1 1 0 0,1 0 0 0 0,0-1-1 0 0,-1 1 1 0 0,2-1 0 0 0,-1 1-1 0 0,1-1 1 0 0,0 0 0 0 0,0 1-1 0 0,0-1 1 0 0,1 0 0 0 0,0 1-1 0 0,0-1 1 0 0,0 1 0 0 0,1 0-1 0 0,0-1 1 0 0,0 1 0 0 0,0 0-1 0 0,0 0 1 0 0,1 0 0 0 0,1-2-15 0 0,8-50 113 0 0,-9 41-168 0 0,20-23 21 0 0,34 20 43 0 0,70 46 192 0 0,-94-11-91 0 0,-32-16-110 0 0,0 1 0 0 0,0-1 1 0 0,1 1-1 0 0,-1-1 0 0 0,0 1 0 0 0,0-1 1 0 0,0 0-1 0 0,0 1 0 0 0,0-1 0 0 0,0 0 1 0 0,1 0-1 0 0,-1 0 0 0 0,0 0 1 0 0,0 0-1 0 0,0 0 0 0 0,0 0 0 0 0,0-1 1 0 0,1 1-1 0 0,-1 0 0 0 0,0-1 1 0 0,0 1-1 0 0,0 0 0 0 0,0-1 0 0 0,0 1 1 0 0,0-1-1 0 0,0 0 0 0 0,0 1 0 0 0,0-1 1 0 0,0 0-1 0 0,0 0 0 0 0,-1 1 1 0 0,1-1-1 0 0,0 0 0 0 0,0-1 0 0 0,15-29-33 0 0,8-10 22 0 0,-2-38-121 0 0,5 47 124 0 0,-22 11 87 0 0,5 16-44 0 0,-4 5-44 0 0,34 10 997 0 0,-38-9-982 0 0,1 1 0 0 0,-1-1 0 0 0,1 0 0 0 0,0 0 0 0 0,-1 0 0 0 0,1 0 0 0 0,0-1 0 0 0,0 1 0 0 0,0-1 0 0 0,0 1 0 0 0,-1-1 0 0 0,1 0 0 0 0,0 0 0 0 0,0 0 0 0 0,0-1 0 0 0,0 1 0 0 0,-1-1-1 0 0,1 1 1 0 0,0-1 0 0 0,0 0 0 0 0,-1 0 0 0 0,1-1 0 0 0,0 1 0 0 0,1-1-6 0 0,70-110 412 0 0,-19 21-452 0 0,10-15-62 0 0,-1-16 139 0 0,-37 59-26 0 0,24 28-66 0 0,34-27-280 0 0,-77 58 318 0 0,0 0 0 0 0,1 1 0 0 0,-1 0 0 0 0,1 1 1 0 0,0 0-1 0 0,-1 0 0 0 0,1 1 0 0 0,0 0 0 0 0,0 0 0 0 0,0 1 0 0 0,0 0 0 0 0,0 1 0 0 0,0 0 0 0 0,4 1 17 0 0,-9 1 11 0 0,-1 0 1 0 0,0 0-1 0 0,0 0 1 0 0,0 1-1 0 0,0-1 1 0 0,-1 1-1 0 0,0-1 0 0 0,1 1 1 0 0,-1 0-1 0 0,0 0 1 0 0,-1 0-1 0 0,1 1 1 0 0,-1-1-1 0 0,0 0 0 0 0,0 1 1 0 0,0-1-1 0 0,-1 0 1 0 0,1 2-12 0 0,1 3-3 0 0,22 80 0 0 0,8 4 6 0 0,-30-89-12 0 0,0 0 1 0 0,0 0-1 0 0,1 0 1 0 0,0 0-1 0 0,0-1 1 0 0,0 1 0 0 0,0-1-1 0 0,0 0 1 0 0,1 0-1 0 0,0 0 1 0 0,-1 0 0 0 0,1 0-1 0 0,0-1 1 0 0,0 0-1 0 0,0 0 1 0 0,1 0-1 0 0,-1 0 1 0 0,0-1 0 0 0,3 1 8 0 0,-3 0 3 0 0,0-1 1 0 0,-1 0 0 0 0,1 0 0 0 0,0-1 0 0 0,0 1 0 0 0,0-1 0 0 0,-1 0 0 0 0,1 0-1 0 0,0 0 1 0 0,0 0 0 0 0,0 0 0 0 0,0-1 0 0 0,-1 0 0 0 0,1 0 0 0 0,0 0 0 0 0,0 0-1 0 0,-1-1 1 0 0,1 1 0 0 0,-1-1 0 0 0,0 0 0 0 0,1 0 0 0 0,-1 0 0 0 0,0-1 0 0 0,0 1-1 0 0,0-1 1 0 0,-1 1 0 0 0,1-1 0 0 0,0 0 0 0 0,-1 0 0 0 0,0 0 0 0 0,2-3-4 0 0,39-45 17 0 0,24-56-22 0 0,-50 2-633 0 0,-9-38 33 0 0,-36 96 970 0 0,26-111 117 0 0,36 165-293 0 0,-30-9-186 0 0,1 0 0 0 0,0 0 1 0 0,0-1-1 0 0,-1 0 0 0 0,1 0 1 0 0,-1 0-1 0 0,0 0 0 0 0,0-1 0 0 0,0 0 1 0 0,-1 0-1 0 0,1 0 0 0 0,-1 0 0 0 0,0 0 1 0 0,0-1-1 0 0,0 1 0 0 0,-1-1 0 0 0,1 0 1 0 0,-1 0-1 0 0,-1 0 0 0 0,2-4-3 0 0,5-6 31 0 0,1 1 0 0 0,0 0 0 0 0,1 0-1 0 0,1 1 1 0 0,0 0 0 0 0,1 0 0 0 0,0 2-1 0 0,4-3-30 0 0,7-9-22 0 0,52-78-11 0 0,-34 25-155 0 0,-4-6-198 0 0,-3 6 82 0 0,27-77 136 0 0,27 11-152 0 0,-53 102 320 0 0,-19 23 168 0 0,26 9-62 0 0,-42 8-74 0 0,0 0-18 0 0,0 0 0 0 0,20 14-620 0 0,22 59 804 0 0,-24 54 67 0 0,-17-125-248 0 0,1 0 1 0 0,-1 0-1 0 0,1-1 0 0 0,0 1 0 0 0,0 0 1 0 0,0-1-1 0 0,0 1 0 0 0,0-1 0 0 0,0 1 1 0 0,0-1-1 0 0,0 0 0 0 0,1 0 0 0 0,-1 0 1 0 0,0 0-1 0 0,1-1 0 0 0,-1 1 0 0 0,1-1 1 0 0,-1 1-1 0 0,1-1 0 0 0,-1 0 0 0 0,1 0 1 0 0,-1 0-1 0 0,1 0 0 0 0,-1 0 0 0 0,1-1 1 0 0,-1 1-1 0 0,0-1 0 0 0,1 1 0 0 0,-1-1 1 0 0,1 0-1 0 0,-1 0 0 0 0,1-1-17 0 0,20-1 32 0 0,125 40 895 0 0,-89-56-934 0 0,8-37 9 0 0,-6-36-176 0 0,-3-7 58 0 0,-49 80 124 0 0,82-43-25 0 0,-10-42-532 0 0,-79 104 549 0 0,-1 0 1 0 0,1 0-1 0 0,-1 0 1 0 0,0 0 0 0 0,1 0-1 0 0,-1 0 1 0 0,0 0 0 0 0,1 1-1 0 0,-1-1 1 0 0,0 0 0 0 0,0 1-1 0 0,1-1 1 0 0,-1 1 0 0 0,0 0-1 0 0,0-1 1 0 0,0 1 0 0 0,0 0-1 0 0,1 0 1 0 0,-1 0 0 0 0,0 0-1 0 0,-1 0 1 0 0,1 0 0 0 0,0 0-1 0 0,0 0 1 0 0,0 0 0 0 0,-1 0-1 0 0,1 0 1 0 0,0 1 0 0 0,-1-1-1 0 0,1 0 1 0 0,-1 0 0 0 0,1 1-1 0 0,-1-1 1 0 0,0 0 0 0 0,0 1-1 0 0,0-1 1 0 0,1 0 0 0 0,-1 1-1 0 0,0-1 1 0 0,-1 1-1 0 0,22 33 163 0 0,6 7 109 0 0,34 91-287 0 0,-48-50 810 0 0,-11-81-795 0 0,0 0 0 0 0,0 0 0 0 0,1 0 0 0 0,-1 0-1 0 0,1 0 1 0 0,-1-1 0 0 0,1 1 0 0 0,0-1 0 0 0,0 1 0 0 0,0-1 0 0 0,-1 0 0 0 0,1 0-1 0 0,0 0 1 0 0,1-1 0 0 0,-1 1 0 0 0,0-1 0 0 0,0 0 0 0 0,0 0 0 0 0,0 0-1 0 0,2 0 1 0 0,-5 0 0 0 0,69-7 0 0 0,-7-20-6 0 0,-45 12-2 0 0,42-6 85 0 0,-43 53 2 0 0,-14-23-84 0 0,0 1 0 0 0,0 0 0 0 0,-1 0 1 0 0,0 0-1 0 0,0 0 0 0 0,-1 0 0 0 0,-1 0 0 0 0,0 0 0 0 0,0 0 1 0 0,-1 0-1 0 0,0-1 0 0 0,0 1 0 0 0,-3 3 5 0 0,-58 87 14 0 0,47-81-1 0 0,-41 44 51 0 0,-44 39-264 0 0,-145 143-250 0 0,148-154 553 0 0,37-32-14 0 0,-5-8-181 0 0,-26 31-105 0 0,26-19 110 0 0,50-53 578 0 0,16-10-442 0 0,-16 5 58 0 0,-38 61-58 0 0,-8-53-142 0 0,60-12 77 0 0,-1-1 0 0 0,1 1 0 0 0,0-1-1 0 0,-1 0 1 0 0,1 0 0 0 0,0 0 0 0 0,0 0 0 0 0,-1 0 0 0 0,1 0 0 0 0,0-1-1 0 0,-1 1 1 0 0,1-1 0 0 0,0 1 0 0 0,0-1 0 0 0,0 0 0 0 0,-1 0 0 0 0,1 0-1 0 0,0 0 1 0 0,0 0 0 0 0,1-1 0 0 0,-1 1 0 0 0,0-1 0 0 0,0 1-1 0 0,1-1 1 0 0,-1 1 0 0 0,0-1 0 0 0,0-1 16 0 0,2 3-8 0 0,0 0-5 0 0,0 0 3 0 0,31 9-12 0 0,79 10 283 0 0,41-14 7 0 0,-117-16-69 0 0,-34 11-131 0 0,0 0 23 0 0,0 0 3 0 0,70-4 841 0 0,-35-4-888 0 0,36 5 157 0 0,-66 10-189 0 0,0-1-1 0 0,0 1 1 0 0,-1 0 0 0 0,0 0 0 0 0,0 0 0 0 0,0 0-1 0 0,-1 1 1 0 0,0-1 0 0 0,-1 1 0 0 0,0 0 0 0 0,0 0-1 0 0,0 0 1 0 0,-1 0 0 0 0,0 0 0 0 0,-1 0 0 0 0,0 1-1 0 0,0-1 1 0 0,-1 0 0 0 0,0 0 0 0 0,0 0 0 0 0,-1 0-1 0 0,0 0 1 0 0,0 0 0 0 0,-1-1 0 0 0,0 2-15 0 0,-1 10 6 0 0,-7 55-14 0 0,9-69 4 0 0,1 1 1 0 0,0-1-1 0 0,1 1 0 0 0,-1-1 1 0 0,1 1-1 0 0,0-1 0 0 0,1 1 1 0 0,-1-1-1 0 0,1 1 0 0 0,0-1 1 0 0,0 1-1 0 0,1-1 1 0 0,-1 0-1 0 0,1 1 0 0 0,1-1 1 0 0,-1 0-1 0 0,1 0 0 0 0,-1-1 1 0 0,1 1-1 0 0,1-1 0 0 0,-1 1 1 0 0,1-1-1 0 0,0 0 0 0 0,0 0 1 0 0,0 0-1 0 0,2 1 4 0 0,62 46 40 0 0,-63-46-32 0 0,-2 0 0 0 0,1 0 0 0 0,-1 1 0 0 0,1 0 0 0 0,-2 0-1 0 0,1 0 1 0 0,-1 0 0 0 0,0 0 0 0 0,0 0 0 0 0,0 1 0 0 0,-1-1 0 0 0,0 0 0 0 0,0 1 0 0 0,-1-1-1 0 0,0 1 1 0 0,0 0 0 0 0,0-1 0 0 0,-1 1 0 0 0,0-1 0 0 0,0 0 0 0 0,-1 1 0 0 0,0-1 0 0 0,-1 4-8 0 0,6 58-223 0 0,4-65 217 0 0,-1-1 0 0 0,1 1 0 0 0,-1-2 0 0 0,1 1 0 0 0,0-1 0 0 0,0 0 1 0 0,0 0-1 0 0,0-1 0 0 0,0 0 0 0 0,0 0 0 0 0,0-1 0 0 0,0 0 0 0 0,0 0 0 0 0,0 0 0 0 0,-1-1 1 0 0,1 0-1 0 0,0 0 0 0 0,-1-1 0 0 0,5-2 6 0 0,105-42-27 0 0,-28 6 46 0 0,-80 75 37 0 0,-7-24-51 0 0,0 0 0 0 0,0 0 0 0 0,-1 0 0 0 0,-1 0 1 0 0,0 0-1 0 0,0 0 0 0 0,0 0 0 0 0,-2-1 0 0 0,1 1 0 0 0,-1 0 0 0 0,0-1 1 0 0,-1 0-1 0 0,0 0 0 0 0,-6 9-5 0 0,3-2 7 0 0,-52 121-152 0 0,-15-23 404 0 0,-38-18-149 0 0,18-45-384 0 0,77-32 205 0 0,2 0 0 0 0,0 0 0 0 0,1 2-1 0 0,1 0 1 0 0,1 0 0 0 0,1 1 0 0 0,1 1 0 0 0,-1 3 69 0 0,-61 186 161 0 0,53-166-144 0 0,-18-73-425 0 0,27 21 409 0 0,0 1-1 0 0,0 1 0 0 0,0 0 0 0 0,-1 0 1 0 0,1 1-1 0 0,-1 0 0 0 0,0 1 0 0 0,0 0 1 0 0,0 0-1 0 0,0 2 0 0 0,0-1 0 0 0,-1 1 1 0 0,1 1-1 0 0,0 0 0 0 0,0 1 0 0 0,-5 1 0 0 0,-264 88 99 0 0,250-81-392 0 0,-1-1 1 0 0,-1-1-1 0 0,1-2 0 0 0,-1-1 0 0 0,0-2 1 0 0,-13-1 292 0 0,-9-8-522 0 0,47 1 541 0 0,0 0-1 0 0,0 0 1 0 0,0-1 0 0 0,1 0-1 0 0,-1 0 1 0 0,2 0 0 0 0,-1-1-1 0 0,1 0 1 0 0,0 0-1 0 0,0-1 1 0 0,0 1 0 0 0,1-2-19 0 0,-40-52 55 0 0,38 57-19 0 0,0 0 1 0 0,-1 0-1 0 0,1 0 1 0 0,-1 1-1 0 0,0 0 0 0 0,0 1 1 0 0,0-1-1 0 0,0 1 1 0 0,0 0-1 0 0,0 1 1 0 0,0 0-1 0 0,-1 0 0 0 0,1 1 1 0 0,-1 0-1 0 0,1 0 1 0 0,0 0-1 0 0,-1 1 1 0 0,1 0-1 0 0,0 1-36 0 0,-62 44 61 0 0,55-32-78 0 0,-177 233 194 0 0,190-246-180 0 0,-1 0-1 0 0,1 0 1 0 0,0 0-1 0 0,-1 0 1 0 0,1-1-1 0 0,-1 1 0 0 0,1 0 1 0 0,-1-1-1 0 0,0 1 1 0 0,1-1-1 0 0,-1 1 1 0 0,1-1-1 0 0,-1 0 1 0 0,0 0-1 0 0,1 1 0 0 0,-1-1 1 0 0,0 0-1 0 0,1-1 1 0 0,-1 1-1 0 0,0 0 1 0 0,1 0-1 0 0,-1-1 0 0 0,0 1 1 0 0,1-1-1 0 0,-1 0 1 0 0,1 1-1 0 0,-1-1 1 0 0,1 0-1 0 0,-1 0 0 0 0,1 0 1 0 0,0 0-1 0 0,-1 0 1 0 0,1 0-1 0 0,0 0 1 0 0,0 0-1 0 0,0 0 0 0 0,-1-2 4 0 0,-72-65 7 0 0,34 16 48 0 0,33 45-20 0 0,0 0 1 0 0,-1 0-1 0 0,0 1 1 0 0,0 0-1 0 0,0 0 1 0 0,-1 1-1 0 0,0 0 1 0 0,0 1-1 0 0,0 0 1 0 0,-1 0-1 0 0,1 1 1 0 0,-1 0-1 0 0,0 1 1 0 0,0 0-1 0 0,0 0 1 0 0,0 1-1 0 0,0 0 1 0 0,-3 1-36 0 0,-27-6 190 0 0,32 8-188 0 0,1 0-1 0 0,0 0 1 0 0,-1 1 0 0 0,1 0-1 0 0,0 0 1 0 0,1 0-1 0 0,-1 1 1 0 0,1 0-1 0 0,0 1 1 0 0,0 0 0 0 0,0 0-1 0 0,0 0 1 0 0,1 0-1 0 0,0 1 1 0 0,0 0-1 0 0,0 0 1 0 0,-2 4-2 0 0,-153 214 127 0 0,157-220-131 0 0,0 0-1 0 0,0 1 1 0 0,1-1 0 0 0,-1 1 0 0 0,1-1 0 0 0,1 1 0 0 0,-1 0-1 0 0,1 0 1 0 0,-1 0 0 0 0,1 0 0 0 0,1 0 0 0 0,-1 0 0 0 0,1 0 0 0 0,0 0-1 0 0,0 0 1 0 0,0 0 0 0 0,0 0 0 0 0,1 0 0 0 0,0 0 0 0 0,0 0 0 0 0,1 0-1 0 0,-1-1 1 0 0,1 1 0 0 0,0 0 0 0 0,1-1 0 0 0,-1 1 0 0 0,1 0 4 0 0,52 5-248 0 0,-29-7 249 0 0,0-1 0 0 0,0-1 1 0 0,0-2-1 0 0,1 0 0 0 0,-1-2 1 0 0,14-4-2 0 0,69-4-15 0 0,111 14 22 0 0,-208-3-8 0 0,2 2 1 0 0,0-1-1 0 0,0-1 0 0 0,0-1 0 0 0,-1 0 0 0 0,1 0 0 0 0,0-1 0 0 0,0-1 0 0 0,-1-1 1 0 0,10-3 0 0 0,99-56 80 0 0,-31 73 108 0 0,-6 3-159 0 0,-77-13-28 0 0,-3 1 0 0 0,0 0 0 0 0,-1 0 0 0 0,1 0 0 0 0,0-1 0 0 0,0 0 0 0 0,-1 0 0 0 0,1 0 1 0 0,0-1-1 0 0,0 1 0 0 0,-1-1 0 0 0,1 0 0 0 0,-1-1 0 0 0,1 1 0 0 0,-1-1 0 0 0,1 0 0 0 0,-1 0 0 0 0,0 0 0 0 0,0-1 0 0 0,0 1 0 0 0,0-1 0 0 0,0 0 0 0 0,0-1-1 0 0,60-27 7 0 0,-55 18-22 0 0,0 11 18 0 0,0 0 1 0 0,1-1-1 0 0,-2 0 0 0 0,1-1 1 0 0,0 0-1 0 0,-1-1 0 0 0,0 1 1 0 0,0-1-1 0 0,0-1 0 0 0,-1 0 1 0 0,1 0-1 0 0,1-3-3 0 0,74-62 39 0 0,-81 68-38 0 0,1 0 0 0 0,0-1 0 0 0,0 2 1 0 0,0-1-1 0 0,0 0 0 0 0,1 1 0 0 0,-1-1 1 0 0,1 1-1 0 0,-1 0 0 0 0,1 0 1 0 0,0 0-1 0 0,0 1 0 0 0,0-1 0 0 0,0 1 1 0 0,0 0-1 0 0,0 0 0 0 0,0 0 0 0 0,0 1 1 0 0,0 0-1 0 0,1-1 0 0 0,-1 2 0 0 0,0-1 1 0 0,0 0-1 0 0,0 1 0 0 0,1 0 0 0 0,-1 0 1 0 0,0 0-1 0 0,0 0 0 0 0,0 0 0 0 0,0 1 1 0 0,-1 0-1 0 0,1 0 0 0 0,0 0 0 0 0,-1 0 1 0 0,1 1-1 0 0,0 0-1 0 0,199 113 13 0 0,-88-26-25 0 0,-104-80 34 0 0,0-1 1 0 0,1 0-1 0 0,0 0 0 0 0,1-2 0 0 0,0 1 0 0 0,0-2 0 0 0,0 0 0 0 0,1 0 0 0 0,0-1 0 0 0,0-1 0 0 0,1 0 0 0 0,-1-1 0 0 0,1-1 1 0 0,-1 0-1 0 0,1-1 0 0 0,14-1-22 0 0,49 21 256 0 0,-41-17-152 0 0,56-13-111 0 0,14 19-1 0 0,-100-10 6 0 0,-1 0 0 0 0,0 0 0 0 0,0-1 0 0 0,0 1 0 0 0,0-2 0 0 0,0 1 0 0 0,0-1 0 0 0,0 1 1 0 0,0-2-1 0 0,-1 1 0 0 0,1-1 0 0 0,-1 0 0 0 0,1 0 0 0 0,-1 0 0 0 0,0-1 0 0 0,0 1 0 0 0,1-3 2 0 0,7-9 0 0 0,0 0 0 0 0,-1-1 1 0 0,0-1-1 0 0,-2 0 0 0 0,0 0 1 0 0,-1-1-1 0 0,-1 0 0 0 0,4-12 0 0 0,54-169-32 0 0,-58 172 26 0 0,-4 13 9 0 0,-1 1 1 0 0,1 0 0 0 0,1 0-1 0 0,1 0 1 0 0,0 1 0 0 0,0 0-1 0 0,1 0 1 0 0,1 0 0 0 0,0 1-1 0 0,0 0 1 0 0,1 1 0 0 0,3-3-4 0 0,57-15 433 0 0,-52 69-258 0 0,12 1-139 0 0,-5 58 8 0 0,-22-94-46 0 0,0 1 0 0 0,0-1 0 0 0,0 0 0 0 0,0 0 0 0 0,1 0 1 0 0,0-1-1 0 0,1 1 0 0 0,-1-1 0 0 0,1 1 0 0 0,0-1 0 0 0,0 0 0 0 0,1 0 0 0 0,-1-1 0 0 0,4 3 2 0 0,68-11-118 0 0,-49 4 117 0 0,-15-1 3 0 0,0 1-1 0 0,0 0 0 0 0,0 1 0 0 0,0 0 0 0 0,0 1 0 0 0,0 0 0 0 0,0 1 0 0 0,0 0 0 0 0,-1 1 0 0 0,1 0 1 0 0,3 3-2 0 0,-10-6-8 0 0,0-1 1 0 0,0 1 0 0 0,0-1 0 0 0,0 0 0 0 0,1-1 0 0 0,-1 1 0 0 0,0-1 0 0 0,0 0 0 0 0,0 0 0 0 0,0 0-1 0 0,0-1 1 0 0,-1 0 0 0 0,1 0 0 0 0,0 0 0 0 0,-1-1 0 0 0,1 1 0 0 0,-1-1 0 0 0,0 0 0 0 0,0 0 0 0 0,0-1 0 0 0,0 1-1 0 0,-1-1 1 0 0,1 0 0 0 0,-1 0 0 0 0,0 0 0 0 0,0 0 0 0 0,0 0 0 0 0,-1-1 0 0 0,0 1 0 0 0,0-1 0 0 0,0 0-1 0 0,0 0 1 0 0,-1 0 0 0 0,2-4 7 0 0,63-85 8 0 0,-48 7 180 0 0,-5 33-207 0 0,-3-1 0 0 0,-2 0 0 0 0,-3 0 0 0 0,-2-1 0 0 0,-2 1 0 0 0,-3-1 0 0 0,-7-41 19 0 0,-41-70 80 0 0,57 46-165 0 0,20-45 155 0 0,13 18-60 0 0,-5 158 230 0 0,-31-6-217 0 0,1-1 1 0 0,-1 0-1 0 0,1 0 1 0 0,0 0 0 0 0,-1 0-1 0 0,1-1 1 0 0,0 1-1 0 0,0-1 1 0 0,1-1 0 0 0,-1 1-1 0 0,0-1 1 0 0,1 0-1 0 0,-1 0 1 0 0,1 0 0 0 0,-1-1-1 0 0,1 0 1 0 0,-1 0-1 0 0,1 0 1 0 0,-1-1 0 0 0,1 1-1 0 0,-1-1 1 0 0,0-1-1 0 0,4 0-23 0 0,164-19 71 0 0,-107 5-71 0 0,32-60-59 0 0,-25-47 30 0 0,-6 28 37 0 0,-9 15-1 0 0,-56 68 141 0 0,1 22-63 0 0,42 150-20 0 0,-42-149-67 0 0,-3-10-5 0 0,0-1-1 0 0,0 0 0 0 0,0 0-1 0 0,0 0-6 0 0,0 0-2 0 0,35 19-70 0 0,-25-16 88 0 0,-1-1 0 0 0,1 0 0 0 0,0-1 1 0 0,0 0-1 0 0,0 0 0 0 0,0-1 0 0 0,1-1 0 0 0,-1 1 0 0 0,0-2 0 0 0,0 1 1 0 0,-1-1-1 0 0,1-1 0 0 0,7-3-1 0 0,42 6 18 0 0,-32 46 42 0 0,-26 73-10 0 0,-42-16-89 0 0,19-67 39 0 0,22-34-25 0 0,-1-1 0 0 0,0 1 0 0 0,1 0 0 0 0,-1-1-1 0 0,0 1 1 0 0,0 0 0 0 0,0-1 0 0 0,0 1 0 0 0,0-1 0 0 0,0 0 0 0 0,0 1-1 0 0,0-1 1 0 0,0 0 0 0 0,-1 0 0 0 0,1 0 0 0 0,-1 0 0 0 0,1 0 0 0 0,-1 0-1 0 0,1 0 1 0 0,-1 0 0 0 0,0 0 0 0 0,1-1 0 0 0,-1 1 0 0 0,0-1 0 0 0,1 1-1 0 0,-1-1 1 0 0,0 0 0 0 0,0 0 0 0 0,1 1 0 0 0,-1-1 0 0 0,0 0 0 0 0,0-1-1 0 0,0 1 1 0 0,1 0 25 0 0,-29 39 120 0 0,-55 58-81 0 0,65-71-62 0 0,1 1 1 0 0,2 1-1 0 0,1 0 1 0 0,1 2-1 0 0,1 0 1 0 0,2 0-1 0 0,-2 12 23 0 0,-8 12-15 0 0,-38 90 36 0 0,-3-32 170 0 0,8 44-166 0 0,7-20-66 0 0,17-61-957 0 0,31 2 2436 0 0,-16-67-1596 0 0,-33 92 1399 0 0,-36 22-1007 0 0,21-40-1783 0 0,18 28 1358 0 0,30-95 330 0 0,14-9-131 0 0,2-8-9 0 0,0 0 0 0 0,-1 0 1 0 0,1 1-1 0 0,0-1 0 0 0,0 1 1 0 0,-1-1-1 0 0,1 0 0 0 0,0 1 1 0 0,0-1-1 0 0,-1 1 0 0 0,1-1 1 0 0,0 0-1 0 0,0 1 0 0 0,0-1 0 0 0,0 1 1 0 0,0-1-1 0 0,0 1 0 0 0,0-1 1 0 0,0 0-1 0 0,0 1 0 0 0,0-1 1 0 0,0 1-1 0 0,0-1 0 0 0,0 1 1 0 0,0-1-1 0 0,0 1 0 0 0,0-1 1 0 0,0 0-1 0 0,1 1 0 0 0,-1-1 0 0 0,0 1 1 0 0,0-1-1 0 0,1 0 0 0 0,-1 1 1 0 0,0-1-1 0 0,0 0 0 0 0,1 1 1 0 0,-1-1-1 0 0,0 0 0 0 0,1 1 1 0 0,-1-1-1 0 0,0 0 0 0 0,1 0 0 0 0,-1 1 1 0 0,1-1-1 0 0,-1 0 0 0 0,0 0 1 0 0,1 0-1 0 0,-1 0 0 0 0,1 1 1 0 0,-1-1-1 0 0,1 0 0 0 0,-1 0 1 0 0,1 0-1 0 0,-1 0 0 0 0,0 0 1 0 0,1 0-1 0 0,-1 0 0 0 0,1 0 0 0 0,-1 0 1 0 0,1-1-1 0 0,-1 1 0 0 0,0 0 1 0 0,1 0-1 0 0,-1 0 0 0 0,1 0 1 0 0,-1-1-1 0 0,1 1 0 0 0,-1 0 1 0 0,0 0 0 0 0,9-1-3 0 0,-17 11 102 0 0,0-4-164 0 0,-1 0 0 0 0,1 0 0 0 0,-1-1 0 0 0,0-1 0 0 0,0 1 0 0 0,0-1 0 0 0,-1-1 0 0 0,0 0 0 0 0,1 0 0 0 0,-1-1 0 0 0,-4 1 65 0 0,10-1-13 0 0,-1 1 0 0 0,1-1 0 0 0,0 1 0 0 0,0 1 0 0 0,0-1 0 0 0,1 0-1 0 0,-1 1 1 0 0,1 0 0 0 0,0 0 0 0 0,0 0 0 0 0,0 0 0 0 0,0 0 0 0 0,1 1 0 0 0,-1-1 0 0 0,1 1 0 0 0,0 1 13 0 0,-13 20 93 0 0,-69 159 494 0 0,51-73-282 0 0,-18-43-354 0 0,40-53-567 0 0,-30-3 972 0 0,21-3-214 0 0,-79 39 448 0 0,-63 1-131 0 0,158-49-468 0 0,0 0 0 0 0,0-1 0 0 0,0 0 0 0 0,0 0 0 0 0,0 0 0 0 0,0 0 0 0 0,-1-1 0 0 0,1 1 0 0 0,0-1 0 0 0,0 0 0 0 0,0 0 0 0 0,0-1 0 0 0,1 1 0 0 0,-1-1 0 0 0,0 0 0 0 0,0 0 0 0 0,1 0 0 0 0,0 0 0 0 0,-2-1 9 0 0,-29-23 296 0 0,-42 6-329 0 0,58 4-307 0 0,-14-24 301 0 0,3-41-21 0 0,-9-57-30 0 0,74 59-104 0 0,25-59-358 0 0,-60 137 547 0 0,-1 0 1 0 0,1 0 0 0 0,-1-1-1 0 0,0 1 1 0 0,0 0 0 0 0,1 0-1 0 0,-1 0 1 0 0,0 0 0 0 0,0 0 0 0 0,0 0-1 0 0,0 0 1 0 0,0 0 0 0 0,0 0-1 0 0,-1 0 1 0 0,1-1 0 0 0,0 1-1 0 0,-1 0 1 0 0,1 0 0 0 0,0 0-1 0 0,-1 0 1 0 0,1 0 0 0 0,-1 0-1 0 0,0 1 1 0 0,1-1 0 0 0,-1 0-1 0 0,0 0 1 0 0,1 0 0 0 0,-1 0 0 0 0,0 1-1 0 0,0-1 1 0 0,0 0 0 0 0,0 1-1 0 0,0-1 1 0 0,0 1 0 0 0,1-1-1 0 0,-1 1 1 0 0,-1-1 0 0 0,1 1-1 0 0,0 0 1 0 0,0-1 0 0 0,0 1-1 0 0,0 0 1 0 0,0 0 0 0 0,0 0 0 0 0,0 0-1 0 0,0 0 1 0 0,0 0 0 0 0,0 0-1 0 0,0 0 1 0 0,-1 0 0 0 0,1 1-1 0 0,0-1 1 0 0,0 0 0 0 0,0 1-1 0 0,0-1 1 0 0,0 0 0 0 0,0 1-1 0 0,0 0 1 0 0,0-1 0 0 0,1 1 0 0 0,-1 0-1 0 0,0-1 1 0 0,0 1 0 0 0,0 0-1 0 0,1 0 1 0 0,-1 0 4 0 0,-77 34-264 0 0,75-34 339 0 0,-211 81-99 0 0,189-73 55 0 0,0 1 0 0 0,1 1 1 0 0,0 1-1 0 0,1 1 0 0 0,0 1 0 0 0,1 1 0 0 0,0 1 0 0 0,2 1 0 0 0,-17 17-31 0 0,-39 62 508 0 0,75-94-518 0 0,-1 0 0 0 0,1 0 0 0 0,0 0 0 0 0,-1-1 0 0 0,1 1 0 0 0,-1-1 0 0 0,1 1 0 0 0,-1-1 0 0 0,0 0 0 0 0,0 1 0 0 0,0-1 0 0 0,1 0 0 0 0,-1 0 0 0 0,0 0 0 0 0,0 0 0 0 0,0-1 0 0 0,-1 1 0 0 0,1 0 0 0 0,0-1 0 0 0,0 0-1 0 0,0 1 1 0 0,0-1 0 0 0,-1 0 0 0 0,1 0 0 0 0,0 0 0 0 0,0-1 0 0 0,0 1 0 0 0,0 0 0 0 0,-1-1 0 0 0,1 1 0 0 0,0-1 0 0 0,0 0 0 0 0,0 0 0 0 0,0 0 10 0 0,-143-67-103 0 0,126 64 137 0 0,-1 0-1 0 0,0 1 0 0 0,0 1 1 0 0,0 1-1 0 0,0 1 0 0 0,0 1 1 0 0,-11 1-34 0 0,17 1 77 0 0,0 0 1 0 0,0 1-1 0 0,0 1 1 0 0,1 0 0 0 0,0 0-1 0 0,0 2 1 0 0,0-1-1 0 0,1 2 1 0 0,0 0 0 0 0,0 0-1 0 0,-1 2-77 0 0,-82 84-88 0 0,87-91 83 0 0,0 0 0 0 0,0 0 0 0 0,0-1 0 0 0,0-1 0 0 0,0 1 0 0 0,-1-1 0 0 0,1-1-1 0 0,0 1 1 0 0,-1-2 0 0 0,1 1 0 0 0,0-1 0 0 0,-4-1 5 0 0,-35 1 0 0 0,23 5 5 0 0,1 2 0 0 0,0 1 1 0 0,0 0-1 0 0,0 2 0 0 0,1 0 0 0 0,1 2 1 0 0,-1 0-1 0 0,2 1 0 0 0,0 2 0 0 0,-12 9-5 0 0,-9 4-62 0 0,37-24 35 0 0,0-1-1 0 0,-1 0 1 0 0,1 0-1 0 0,0 0 1 0 0,-1 0-1 0 0,1 0 1 0 0,-1-1-1 0 0,0 0 0 0 0,1 0 1 0 0,-1 0-1 0 0,0-1 1 0 0,0 0-1 0 0,0 0 1 0 0,1 0-1 0 0,-1 0 0 0 0,0-1 1 0 0,0 0-1 0 0,-3 0 28 0 0,-103-45 452 0 0,12-21-444 0 0,58 53-107 0 0,35 13 43 0 0,0-1-1 0 0,1 1 1 0 0,-1-1-1 0 0,1 0 1 0 0,0 0-1 0 0,0-1 1 0 0,0 1-1 0 0,0-1 1 0 0,0 0-1 0 0,0-1 1 0 0,1 1-1 0 0,-1-1 1 0 0,1 0-1 0 0,0 0 1 0 0,-2-3 56 0 0,-2-4 14 0 0,0 0 0 0 0,0 1 0 0 0,-1-1 0 0 0,-1 2 0 0 0,0-1 0 0 0,0 2 0 0 0,0-1 1 0 0,-1 1-1 0 0,-1 1 0 0 0,1 0 0 0 0,-1 1 0 0 0,-3-2-14 0 0,-1 2-4 0 0,1 0 1 0 0,0-2-1 0 0,1 0 1 0 0,0 0-1 0 0,0-1 1 0 0,1-1-1 0 0,0-1 1 0 0,0 1-1 0 0,1-2 1 0 0,1 0-1 0 0,-6-8 4 0 0,-104-118 268 0 0,-45-80-181 0 0,164 212-78 0 0,-1 0 0 0 0,0 1 1 0 0,0-1-1 0 0,-1 0 0 0 0,1 1 0 0 0,-1 0 0 0 0,0 0 1 0 0,0 0-1 0 0,-1 0 0 0 0,1 1 0 0 0,-1 0 1 0 0,0 0-1 0 0,-1 0 0 0 0,1 0 0 0 0,-1 1 0 0 0,1 0 1 0 0,-1 0-1 0 0,0 1 0 0 0,0-1 0 0 0,0 1 0 0 0,0 0 1 0 0,-1 1-1 0 0,1 0 0 0 0,0 0 0 0 0,-1 0 0 0 0,1 1 1 0 0,-1 0-1 0 0,1 0 0 0 0,-1 0 0 0 0,1 1 0 0 0,-1 0-9 0 0,-209 93 355 0 0,81-4-289 0 0,131-90-56 0 0,0 0 0 0 0,1-1 0 0 0,-1 1 0 0 0,1-1 0 0 0,-1 1 0 0 0,1-1 0 0 0,-1-1 0 0 0,1 1 0 0 0,-1 0 0 0 0,1-1 0 0 0,0 1 0 0 0,0-1 0 0 0,0 0 0 0 0,0 0 0 0 0,0-1 0 0 0,0 1 0 0 0,1 0 0 0 0,-1-1 0 0 0,1 0 0 0 0,-1 1 0 0 0,1-1 0 0 0,0 0 0 0 0,0 0 0 0 0,0-1 0 0 0,1 1 0 0 0,-1 0 0 0 0,1 0 0 0 0,0-1 0 0 0,0 1 0 0 0,0-1 0 0 0,0 1 0 0 0,0-1 0 0 0,1 1 0 0 0,0-1 0 0 0,-1 0 0 0 0,1 1 0 0 0,1-1 0 0 0,-1 0 0 0 0,1-1-10 0 0,0-7-13 0 0,2 1 0 0 0,-1 0-1 0 0,1 0 1 0 0,1 0 0 0 0,0 0-1 0 0,1 0 1 0 0,0 1 0 0 0,0 0-1 0 0,1 0 1 0 0,0 0 0 0 0,1 1-1 0 0,4-4 14 0 0,41-69 7 0 0,-1-30-46 0 0,28-18-23 0 0,30-30 100 0 0,-27 38-139 0 0,-39 53 132 0 0,-33 44 21 0 0,59-65-82 0 0,79-7-243 0 0,44 39 306 0 0,-182 57-30 0 0,0-1-1 0 0,-1 0 1 0 0,1-1 0 0 0,-1 1 0 0 0,0-2-1 0 0,1 0 1 0 0,-2 0 0 0 0,1 0-1 0 0,0-1 1 0 0,-1 0 0 0 0,0-1-1 0 0,3-2-2 0 0,81-74 10 0 0,-73 34-113 0 0,-18 6-181 0 0,-2 41 292 0 0,0 0-4 0 0,1 1 8 0 0,0 0-3 0 0,0 0-1 0 0,0 0 0 0 0,0 0-3 0 0,0 0-10 0 0,0 0-6 0 0,0 0-10 0 0,0 0-3 0 0,0 0 3 0 0,0 0 9 0 0,0 0 1 0 0,0 0 18 0 0,0 0 13 0 0,0 0 1844 0 0,0 0-1879 0 0,10 26-79 0 0,30 12-28 0 0,-15-28 93 0 0,37-4-124 0 0,40-73 135 0 0,-89 54-13 0 0,44-69-514 0 0,-56 78 522 0 0,0 1 0 0 0,0 0 0 0 0,0 0-1 0 0,1 0 1 0 0,-1-1 0 0 0,1 1 0 0 0,0 1-1 0 0,0-1 1 0 0,0 0 0 0 0,0 0 0 0 0,0 1 0 0 0,1-1-1 0 0,-1 1 1 0 0,1 0 0 0 0,0-1 0 0 0,-1 1-1 0 0,1 1 1 0 0,0-1 0 0 0,0 0 0 0 0,1 1 0 0 0,-1-1-1 0 0,0 1 1 0 0,0 0 0 0 0,1 0 0 0 0,-1 0-1 0 0,0 1 1 0 0,1-1 0 0 0,-1 1 0 0 0,3 0 23 0 0,6-4-13 0 0,-1 0-1 0 0,1-1 1 0 0,-1 0 0 0 0,0-1 0 0 0,0 0 0 0 0,-1-1-1 0 0,0 0 1 0 0,0-1 0 0 0,0 0 0 0 0,-1 0 13 0 0,77-72 21 0 0,-57 40 64 0 0,-29 40-91 0 0,0 0-8 0 0,51-34-840 0 0,-16 4 626 0 0,-8-12-367 0 0,9-19 252 0 0,-35 58 362 0 0,0 0-1 0 0,0 0 1 0 0,-1 0 0 0 0,1 0 0 0 0,-1 0-1 0 0,1 0 1 0 0,-1 0 0 0 0,0 0 0 0 0,0 0-1 0 0,-1 0 1 0 0,1 0 0 0 0,0-1-1 0 0,-1 1 1 0 0,0 1 0 0 0,0-1 0 0 0,0 0-1 0 0,0 0 1 0 0,0 0 0 0 0,-1 0 0 0 0,1 1-1 0 0,-1-1 1 0 0,1 1 0 0 0,-1-1-1 0 0,-1 0-18 0 0,-10-54-6 0 0,-11 34 902 0 0,18 24-830 0 0,0 1 1 0 0,0-1-1 0 0,0 1 1 0 0,0 0-1 0 0,1 1 1 0 0,-1-1-1 0 0,1 1 0 0 0,-1 0 1 0 0,1 1-1 0 0,0-1 1 0 0,1 1-1 0 0,-1 0 1 0 0,0 0-1 0 0,1 1 0 0 0,-3 2-66 0 0,1 0 48 0 0,-100 93 686 0 0,101-96-751 0 0,1 1 1 0 0,0-1-1 0 0,-1 1 1 0 0,1 0-1 0 0,1 0 1 0 0,-1 0-1 0 0,1 1 1 0 0,0 0-1 0 0,0-1 1 0 0,1 1 0 0 0,0 0-1 0 0,0 0 1 0 0,0 0-1 0 0,1 0 1 0 0,-1 1-1 0 0,1-1 1 0 0,1 0-1 0 0,0 1 1 0 0,-1-1-1 0 0,2 0 1 0 0,-1 1-1 0 0,1-1 1 0 0,1 6 16 0 0,-2-11-32 0 0,0-1-1 0 0,0 0 17 0 0,0 0 0 0 0,0 0 18 0 0,0 0 2 0 0,0 0-14 0 0,0 0 0 0 0,0 0 1 0 0,0 0-7 0 0,35 20-49 0 0,-26-18 60 0 0,0-1 1 0 0,0-1-1 0 0,0 0 1 0 0,0 0-1 0 0,0 0 1 0 0,0-1-1 0 0,0-1 1 0 0,0 0-1 0 0,-1 0 1 0 0,1 0-1 0 0,5-3 5 0 0,86-74 138 0 0,-29 29-170 0 0,0 0 32 0 0,76 34-36 0 0,90-23 18 0 0,-204 36 18 0 0,140-30-5 0 0,-33-46-462 0 0,17 28 379 0 0,-79 38-8 0 0,31-28 88 0 0,-87 32 2 0 0,-1-1 1 0 0,0 0-1 0 0,-1-1 0 0 0,0-2 1 0 0,-1 0-1 0 0,0-1 0 0 0,1-2 6 0 0,28-30-8 0 0,31-7 71 0 0,4 27-31 0 0,-33 22-8 0 0,-49 4-15 0 0,-1 0 0 0 0,41 1 71 0 0,-37 1-59 0 0,-1 1-1 0 0,0 0 0 0 0,0-1 0 0 0,0 1 0 0 0,0 0 0 0 0,-1 0 0 0 0,1 1 1 0 0,-1-1-1 0 0,0 0 0 0 0,0 1 0 0 0,0 0 0 0 0,0-1 0 0 0,0 1 0 0 0,-1 0 0 0 0,0 0 1 0 0,0 0-1 0 0,0 0 0 0 0,0 0 0 0 0,-1 0 0 0 0,1 0 0 0 0,-1 4-20 0 0,11 119-49 0 0,-8-122 48 0 0,0-1-1 0 0,1 0 1 0 0,0 0 0 0 0,0 0 0 0 0,0 0-1 0 0,0-1 1 0 0,0 0 0 0 0,1 1 0 0 0,-1-2 0 0 0,1 1-1 0 0,0 0 1 0 0,0-1 0 0 0,0 0 0 0 0,0 0-1 0 0,1 0 1 0 0,-1-1 0 0 0,2 0 1 0 0,44 22 0 0 0,-45-16 7 0 0,-1 1 0 0 0,0 0 0 0 0,0 0 1 0 0,-1 0-1 0 0,0 0 0 0 0,-1 1 0 0 0,1 0 1 0 0,-1-1-1 0 0,-1 1 0 0 0,0 0 0 0 0,0 1 1 0 0,-1-1-1 0 0,0 0 0 0 0,-1 0 0 0 0,0 1 1 0 0,0-1-1 0 0,-1 0 0 0 0,0 0 0 0 0,-1 1 1 0 0,0-1-1 0 0,0 0 0 0 0,-1 0 0 0 0,0-1 1 0 0,-1 1-1 0 0,0-1 0 0 0,-1 3-7 0 0,-2 13 1 0 0,-5 20-27 0 0,2 0 1 0 0,2 1-1 0 0,2 0 0 0 0,2 0 1 0 0,1 6 25 0 0,3-50-123 0 0,0-1-29 0 0,0 0-20 0 0,0 0-7 0 0,0 0-10 0 0,0 0-2 0 0,0 0 7 0 0,0 0 16 0 0,35-11-328 0 0,-29 7 770 0 0,-6 6 867 0 0,-8 20-1077 0 0,-35 80 32 0 0,81-89-144 0 0,27-29 29 0 0,-8-37-38 0 0,-43 36 43 0 0,0 1-1 0 0,-2-2 1 0 0,0 0-1 0 0,-1 0 1 0 0,-1-1 0 0 0,0-1-1 0 0,6-19 15 0 0,21-41 0 0 0,11-22 22 0 0,-4-1 1 0 0,17-71-23 0 0,-51 143-3 0 0,64-269-159 0 0,-98 269 1379 0 0,22 27-1212 0 0,1 0 1 0 0,-1 0-1 0 0,0 0 0 0 0,0 0 0 0 0,-1 1 0 0 0,1-1 0 0 0,-1 1 1 0 0,1-1-1 0 0,-1 1 0 0 0,0 0 0 0 0,0 0 0 0 0,-1 0 0 0 0,1 0 0 0 0,-1 0 1 0 0,1 1-1 0 0,-1 0 0 0 0,0 0 0 0 0,0 0 0 0 0,0 0 0 0 0,0 0 1 0 0,0 1-1 0 0,-5-1-5 0 0,-66-62-2 0 0,71 58 8 0 0,-41-81-10 0 0,0-3 4 0 0,30 46 5 0 0,15 43-7 0 0,0 1 1 0 0,-1-1-1 0 0,1 0 1 0 0,0 0-1 0 0,0 1 1 0 0,0-1-1 0 0,0 0 0 0 0,0 0 1 0 0,0 1-1 0 0,0-1 1 0 0,0 0-1 0 0,0 0 0 0 0,0 1 1 0 0,0-1-1 0 0,1 0 1 0 0,-1 0-1 0 0,0 1 0 0 0,1-1 1 0 0,-1 0-1 0 0,0 1 1 0 0,1-1-1 0 0,-1 0 1 0 0,1 1-1 0 0,-1-1 0 0 0,1 1 1 0 0,-1-1-1 0 0,1 1 1 0 0,-1-1-1 0 0,1 1 0 0 0,-1-1 1 0 0,1 1-1 0 0,0-1 1 0 0,-1 1-1 0 0,1 0 1 0 0,0-1-1 0 0,0 1 0 0 0,-1 0 1 0 0,1 0-1 0 0,0-1 1 0 0,-1 1-1 0 0,1 0 0 0 0,0 0 1 0 0,0 0-1 0 0,0 0 1 0 0,-1 0-1 0 0,1 0 1 0 0,0 0-1 0 0,0 0 0 0 0,-1 0 1 0 0,1 1-1 0 0,0-1 1 0 0,0 0-1 0 0,-1 0 0 0 0,1 1 1 0 0,0-1-1 0 0,-1 0 1 0 0,1 1 1 0 0,8-1-13 0 0,89-48-28 0 0,-28-34 57 0 0,16-132-149 0 0,-69 193 10 0 0,47-41-80 0 0,0-45-342 0 0,-20 19 279 0 0,29 87 632 0 0,-47 6-353 0 0,54-27 113 0 0,-56 58 358 0 0,-21-30-478 0 0,4 71 69 0 0,-41 52-34 0 0,17-76-34 0 0,51 20-86 0 0,-9 8-159 0 0,9-61 178 0 0,-33-19 137 0 0,-1-1 6 0 0,0 0-6 0 0,0 0 7 0 0,14 38 141 0 0,-13-3-517 0 0,0-26 255 0 0,-1 0 0 0 0,1-1 0 0 0,-2 1 0 0 0,1 0 1 0 0,-1 0-1 0 0,-1 0 0 0 0,1 0 0 0 0,-2-1 0 0 0,1 1 1 0 0,-1-1-1 0 0,-3 7 37 0 0,-39 77-215 0 0,48-86-656 0 0,-2-6 878 0 0,8 6 513 0 0,-89 190-552 0 0,56-153 52 0 0,-4 32 188 0 0,16-41 148 0 0,-2-12-68 0 0,-11 47-205 0 0,-39 37 217 0 0,-121 168 47 0 0,21-25-672 0 0,111-158 306 0 0,-5 7 11 0 0,-28 54 22 0 0,65-144 50 0 0,-69 93-41 0 0,82-91-40 0 0,-1-1 1 0 0,-1 1-1 0 0,0-1 0 0 0,0-1 1 0 0,0 0-1 0 0,-1 0 0 0 0,0-1 1 0 0,-1 0-1 0 0,0-1 0 0 0,-1 0 17 0 0,-171 98-680 0 0,149-104 333 0 0,35 0 335 0 0,0 0 3 0 0,0 0-3 0 0,0 0-17 0 0,0 0-9 0 0,0 0 2 0 0,0 0-8 0 0,0 0 0 0 0,0 0-9 0 0,0 0-2 0 0,37-25-385 0 0,-35 22 426 0 0,-1 1 1 0 0,1 0-1 0 0,0-1 0 0 0,-1 1 0 0 0,0-1 0 0 0,1 1 0 0 0,-1-1 1 0 0,0 0-1 0 0,0 0 0 0 0,-1 1 0 0 0,1-1 0 0 0,0 0 0 0 0,-1 0 0 0 0,0 0 1 0 0,0 0-1 0 0,0 0 0 0 0,0 0 0 0 0,0 0 0 0 0,0 0 0 0 0,-1 1 1 0 0,0-3 13 0 0,-42 23-138 0 0,29-1 113 0 0,-68 57 101 0 0,72-66-78 0 0,0 0 0 0 0,0 0 0 0 0,0 1 0 0 0,1 0 0 0 0,0 1 0 0 0,1 0 0 0 0,0 0 0 0 0,1 0 0 0 0,0 1 0 0 0,0 1 0 0 0,1-1 0 0 0,-4 12 2 0 0,-30 83 281 0 0,3 0 213 0 0,8 6-250 0 0,27-106-226 0 0,-13 7 899 0 0,16-12-925 0 0,0 0 1 0 0,0 0-1 0 0,-1 0 1 0 0,1 0-1 0 0,0 0 1 0 0,0 0-1 0 0,0 0 1 0 0,0 0-1 0 0,0-1 1 0 0,0 1-1 0 0,0 0 1 0 0,0-1-1 0 0,0 1 1 0 0,1 0-1 0 0,-1-1 1 0 0,0 1-1 0 0,0-1 1 0 0,1 0-1 0 0,-1 0 1 0 0,0 1-1 0 0,1-1 1 0 0,-1 0-1 0 0,0 0 1 0 0,0 0-1 0 0,1 0 1 0 0,-1 0-1 0 0,0 0 1 0 0,1-1-1 0 0,-1 1 1 0 0,0 0 0 0 0,0-1-1 0 0,1 1 1 0 0,-1-1-1 0 0,0 1 1 0 0,0-1-1 0 0,0 1 1 0 0,0-1-1 0 0,0 0 1 0 0,0 0-1 0 0,0 0 1 0 0,0 1-1 0 0,0-1 1 0 0,0 0-1 0 0,1-1 8 0 0,2-21-379 0 0,-8 9-2953 0 0,-4-9 290 0 0,5 11 1577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8T12:35:41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1 395 1024 0 0,'1'-7'8195'0'0,"4"7"-8301"0"0,-5 0 208 0 0,26-8 1539 0 0,85-101-1469 0 0,-17 25-91 0 0,6 12 182 0 0,-25 23-226 0 0,46-16 175 0 0,21 65-197 0 0,52 89 2 0 0,46-35 362 0 0,-85 1 24 0 0,-88-35-307 0 0,19-20-1213 0 0,6-22-4462 0 0,-72 18 4289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8T12:37:50.201"/>
    </inkml:context>
    <inkml:brush xml:id="br0">
      <inkml:brushProperty name="width" value="0.05" units="cm"/>
      <inkml:brushProperty name="height" value="0.05" units="cm"/>
      <inkml:brushProperty name="color" value="#E71224"/>
    </inkml:brush>
    <inkml:context xml:id="ctx1">
      <inkml:inkSource xml:id="inkSrc4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3-06-28T12:38:34.830"/>
    </inkml:context>
    <inkml:brush xml:id="br1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5929 4053 6553 0 0,'6'11'6039'0'0,"0"7"-3780"0"0,-13-6-2586 0 0,9 49 245 0 0,9-56 52 0 0,80 16 69 0 0,-31-10-23 0 0,-60-11-8 0 0,14 3 57 0 0,37 13 67 0 0,-51-16-121 0 0,0 0-3 0 0,35 3 136 0 0,44-47 23 0 0,-46 37-36 0 0,-33 7-118 0 0,37 0 235 0 0,-36 0-235 0 0,0 0 0 0 0,1 0 0 0 0,-1 0 0 0 0,0 0 0 0 0,0 0 0 0 0,1 0 0 0 0,-1 0 0 0 0,0 0-1 0 0,0 1 1 0 0,0-1 0 0 0,1 0 0 0 0,-1 1 0 0 0,0-1 0 0 0,0 1 0 0 0,0-1 0 0 0,0 1 0 0 0,0 0 0 0 0,0 0 0 0 0,0-1 0 0 0,0 1 0 0 0,0 0 0 0 0,0 0 0 0 0,0 0 0 0 0,0 0 0 0 0,-1 0 0 0 0,1 0-1 0 0,0 0 1 0 0,-1 0 0 0 0,1 0 0 0 0,-1 0 0 0 0,1 0 0 0 0,-1 1 0 0 0,1-1 0 0 0,-1 0-13 0 0,0 0 9 0 0,42 15 247 0 0,67-13-134 0 0,-41 4-34 0 0,-26 8 103 0 0,-27 20-41 0 0,-14 52-4 0 0,-25-35-153 0 0,19-12-8 0 0,5-39 25 0 0,0-1-13 0 0,13 126 147 0 0,-51-86-159 0 0,-3-10 21 0 0,9-6 34 0 0,6-13-27 0 0,-52 66-10 0 0,67-70-10 0 0,10-7 5 0 0,1 1 1 0 0,-1 0-1 0 0,0 0 1 0 0,0-1-1 0 0,0 1 1 0 0,0-1 0 0 0,0 1-1 0 0,0-1 1 0 0,0 1-1 0 0,0-1 1 0 0,0 0-1 0 0,0 1 1 0 0,0-1-1 0 0,-1 0 1 0 0,1 0-1 0 0,0 0 1 0 0,0 0-1 0 0,0 0 1 0 0,0 0-1 0 0,0 0 1 0 0,0 0 0 0 0,-1 0-1 0 0,1-1 1 0 0,0 1-1 0 0,0 0 1 0 0,0-1-1 0 0,0 1 1 0 0,0-1-1 0 0,0 1 1 0 0,0-1-1 0 0,0 1 1 0 0,0-1-1 0 0,0 0 1 0 0,1 1-1 0 0,-1-1 1 0 0,0 0 0 0 0,0 0-1 0 0,1 0 1 0 0,-2-1 1 0 0,-5-2-1 0 0,0 0 1 0 0,0 0-1 0 0,-1 1 1 0 0,1 0-1 0 0,-1 0 1 0 0,0 1-1 0 0,0 0 1 0 0,0 0 0 0 0,0 1-1 0 0,0 0 1 0 0,0 0-1 0 0,0 1 1 0 0,-1 0-1 0 0,1 1 1 0 0,0 0-1 0 0,0 0 1 0 0,0 0 0 0 0,-1 2 0 0 0,-82 33-40 0 0,26-23-8 0 0,-33-3 10 0 0,-16-39-77 0 0,103 23 107 0 0,-1 2 0 0 0,0-1 0 0 0,-1 2 0 0 0,1-1 0 0 0,-1 2 0 0 0,1 0 0 0 0,-1 0 0 0 0,0 1 1 0 0,-9 1 7 0 0,-49 14 9 0 0,40-2 14 0 0,-29 10-7 0 0,4 21 2 0 0,-12-9 2 0 0,12-17-58 0 0,-111-17 92 0 0,55 28-68 0 0,-23-9 84 0 0,117-14-70 0 0,0-2-1 0 0,0 0 0 0 0,-1-1 1 0 0,0-1-1 0 0,1-1 0 0 0,-1 0 1 0 0,1-1-1 0 0,-1-1 0 0 0,1-1 1 0 0,-7-3 0 0 0,-50-13-32 0 0,8-24 57 0 0,57 36-20 0 0,1 0 0 0 0,0-1-1 0 0,0 0 1 0 0,1 0 0 0 0,0-1 0 0 0,1 0 0 0 0,0-1-1 0 0,0 0 1 0 0,1 0 0 0 0,0 0 0 0 0,1-1 0 0 0,0 1 0 0 0,-3-12-5 0 0,-65-101 248 0 0,-49 40-202 0 0,52 48-12 0 0,-26 35-98 0 0,-11 0 200 0 0,47-51-138 0 0,7-18 14 0 0,-43 17-4 0 0,8 25 150 0 0,16 32-157 0 0,29 20-592 0 0,34-28-4110 0 0,10-12 3550 0 0</inkml:trace>
  <inkml:trace contextRef="#ctx0" brushRef="#br0" timeOffset="-24195.67">521 996 4545 0 0,'17'-26'2741'0'0,"104"-33"230"0"0,9-18-2882 0 0,-123 72-85 0 0,1 1 0 0 0,0 1-1 0 0,0 0 1 0 0,1 0 0 0 0,-1 0-1 0 0,1 1 1 0 0,-1 0 0 0 0,1 1-1 0 0,0 0 1 0 0,-1 0 0 0 0,1 1 0 0 0,0 0-1 0 0,8 2-3 0 0,12 2 6 0 0,-20-2-4 0 0,0 0 0 0 0,0-1 0 0 0,0 0 0 0 0,0-1 0 0 0,0 0 0 0 0,0 0 0 0 0,0 0 1 0 0,0-1-1 0 0,0-1 0 0 0,-1 0 0 0 0,1 0 0 0 0,6-3-2 0 0,118-51-7 0 0,-4 12 70 0 0,-128 43-62 0 0,0 0 0 0 0,0 0 0 0 0,0 1 0 0 0,0-1 0 0 0,0 0 0 0 0,0 1 0 0 0,0-1 0 0 0,0 0 0 0 0,0 1 0 0 0,0-1 0 0 0,0 1 0 0 0,0 0 0 0 0,1-1 0 0 0,-1 1 0 0 0,0 0 0 0 0,0 0 0 0 0,0 0 0 0 0,1 0 0 0 0,-1 0-1 0 0,0 0 1 0 0,0 0 0 0 0,1 0 0 0 0,-1 0 0 0 0,0 0 0 0 0,0 1 0 0 0,0-1 0 0 0,0 1 0 0 0,1-1 0 0 0,-1 1 0 0 0,0-1 0 0 0,0 1 0 0 0,0-1 0 0 0,0 1 0 0 0,0 0 0 0 0,0 0 0 0 0,0-1 0 0 0,0 1 0 0 0,-1 0 0 0 0,1 0 0 0 0,0 0 0 0 0,0 0 0 0 0,-1 0 0 0 0,1 0 0 0 0,-1 0 0 0 0,1 1 0 0 0,-1-1 0 0 0,1 0 0 0 0,-1 0 0 0 0,1 0-1 0 0,56 165 225 0 0,-5-113 407 0 0,-18 14-49 0 0,-32-61-552 0 0,1 0 0 0 0,0-1 0 0 0,0 1 0 0 0,1 0 0 0 0,0-1 0 0 0,0 0 0 0 0,0 0 0 0 0,1 0 0 0 0,-1 0 0 0 0,1-1 0 0 0,0 0 1 0 0,0 0-1 0 0,1 0 0 0 0,-1 0 0 0 0,1-1 0 0 0,0 0 0 0 0,0 0 0 0 0,0-1 0 0 0,7 2-31 0 0,136 33 432 0 0,-119-26-354 0 0,-6 26 293 0 0,11 64 533 0 0,-28-11-325 0 0,-6-85-571 0 0,-1-4-1 0 0,0 2-7 0 0,-1 15 562 0 0,-1-26 3 0 0,2 8-571 0 0,0 0 1 0 0,0 0 6 0 0,0 0-11 0 0,0 0 3 0 0,0 0 14 0 0,0 0 7 0 0,0 0 0 0 0,1 0-8 0 0,0 0 12 0 0,-1 0-10 0 0,2 0-15 0 0,0 0 479 0 0,-2-1-1896 0 0,0 2-4233 0 0,0-1 4498 0 0</inkml:trace>
  <inkml:trace contextRef="#ctx0" brushRef="#br0" timeOffset="-19154.64">3998 252 2176 0 0,'-7'6'7640'0'0,"30"8"-8237"0"0,-20-13 1252 0 0,109 62 545 0 0,-109-62-1186 0 0,-1 0 1 0 0,1 0-1 0 0,-1 1 0 0 0,0-1 0 0 0,0 1 0 0 0,0-1 0 0 0,0 1 0 0 0,0 0 0 0 0,0-1 0 0 0,0 1 0 0 0,0 0 0 0 0,0 1 1 0 0,-1-1-1 0 0,1 0 0 0 0,-1 0 0 0 0,0 1 0 0 0,0-1 0 0 0,0 0 0 0 0,0 1 0 0 0,0-1 0 0 0,0 1 0 0 0,-1 0 0 0 0,1 0-14 0 0,44 127 474 0 0,-15-51-266 0 0,-41 14 435 0 0,8-81-562 0 0,0 0 1 0 0,-1-1-1 0 0,-1 1 1 0 0,1-1-1 0 0,-2 0 1 0 0,0 0-1 0 0,0 0 0 0 0,0-1 1 0 0,-2 0-1 0 0,1 0 1 0 0,-7 5-82 0 0,4-1 78 0 0,-1 0-1 0 0,2 0 1 0 0,0 1 0 0 0,1 0 0 0 0,0 1 0 0 0,2 0-1 0 0,-1 0 1 0 0,2 0 0 0 0,0 2-78 0 0,5 43 204 0 0,2-57-189 0 0,-1 0 0 0 0,2 0 1 0 0,-1 0-1 0 0,0 0 0 0 0,1 0 0 0 0,0 0 0 0 0,0-1 1 0 0,0 1-1 0 0,0-1 0 0 0,1 0 0 0 0,-1 0 0 0 0,1 0 1 0 0,0 0-1 0 0,0-1 0 0 0,0 1 0 0 0,0-1 0 0 0,0 0 1 0 0,0 0-1 0 0,1-1 0 0 0,2 1-15 0 0,13 8 55 0 0,-14-7-37 0 0,0 0 1 0 0,-1 1-1 0 0,1 0 0 0 0,-1 0 1 0 0,0 0-1 0 0,0 1 0 0 0,-1-1 1 0 0,1 1-1 0 0,-1 0 1 0 0,0 1-1 0 0,0-1 0 0 0,-1 1 1 0 0,0-1-1 0 0,0 1 0 0 0,0 0 1 0 0,-1 0-1 0 0,1 0 1 0 0,-1 3-19 0 0,0 2 38 0 0,-1 1 0 0 0,0-1 1 0 0,0 0-1 0 0,-1 0 0 0 0,-1 0 1 0 0,0 0-1 0 0,0 0 0 0 0,-1 0 1 0 0,-1 0-1 0 0,0 0 0 0 0,0 0 1 0 0,-1-1-1 0 0,0 1 0 0 0,-1-1 1 0 0,0 0-1 0 0,-1-1 0 0 0,0 1 1 0 0,0-1-1 0 0,-1 0 0 0 0,0-1 1 0 0,-1 1-1 0 0,-2 1-38 0 0,-38 58 187 0 0,-35 100-67 0 0,-41 0 17 0 0,71-123-104 0 0,15-21-26 0 0,-8 14-31 0 0,30-19 77 0 0,1 30-34 0 0,15-41-29 0 0,0-7 4 0 0,0-1-2 0 0,-38 4 24 0 0,16 3-2420 0 0,11-7-5888 0 0,9 0 6641 0 0</inkml:trace>
  <inkml:trace contextRef="#ctx0" brushRef="#br0" timeOffset="-12318.05">5077 623 5329 0 0,'-10'12'3967'0'0,"-4"-1"-3641"0"0,-9 48 1517 0 0,16-36-1281 0 0,7-23-554 0 0,27 14 33 0 0,168 5 727 0 0,-75 34-186 0 0,39 16 378 0 0,-55-37-413 0 0,-72 23-387 0 0,-11 1 62 0 0,3-40-127 0 0,25 36 90 0 0,0-7 115 0 0,-33-16-240 0 0,12-2 108 0 0,32 11-14 0 0,-53-34-129 0 0,-1 0 1 0 0,1 0-1 0 0,0-1 0 0 0,0 0 1 0 0,0 0-1 0 0,1 0 1 0 0,-1-1-1 0 0,1 0 0 0 0,0-1 1 0 0,-1 0-1 0 0,1 0 1 0 0,0 0-1 0 0,0-1 0 0 0,-1 0 1 0 0,7-1-26 0 0,3 0 42 0 0,-16 1-33 0 0,-1 0 4 0 0,0 0-2 0 0,0 0 2 0 0,0 0-3 0 0,0 0-2 0 0,0 0 0 0 0,0 0 0 0 0,0 0-3 0 0,0 0-10 0 0,6 5 29 0 0,-1 35 0 0 0,-5-40-18 0 0,-1 0-6 0 0,0 0-5 0 0,-1 16 13 0 0,-29 38-33 0 0,-17 31 81 0 0,39-22-72 0 0,-9 2 54 0 0,9-35 28 0 0,-22 13-32 0 0,4-14 21 0 0,-59 45 13 0 0,-12 16-89 0 0,59-40 69 0 0,38 17 198 0 0,13 20-51 0 0,-7-77-177 0 0,-1 0-1 0 0,0 0 1 0 0,-1 1 0 0 0,0 0-1 0 0,-1-1 1 0 0,0 1-1 0 0,0 0 1 0 0,-1 0 0 0 0,-1 0-1 0 0,0 7-17 0 0,-26 28 117 0 0,23-41-112 0 0,0 0-1 0 0,-1 0 1 0 0,0 0-1 0 0,0-1 1 0 0,0 0-1 0 0,0 0 1 0 0,-1 0-1 0 0,0 0 0 0 0,1-1 1 0 0,-1 0-1 0 0,-1 0 1 0 0,1 0-1 0 0,0 0 1 0 0,-1-1-1 0 0,1 0 1 0 0,-1 0-1 0 0,0-1 1 0 0,-3 1-5 0 0,-112 40-37 0 0,64 0 51 0 0,-28-14-20 0 0,-2 19-27 0 0,36-24-39 0 0,-36 21 48 0 0,-8 62 13 0 0,33-11 35 0 0,-10 7-14 0 0,-85 70 23 0 0,65-85 6 0 0,25-31-41 0 0,-36 8 33 0 0,-51 25-68 0 0,50-13 45 0 0,26-23-54 0 0,-33-16 66 0 0,1-9-100 0 0,60 6 66 0 0,-10 16 4 0 0,-2-8 12 0 0,46-29 63 0 0,16-13-58 0 0,0 0 2 0 0,0 0 4 0 0,0 1-3 0 0,0 0-4 0 0,-19 7 29 0 0,18-8-31 0 0,1 0-9 0 0,0 0-1 0 0,0 0 8 0 0,0 0-13 0 0,0 0 2 0 0,0 0 1 0 0,0 0-3 0 0,0 0-12 0 0,0 0-13 0 0,0 0-26 0 0,0 0-40 0 0,0 0-87 0 0,0 0-94 0 0,0 0-105 0 0,0 0-171 0 0,0 0-337 0 0,0 0-327 0 0,9-19-2532 0 0,-10 3 1896 0 0</inkml:trace>
  <inkml:trace contextRef="#ctx1" brushRef="#br1">1978 1390 0 0,'-20'10'0'0,"36"-17"0"0,131-68 0 0,-141 71 0 0</inkml:trace>
  <inkml:trace contextRef="#ctx1" brushRef="#br1" timeOffset="870.7">2274 1239 0 0,'129'-65'0'0,"-120"60"0"0</inkml:trace>
  <inkml:trace contextRef="#ctx1" brushRef="#br1" timeOffset="1550.66">2717 1014 0 0,'140'-72'0'0,"-130"68"0"0</inkml:trace>
  <inkml:trace contextRef="#ctx1" brushRef="#br1" timeOffset="2172.62">3166 785 0 0,'166'-85'0'0,"-158"81"0"0</inkml:trace>
  <inkml:trace contextRef="#ctx1" brushRef="#br1" timeOffset="2673.51">3581 573 0 0,'143'-72'0'0,"-99"50"0"0</inkml:trace>
  <inkml:trace contextRef="#ctx1" brushRef="#br1" timeOffset="3273.38">3985 368 0 0,'-2'1'0'0,"-6"3"0"0,7-4 0 0,0 1 0 0,0 0 0 0,-1-1 0 0,1 1 0 0,1-1 0 0,0 0 0 0,0 0 0 0,0 0 0 0,0 0 0 0,0 0 0 0,6-3 0 0,0 0 0 0</inkml:trace>
  <inkml:trace contextRef="#ctx1" brushRef="#br1" timeOffset="8342.44">4059 330 0 0,'-21'11'0'0,"36"-19"0"0,12-6 0 0,-54 28 0 0,46-24 0 0,32-15 0 0,-52 25 0 0</inkml:trace>
  <inkml:trace contextRef="#ctx1" brushRef="#br1" timeOffset="24520.16">3769 2102 0 0,'-15'16'0'0,"26"-27"0"0,234-252 0 0,-241 259 0 0</inkml:trace>
  <inkml:trace contextRef="#ctx1" brushRef="#br1" timeOffset="24912.14">4146 1698 0 0,'185'-198'0'0,"-178"190"0"0</inkml:trace>
  <inkml:trace contextRef="#ctx1" brushRef="#br1" timeOffset="25575.52">4519 1298 0 0,'150'-161'0'0,"-142"153"0"0</inkml:trace>
  <inkml:trace contextRef="#ctx1" brushRef="#br1" timeOffset="26091.12">4866 926 0 0,'116'-124'0'0,"-111"118"0"0</inkml:trace>
  <inkml:trace contextRef="#ctx1" brushRef="#br1" timeOffset="27525.03">5009 773 0 0,'-62'66'0'0,"61"-65"0"0</inkml:trace>
  <inkml:trace contextRef="#ctx1" brushRef="#br1" timeOffset="41363.11">3552 3682 0 0,'-1'-1'0'0,"0"1"0"0,1 0 0 0,0 0 0 0,-1 0 0 0,1 0 0 0</inkml:trace>
  <inkml:trace contextRef="#ctx1" brushRef="#br1" timeOffset="41656.25">3570 3685 0 0,'1'0'0'0,"0"0"0"0,-1 0 0 0,0 0 0 0,0 0 0 0,-1 0 0 0,1 0 0 0,0 0 0 0,0 0 0 0,-1 0 0 0,1 0 0 0,0 0 0 0</inkml:trace>
  <inkml:trace contextRef="#ctx1" brushRef="#br1" timeOffset="41927.45">3612 3692 0 0,'375'66'0'0,"-368"-65"0"0</inkml:trace>
  <inkml:trace contextRef="#ctx1" brushRef="#br1" timeOffset="42493.84">4234 3802 0 0,'296'52'0'0,"-289"-51"0"0</inkml:trace>
  <inkml:trace contextRef="#ctx1" brushRef="#br1" timeOffset="43044">4775 3897 0 0,'-1'0'0'0,"278"49"0"0,-271-48 0 0</inkml:trace>
  <inkml:trace contextRef="#ctx1" brushRef="#br1" timeOffset="43602.1">5228 3977 0 0,'298'53'0'0,"-297"-53"0"0</inkml:trace>
  <inkml:trace contextRef="#ctx1" brushRef="#br1" timeOffset="44590.09">5711 4062 0 0,'0'0'0'0,"40"7"0"0,0 0 0 0,-59-10 0 0,16 2 0 0,-53-9 0 0,85 16 0 0,110 18 0 0,-133-23 0 0</inkml:trace>
  <inkml:trace contextRef="#ctx0" brushRef="#br0" timeOffset="100936.97">569 868 760 0 0,'-27'-8'6793'0'0,"24"8"-7208"0"0,-55-2 887 0 0,59 1-464 0 0,0 1 1 0 0,-1 0-1 0 0,1 0 1 0 0,0 1-1 0 0,0-1 1 0 0,-1 0 0 0 0,1 0-1 0 0,0 0 1 0 0,-1 0-1 0 0,1 0 1 0 0,0 1-1 0 0,0-1 1 0 0,-1 0-1 0 0,1 1 1 0 0,-1-1 0 0 0,1 1-1 0 0,0-1 1 0 0,-1 0-1 0 0,1 1 1 0 0,-1-1-1 0 0,1 1 1 0 0,-1 0-1 0 0,1-1 1 0 0,-1 1 0 0 0,1-1-1 0 0,-1 1 1 0 0,0 0-1 0 0,1-1 1 0 0,-1 1-1 0 0,0 0 1 0 0,0-1 0 0 0,1 1-1 0 0,-1 0 1 0 0,0-1-1 0 0,0 1 1 0 0,0 0-1 0 0,0 0 1 0 0,0-1-1 0 0,0 1 1 0 0,0 0 0 0 0,0 0-1 0 0,0-1 1 0 0,0 1-1 0 0,0 0 1 0 0,-1-1-1 0 0,1 1 1 0 0,0 0-1 0 0,-1-1 1 0 0,1 1 0 0 0,0 0-1 0 0,-1-1 1 0 0,1 1-1 0 0,0 0 1 0 0,-1-1-1 0 0,1 1 1 0 0,-1-1-1 0 0,1 1 1 0 0,-1-1 0 0 0,0 1-1 0 0,1-1 1 0 0,-1 0-1 0 0,1 1 1 0 0,-1-1-1 0 0,0 1 1 0 0,1-1 0 0 0,-1 0-1 0 0,0 0-8 0 0,1-1 3 0 0,1-1 1 0 0,-1 1-1 0 0,1-1 1 0 0,-1 1-1 0 0,0-1 1 0 0,0 1-1 0 0,0-1 0 0 0,0 0 1 0 0,0 1-1 0 0,0-1 1 0 0,0 0-1 0 0,0 1 0 0 0,0-1 1 0 0,-1 1-1 0 0,1-1 1 0 0,-1 1-1 0 0,1-1 0 0 0,-1 1 1 0 0,0-1-1 0 0,0 1 1 0 0,1-1-1 0 0,-1 1 0 0 0,0 0 1 0 0,0-1-1 0 0,0 1 1 0 0,0 0-1 0 0,-1 0 0 0 0,1 0 1 0 0,-1-1-4 0 0,1 2-1 0 0,1-1 0 0 0,-1 1 0 0 0,0-1 1 0 0,0 1-1 0 0,1-1 0 0 0,-1 1 0 0 0,0 0 1 0 0,0 0-1 0 0,1-1 0 0 0,-1 1 0 0 0,0 0 0 0 0,0 0 1 0 0,0 0-1 0 0,1 0 0 0 0,-1 0 0 0 0,0 0 1 0 0,0 0-1 0 0,0 0 0 0 0,1 0 0 0 0,-1 0 0 0 0,0 0 1 0 0,0 0-1 0 0,0 1 0 0 0,1-1 0 0 0,-1 0 1 0 0,0 1-1 0 0,0-1 0 0 0,1 0 0 0 0,-1 1 1 0 0,0-1-1 0 0,1 1 0 0 0,-1-1 0 0 0,0 1 0 0 0,1 0 1 0 0,-1-1-1 0 0,1 1 0 0 0,-1-1 0 0 0,1 1 1 0 0,-1 0-1 0 0,1 0 0 0 0,0-1 0 0 0,-1 1 0 0 0,1 0 1 0 0,0 0-1 0 0,-1-1 0 0 0,1 1 0 0 0,0 0 1 0 0,0 0-1 0 0,0 0 0 0 0,0-1 0 0 0,0 1 0 0 0,0 0 1 0 0,0 0-1 0 0,0 0 1 0 0,-9 49 186 0 0,9-48-160 0 0,1-1 1 0 0,-1 1-1 0 0,0-1 0 0 0,0 1 1 0 0,1-1-1 0 0,-1 1 0 0 0,1-1 1 0 0,-1 0-1 0 0,1 1 0 0 0,0-1 1 0 0,0 1-1 0 0,-1-1 0 0 0,1 0 1 0 0,0 0-1 0 0,0 0 0 0 0,0 1 1 0 0,0-1-1 0 0,1 0 1 0 0,-1 0-1 0 0,0 0 0 0 0,0-1 1 0 0,1 1-1 0 0,-1 0 0 0 0,0 0 1 0 0,1-1-1 0 0,-1 1 0 0 0,1-1 1 0 0,-1 1-1 0 0,1-1 0 0 0,-1 1 1 0 0,1-1-1 0 0,-1 0 1 0 0,1 0-1 0 0,-1 0 0 0 0,1 0 1 0 0,-1 0-1 0 0,1 0 0 0 0,-1 0 1 0 0,1-1-1 0 0,-1 1 0 0 0,1 0 1 0 0,0-1-27 0 0,9-41 482 0 0,-11 40-489 0 0,1 1-1 0 0,-1-1 0 0 0,0 0 0 0 0,0 0 0 0 0,0 1 0 0 0,0-1 0 0 0,0 0 0 0 0,0 0 0 0 0,-1 1 0 0 0,1-1 0 0 0,0 0 0 0 0,-1 0 1 0 0,1 1-1 0 0,-1-1 0 0 0,0 0 0 0 0,0 1 0 0 0,0-1 0 0 0,0 1 0 0 0,0-1 0 0 0,0 1 0 0 0,0 0 0 0 0,0-1 0 0 0,0 1 0 0 0,-1 0 1 0 0,1 0-1 0 0,0 0 0 0 0,-1 0 0 0 0,1 0 0 0 0,-1 0 0 0 0,1 0 0 0 0,-2 0 8 0 0,-18 49 0 0 0,28 17 75 0 0,11-72 97 0 0,-17 6-174 0 0,-1-1 0 0 0,1 1 0 0 0,0 0 0 0 0,0-1 0 0 0,-1 1 0 0 0,1 0 0 0 0,0-1 0 0 0,-1 1 0 0 0,1-1 0 0 0,-1 1 0 0 0,0-1 0 0 0,0 1 0 0 0,1-1 0 0 0,-1 0 0 0 0,0 1 0 0 0,0-1 0 0 0,-1 1 0 0 0,1-1 0 0 0,0 1 0 0 0,0-1 0 0 0,-1 1 0 0 0,1-1 0 0 0,-1 1 0 0 0,1-1 0 0 0,-1 1 0 0 0,0-1 0 0 0,1 1 0 0 0,-1 0 0 0 0,0-1 0 0 0,0 1 0 0 0,0 0 0 0 0,0 0 0 0 0,0 0 0 0 0,0 0 0 0 0,0 0 0 0 0,-1 0 0 0 0,1 0 0 0 0,0 0 0 0 0,0 0 0 0 0,-1 0 0 0 0,1 1 0 0 0,-1-1 0 0 0,1 1 0 0 0,-1-1 0 0 0,1 1 0 0 0,-1-1 0 0 0,1 1 0 0 0,-1 0 0 0 0,1 0 0 0 0,-1 0 0 0 0,1 0 0 0 0,-2 0 2 0 0,-1 2 12 0 0,1 0 1 0 0,0 1 0 0 0,0-1-1 0 0,0 1 1 0 0,0 0 0 0 0,1 0-1 0 0,-1 0 1 0 0,1 0 0 0 0,-1 0-1 0 0,1 0 1 0 0,0 1 0 0 0,1-1-1 0 0,-1 1 1 0 0,0 0-1 0 0,1-1 1 0 0,0 1 0 0 0,0 0-1 0 0,0 0 1 0 0,0 0 0 0 0,1 0-1 0 0,0-1 1 0 0,-1 1 0 0 0,1 0-1 0 0,1 0 1 0 0,-1 0 0 0 0,0 0-1 0 0,1 0 1 0 0,0 0 0 0 0,1 2-13 0 0,-1-4 23 0 0,0 0 1 0 0,1-1 0 0 0,0 1 0 0 0,-1 0 0 0 0,1-1 0 0 0,0 1-1 0 0,-1-1 1 0 0,1 0 0 0 0,0 1 0 0 0,0-1 0 0 0,0 0 0 0 0,0 0 0 0 0,0-1-1 0 0,1 1 1 0 0,-1 0 0 0 0,0-1 0 0 0,0 1 0 0 0,0-1 0 0 0,1 1-1 0 0,-1-1 1 0 0,0 0 0 0 0,1 0 0 0 0,-1 0 0 0 0,0-1 0 0 0,0 1 0 0 0,1 0-1 0 0,-1-1 1 0 0,0 1 0 0 0,0-1 0 0 0,0 0 0 0 0,0 0 0 0 0,0 0-1 0 0,0 0 1 0 0,0 0 0 0 0,0 0 0 0 0,0-1 0 0 0,0 1 0 0 0,0-1 0 0 0,-1 1-1 0 0,1-1 1 0 0,-1 1 0 0 0,2-2-24 0 0,7-19 32 0 0,19-17-24 0 0,-27 36-7 0 0,-1 0 0 0 0,0 0 0 0 0,-1-1 0 0 0,1 1 0 0 0,0 0 0 0 0,-1-1 0 0 0,0 1 1 0 0,0-1-1 0 0,0 1 0 0 0,0 0 0 0 0,0-1 0 0 0,-1 1 0 0 0,1-1 0 0 0,-1 1 0 0 0,0 0 0 0 0,0 0 0 0 0,0-1 0 0 0,0 1 0 0 0,-1 0 0 0 0,0 0 0 0 0,1 0 0 0 0,-1 0 0 0 0,0 1 0 0 0,0-1 1 0 0,0 0-1 0 0,-1 1 0 0 0,1 0 0 0 0,-1-1 0 0 0,0 0-1 0 0,0 4-7 0 0,1 0 1 0 0,0 0 0 0 0,0 0-1 0 0,0 0 1 0 0,0 0-1 0 0,0 0 1 0 0,0 1-1 0 0,0-1 1 0 0,1 1 0 0 0,-1-1-1 0 0,0 1 1 0 0,1 0-1 0 0,-1 0 1 0 0,1-1 0 0 0,0 1-1 0 0,-1 0 1 0 0,1 0-1 0 0,0 0 1 0 0,0 1 0 0 0,0-1-1 0 0,1 0 1 0 0,-1 0-1 0 0,1 0 1 0 0,-1 1 0 0 0,1-1-1 0 0,-1 0 1 0 0,1 1-1 0 0,0-1 1 0 0,0 0-1 0 0,0 0 1 0 0,1 3 6 0 0,-2-3 5 0 0,0-1 0 0 0,0 1 1 0 0,1 0-1 0 0,-1 0 0 0 0,0 0 0 0 0,1 0 0 0 0,0 0 0 0 0,-1 1 1 0 0,1-1-1 0 0,0 0 0 0 0,0 0 0 0 0,0 0 0 0 0,0 0 0 0 0,1 0 1 0 0,-1 0-1 0 0,1 0 0 0 0,-1 0 0 0 0,1 0 0 0 0,0 0 0 0 0,-1 0 1 0 0,1 0-1 0 0,0 0 0 0 0,0-1 0 0 0,0 1 0 0 0,1 0 1 0 0,-1 0-1 0 0,0-1 0 0 0,1 1 0 0 0,-1-1 0 0 0,1 1 0 0 0,-1-1 1 0 0,1 0-1 0 0,0 0 0 0 0,-1 0 0 0 0,1 0 0 0 0,0 0 0 0 0,0 0 1 0 0,0 0-1 0 0,0 0 0 0 0,0-1 0 0 0,0 1-5 0 0,13-48 37 0 0,-15 46-38 0 0,1-1 0 0 0,-1 1-1 0 0,0-1 1 0 0,0 1 0 0 0,1-1-1 0 0,-1 1 1 0 0,0-1 0 0 0,0 1-1 0 0,-1 0 1 0 0,1-1 0 0 0,0 1-1 0 0,0-1 1 0 0,-1 1 0 0 0,1-1-1 0 0,-1 1 1 0 0,1 0 0 0 0,-1-1-1 0 0,1 1 1 0 0,-1 0 0 0 0,0-1-1 0 0,0 1 1 0 0,0 0 0 0 0,0 0-1 0 0,0 0 1 0 0,0 0 0 0 0,0 0-1 0 0,0 0 1 0 0,0 0 0 0 0,0 0-1 0 0,-1 0 1 0 0,1 1 0 0 0,0-1-1 0 0,0 0 1 0 0,-1 1 0 0 0,1-1-1 0 0,-2 1 2 0 0,2 47-24 0 0,2-39 38 0 0,-1-7-8 0 0,0-1 0 0 0,-1 1 1 0 0,1-1-1 0 0,0 1 1 0 0,0 0-1 0 0,0-1 0 0 0,0 1 1 0 0,0 0-1 0 0,0-1 1 0 0,0 1-1 0 0,0 0 0 0 0,0-1 1 0 0,0 1-1 0 0,0 0 1 0 0,0-1-1 0 0,0 1 0 0 0,0 0 1 0 0,1-1-1 0 0,-1 1 1 0 0,0-1-1 0 0,0 1 0 0 0,1 0 1 0 0,-1-1-1 0 0,0 1 0 0 0,1-1 1 0 0,-1 1-1 0 0,1-1 1 0 0,-1 1-1 0 0,1-1 0 0 0,-1 0 1 0 0,1 1-1 0 0,-1-1 1 0 0,1 1-1 0 0,-1-1 0 0 0,1 0 1 0 0,0 1-1 0 0,-1-1 1 0 0,1 0-1 0 0,-1 0 0 0 0,1 0 1 0 0,0 0-1 0 0,-1 1 0 0 0,1-1 1 0 0,0 0-1 0 0,-1 0 1 0 0,1 0-1 0 0,0 0 0 0 0,-1 0 1 0 0,1 0-1 0 0,0-1 1 0 0,-1 1-1 0 0,1 0 0 0 0,0 0 1 0 0,-1 0-1 0 0,1-1 1 0 0,-1 1-1 0 0,1 0 0 0 0,-1 0 1 0 0,1-1-1 0 0,0 1 0 0 0,-1-1 1 0 0,1 1-7 0 0,0-23 96 0 0,7 9-128 0 0,2-10 175 0 0,-11 15-2940 0 0,1 9 1938 0 0,3 0-326 0 0</inkml:trace>
  <inkml:trace contextRef="#ctx0" brushRef="#br0" timeOffset="114303.29">78 106 264 0 0,'-44'-61'3194'0'0,"11"17"-1380"0"0,52 83 736 0 0,49 61-1821 0 0,94 190 2209 0 0,-83-182-2691 0 0,-78-107-270 0 0,-1-1-46 0 0,0 0-43 0 0,0 0-55 0 0,0 0-104 0 0,0 0-79 0 0,0-12-5469 0 0,2 8 4887 0 0</inkml:trace>
  <inkml:trace contextRef="#ctx0" brushRef="#br0" timeOffset="115011.58">320 67 1040 0 0,'-11'-4'8565'0'0,"8"10"-6762"0"0,1 2-1994 0 0,-61 133 1231 0 0,50-116-959 0 0,-1 0-1 0 0,-2-1 0 0 0,0 0 0 0 0,-2-1 0 0 0,0-1 1 0 0,-10 7-81 0 0,8-20-793 0 0,16-17-5845 0 0,4 6 5627 0 0</inkml:trace>
  <inkml:trace contextRef="#ctx0" brushRef="#br0" timeOffset="115817.14">285 176 2264 0 0,'-22'10'4125'0'0,"-4"32"-4310"0"0,13-17 545 0 0,-99 166 955 0 0,59-72-1862 0 0,44-107-2112 0 0,9-12 1931 0 0</inkml:trace>
  <inkml:trace contextRef="#ctx0" brushRef="#br0" timeOffset="116918.14">435 496 3185 0 0,'-1'1'67'0'0,"1"0"-1"0"0,-1 0 1 0 0,1 0 0 0 0,-1 1 0 0 0,1-1 0 0 0,-1 0 0 0 0,1 0 0 0 0,0 1 0 0 0,0-1-1 0 0,-1 0 1 0 0,1 0 0 0 0,0 1 0 0 0,0-1 0 0 0,0 0 0 0 0,1 0 0 0 0,-1 1 0 0 0,0-1-1 0 0,0 0 1 0 0,1 1 0 0 0,-1-1 0 0 0,0 0 0 0 0,1 0 0 0 0,0 0 0 0 0,-1 0 0 0 0,1 1-1 0 0,0-1 1 0 0,-1 0 0 0 0,1 0 0 0 0,0 0 0 0 0,0 0 0 0 0,0-1 0 0 0,0 1 0 0 0,0 0-1 0 0,0 0 1 0 0,0 0 0 0 0,0-1 0 0 0,0 1 0 0 0,0 0 0 0 0,0-1 0 0 0,1 1 0 0 0,-1-1-67 0 0,69 16 1292 0 0,-66-17-1227 0 0,0 0-1 0 0,0-1 1 0 0,0 0 0 0 0,0 0-1 0 0,0 0 1 0 0,0 0 0 0 0,0-1-1 0 0,-1 1 1 0 0,1-1 0 0 0,-1 0-1 0 0,0 0 1 0 0,0 0 0 0 0,0-1-1 0 0,0 1 1 0 0,0-1 0 0 0,-1 0-1 0 0,0 1 1 0 0,0-1 0 0 0,0 0-1 0 0,0 0 1 0 0,0-1 0 0 0,-1 1 0 0 0,0 0-1 0 0,0 0 1 0 0,0-1 0 0 0,0 1-1 0 0,-1-1 1 0 0,1 1 0 0 0,-1 0-1 0 0,0-1 1 0 0,-1 1 0 0 0,0-4-65 0 0,2 5 24 0 0,0 1 1 0 0,-1-1-1 0 0,1 0 0 0 0,-1 0 1 0 0,0 1-1 0 0,0-1 1 0 0,0 0-1 0 0,0 0 1 0 0,-1 0-1 0 0,1 1 1 0 0,-1-1-1 0 0,0 0 1 0 0,1 0-1 0 0,-1 1 1 0 0,-1-1-1 0 0,1 1 0 0 0,0-1 1 0 0,0 1-1 0 0,-1-1 1 0 0,1 1-1 0 0,-1 0 1 0 0,0 0-1 0 0,0 0 1 0 0,0 0-1 0 0,0 0 1 0 0,0 0-1 0 0,0 0 1 0 0,-1 1-1 0 0,1-1 0 0 0,0 1 1 0 0,-1-1-1 0 0,1 1 1 0 0,-1 0-1 0 0,0 0 1 0 0,1 0-1 0 0,-1 1 1 0 0,0-1-1 0 0,0 1 1 0 0,1-1-1 0 0,-1 1 1 0 0,-2 0-25 0 0,-5 9-8 0 0,-41 74 13 0 0,10-4-4 0 0,27-30-2769 0 0,18-49 1601 0 0,5 3 317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8T12:39:51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0 1984 0 0,'-8'66'1685'0'0,"7"-58"-1485"0"0,-23 41 2251 0 0,23-49-2458 0 0,1 0-1 0 0,-38-39-113 0 0,35 42 116 0 0,0 1 0 0 0,1 0-1 0 0,-1 1 1 0 0,1-1 0 0 0,0 0 0 0 0,0 1 0 0 0,0-1 0 0 0,1 1-1 0 0,0 0 1 0 0,0-1 0 0 0,0 1 0 0 0,0 0 0 0 0,1 0 0 0 0,-1-1-1 0 0,1 1 1 0 0,1 0 0 0 0,-1 2 5 0 0,0-6-14 0 0,0 0 71 0 0,-1 1 0 0 0,1-1 1 0 0,0 1-1 0 0,-1-1 0 0 0,1 1 1 0 0,0-1-1 0 0,0 1 0 0 0,0-1 0 0 0,0 0 1 0 0,0 1-1 0 0,0-1 0 0 0,1 1 0 0 0,-1-1 1 0 0,0 1-1 0 0,1-1 0 0 0,-1 0 0 0 0,1 1 1 0 0,0-1-1 0 0,-1 0 0 0 0,1 1 0 0 0,0-1 1 0 0,0 0-1 0 0,0 0 0 0 0,0 0 0 0 0,0 0 1 0 0,0 0-1 0 0,0 0 0 0 0,0 0 0 0 0,0 0 1 0 0,0 0-1 0 0,0 0 0 0 0,1 0 0 0 0,-1-1 1 0 0,0 1-1 0 0,1-1 0 0 0,0 1-57 0 0,-1-1 107 0 0,-1 0-14 0 0,0 0-40 0 0,-1-3-46 0 0,1-1-1 0 0,-1 0 0 0 0,1 1 1 0 0,-1-1-1 0 0,0 1 0 0 0,0-1 1 0 0,-1 1-1 0 0,1 0 0 0 0,-1-1 1 0 0,1 1-1 0 0,-1 0 0 0 0,0 0 1 0 0,-1 0-1 0 0,1 0 0 0 0,0 1 1 0 0,-1-1-1 0 0,1 0 0 0 0,-1 1 1 0 0,0 0-1 0 0,-3-2-6 0 0,20 13-55 0 0,11-24 389 0 0,-24 14-332 0 0,-1 0 0 0 0,1 0 0 0 0,-1-1 0 0 0,1 1 0 0 0,-1 0 0 0 0,1-1 0 0 0,-1 1 0 0 0,0 0 0 0 0,0 0 0 0 0,1-1 0 0 0,-1 1 0 0 0,0-1 0 0 0,0 1 0 0 0,0 0 0 0 0,0-1 0 0 0,-1 1 0 0 0,1 0 0 0 0,0-1 0 0 0,-1 1 0 0 0,1 0 0 0 0,-1 0 0 0 0,1-1 0 0 0,-1 1 0 0 0,1 0 0 0 0,-1 0 0 0 0,0 0 0 0 0,0 0 0 0 0,1 0 0 0 0,-1 0 0 0 0,0 0 0 0 0,0 0 0 0 0,0 0 0 0 0,0 0 0 0 0,0 0 0 0 0,0 0 0 0 0,-1 1 0 0 0,1-1 0 0 0,0 0 0 0 0,0 1 0 0 0,0-1 0 0 0,-1 1 0 0 0,1-1 0 0 0,0 1 0 0 0,-1 0-2 0 0,2 0-15 0 0,0 0 6 0 0,7 24-18 0 0,6-18 44 0 0,-12-5-13 0 0,0 1-1 0 0,0-1 1 0 0,0 0-1 0 0,0 0 1 0 0,0 0-1 0 0,0-1 1 0 0,1 1-1 0 0,-1 0 1 0 0,0 0-1 0 0,1-1 1 0 0,-1 1-1 0 0,1-1 1 0 0,-1 1-1 0 0,1-1 1 0 0,-1 1-1 0 0,1-1 1 0 0,-1 0-1 0 0,1 0 1 0 0,-1 0 0 0 0,1 0-1 0 0,-1 0 1 0 0,1 0-1 0 0,-1 0 1 0 0,1 0-1 0 0,-1-1 1 0 0,1 1-1 0 0,-1-1 1 0 0,1 1-1 0 0,-1-1 1 0 0,0 1-1 0 0,1-1 1 0 0,-1 0-1 0 0,0 0 1 0 0,1 0-1 0 0,-1 1 1 0 0,0-1-1 0 0,0 0 1 0 0,1-1-4 0 0,0-2 6 0 0,-1 2-3 0 0,1 1 0 0 0,0-1-1 0 0,-1 0 1 0 0,1-1 0 0 0,-1 1-1 0 0,0 0 1 0 0,0 0 0 0 0,0-1-1 0 0,0 1 1 0 0,0 0 0 0 0,0-1-1 0 0,-1 1 1 0 0,1-1 0 0 0,-1 1-1 0 0,0-1 1 0 0,1 1 0 0 0,-1-1-1 0 0,0 1 1 0 0,-1-1 0 0 0,1 1-1 0 0,0-1 1 0 0,-1 1 0 0 0,1-1 0 0 0,-1 1-1 0 0,0-1 1 0 0,0 1 0 0 0,0 0-1 0 0,0-1 1 0 0,0 1 0 0 0,0 0-1 0 0,-1 0 1 0 0,1 0 0 0 0,-1 0-1 0 0,0 0 1 0 0,1 0-3 0 0,-4 46-119 0 0,5-44 126 0 0,14-22 125 0 0,-14 14-121 0 0,0 7-22 0 0,0 0 1 0 0,0 0 0 0 0,0 0-1 0 0,0 0 1 0 0,-1 0 0 0 0,1 0-1 0 0,0 0 1 0 0,-1 0 0 0 0,1 0 0 0 0,-1 0-1 0 0,1 0 1 0 0,-1 0 0 0 0,1 1-1 0 0,-1-1 1 0 0,1 0 0 0 0,-1 0-1 0 0,0 0 1 0 0,0 1 0 0 0,1-1-1 0 0,-1 0 1 0 0,0 1 0 0 0,0-1-1 0 0,0 1 1 0 0,0-1 0 0 0,0 1 0 0 0,0-1-1 0 0,0 1 1 0 0,0 0 0 0 0,0-1-1 0 0,0 1 1 0 0,0 0 0 0 0,0 0-1 0 0,0 0 1 0 0,0 0 0 0 0,0 0-1 0 0,0 0 1 0 0,0 0 0 0 0,0 0-1 0 0,0 0 1 0 0,0 0 0 0 0,0 0 0 0 0,0 1-1 0 0,0-1 1 0 0,0 0 0 0 0,0 1-1 0 0,0-1 1 0 0,0 1 0 0 0,0-1-1 0 0,1 1 1 0 0,-1 0 0 0 0,0-1-1 0 0,0 1 1 0 0,0 0 0 0 0,1-1 0 0 0,-1 1-1 0 0,0 0 1 0 0,1 0 0 0 0,-1 0-1 0 0,1 0 1 0 0,-1 0 0 0 0,1-1-1 0 0,-1 1 1 0 0,1 0 0 0 0,0 0-1 0 0,-1 0 1 0 0,1 0 0 0 0,0 1 10 0 0,-13 42-2870 0 0,13-44 2215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8T12:39:52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26 147 2697 0 0,'-26'13'5513'0'0,"41"17"-4074"0"0,-4-14-1749 0 0,108 161 845 0 0,-37-89-618 0 0,-77-79-151 0 0,5 4-75 0 0,-8-5-3755 0 0,-2-8 3041 0 0</inkml:trace>
  <inkml:trace contextRef="#ctx0" brushRef="#br0" timeOffset="283.58">298 1 3169 0 0,'-39'64'4587'0'0,"11"55"-4721"0"0,16-57 392 0 0,-85 241 445 0 0,78-273-590 0 0,9-29-3138 0 0,10-2 2179 0 0,0-1-346 0 0</inkml:trace>
  <inkml:trace contextRef="#ctx0" brushRef="#br0" timeOffset="9447.82">432 429 224 0 0,'0'2'88'0'0,"-2"-1"-56"0"0,1-1-32 0 0,-1 0 0 0 0,1 0 0 0 0,-1 0 0 0 0</inkml:trace>
  <inkml:trace contextRef="#ctx0" brushRef="#br0" timeOffset="14618.21">408 410 320 0 0,'-12'-1'4533'0'0,"-17"18"-2731"0"0,-19 75-1805 0 0,46-87-14 0 0,1-5 15 0 0,0 1-1 0 0,1-1 1 0 0,0 1 0 0 0,-1-1 0 0 0,1 1-1 0 0,-1-1 1 0 0,1 1 0 0 0,0-1-1 0 0,-1 1 1 0 0,1 0 0 0 0,0-1 0 0 0,0 1-1 0 0,-1-1 1 0 0,1 1 0 0 0,0 0 0 0 0,0-1-1 0 0,0 1 1 0 0,0 0 0 0 0,0-1 0 0 0,0 1-1 0 0,0 0 1 0 0,0-1 0 0 0,0 1 0 0 0,0 0-1 0 0,0-1 1 0 0,0 1 0 0 0,1 0-1 0 0,-1-1 1 0 0,0 1 0 0 0,0 0 0 0 0,1-1-1 0 0,-1 1 1 0 0,0-1 0 0 0,1 1 0 0 0,-1 0-1 0 0,1-1 1 0 0,-1 1 0 0 0,1-1 0 0 0,-1 0-1 0 0,1 1 1 0 0,-1-1 0 0 0,1 1-1 0 0,-1-1 1 0 0,1 0 0 0 0,-1 1 0 0 0,1-1-1 0 0,0 0 1 0 0,-1 0 0 0 0,1 1 0 0 0,0-1-1 0 0,-1 0 1 0 0,1 0 0 0 0,0 0 0 0 0,-1 0-1 0 0,1 0 1 0 0,0 0 2 0 0,3 2 39 0 0,0-1 0 0 0,0-1 1 0 0,1 1-1 0 0,-1 0 0 0 0,0-1 0 0 0,1 0 0 0 0,-1 0 1 0 0,0 0-1 0 0,1-1 0 0 0,-1 1 0 0 0,0-1 0 0 0,0 0 1 0 0,1 0-1 0 0,-1 0 0 0 0,0-1 0 0 0,0 0 0 0 0,0 0 0 0 0,-1 0 1 0 0,1 0-1 0 0,0 0 0 0 0,-1-1 0 0 0,1 1 0 0 0,-1-1 1 0 0,0 0-1 0 0,0 0 0 0 0,0-1 0 0 0,0 1 0 0 0,-1 0 1 0 0,1-1-1 0 0,-1 0 0 0 0,2-2-39 0 0,40-60 679 0 0,-43 64-647 0 0,1-1 1 0 0,-1 0-1 0 0,0 1 0 0 0,0-1 1 0 0,0 0-1 0 0,0 0 1 0 0,0 0-1 0 0,-1 0 0 0 0,1 1 1 0 0,-1-1-1 0 0,0 0 1 0 0,0 0-1 0 0,0 0 0 0 0,0 0 1 0 0,0 0-1 0 0,-1 0 1 0 0,1 0-1 0 0,-1 0 0 0 0,0 0 1 0 0,0 1-1 0 0,0-1 1 0 0,0 0-1 0 0,-1 1 0 0 0,1-1 1 0 0,-1 1-1 0 0,1-1 1 0 0,-1 1-1 0 0,0 0 1 0 0,0-1-1 0 0,0 1 0 0 0,0 0 1 0 0,0 0-1 0 0,0 0 1 0 0,-1 1-1 0 0,1-1 0 0 0,-1 1 1 0 0,1-1-1 0 0,-1 1 1 0 0,0 0-1 0 0,0 0 0 0 0,1 0 1 0 0,-1 0-1 0 0,0 0 1 0 0,0 1-1 0 0,0-1 0 0 0,0 1 1 0 0,-1 0-33 0 0,2 0-48 0 0,-1 0 1 0 0,0 1-1 0 0,0-1 0 0 0,0 1 1 0 0,1 0-1 0 0,-1 0 1 0 0,0 0-1 0 0,1 0 0 0 0,-1 0 1 0 0,1 0-1 0 0,-1 1 0 0 0,1-1 1 0 0,-1 1-1 0 0,1 0 1 0 0,0 0-1 0 0,0 0 0 0 0,0 0 1 0 0,0 0-1 0 0,0 0 1 0 0,1 0-1 0 0,-1 1 0 0 0,1-1 1 0 0,-1 1-1 0 0,1-1 0 0 0,0 1 1 0 0,0-1-1 0 0,0 1 1 0 0,0 0-1 0 0,0 0 0 0 0,1-1 1 0 0,-1 2 47 0 0,-13 26-2044 0 0,8-19 1264 0 0,1-1-212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5:28:33.2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5:28:33.2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5:30:09.3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1 303,'15'-9,"1"0,-1-1,0 0,-1-1,0-1,-1 0,-1-1,0 0,0-1,-1-1,-1 1,0-2,111-117,-111 130,0 1,-1 0,1 0,0 1,0 0,0 1,0 0,0 0,0 1,0 1,0-1,0 2,-1-1,1 1,-1 1,1 0,-1 0,1 1,11 3,349 146,-344-149,1 0,0-2,0-1,0-2,0 0,0-2,0-1,0-1,8-3,60-5,-76 10,-3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2T16:05:32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2471 4849 0 0,'-19'11'3463'0'0,"-34"-2"-2840"0"0,49-13-608 0 0,1 0 0 0 0,0-1-1 0 0,-1 1 1 0 0,2-1 0 0 0,-1 0-1 0 0,0 0 1 0 0,1 0 0 0 0,0-1-1 0 0,0 1 1 0 0,1 0 0 0 0,0-1-1 0 0,-1 1 1 0 0,2-1 0 0 0,-1 1-1 0 0,1-1 1 0 0,0 0 0 0 0,0 1-1 0 0,0-1 1 0 0,1 0 0 0 0,0 1-1 0 0,0-1 1 0 0,0 1 0 0 0,1 0-1 0 0,0-1 1 0 0,0 1 0 0 0,0 0-1 0 0,0 0 1 0 0,1 0 0 0 0,1-2-15 0 0,8-50 113 0 0,-9 41-168 0 0,20-23 21 0 0,34 20 43 0 0,70 46 192 0 0,-94-11-91 0 0,-32-16-110 0 0,0 1 0 0 0,0-1 1 0 0,1 1-1 0 0,-1-1 0 0 0,0 1 0 0 0,0-1 1 0 0,0 0-1 0 0,0 1 0 0 0,0-1 0 0 0,0 0 1 0 0,1 0-1 0 0,-1 0 0 0 0,0 0 1 0 0,0 0-1 0 0,0 0 0 0 0,0 0 0 0 0,0-1 1 0 0,1 1-1 0 0,-1 0 0 0 0,0-1 1 0 0,0 1-1 0 0,0 0 0 0 0,0-1 0 0 0,0 1 1 0 0,0-1-1 0 0,0 0 0 0 0,0 1 0 0 0,0-1 1 0 0,0 0-1 0 0,0 0 0 0 0,-1 1 1 0 0,1-1-1 0 0,0 0 0 0 0,0-1 0 0 0,15-29-33 0 0,8-10 22 0 0,-2-38-121 0 0,5 47 124 0 0,-22 11 87 0 0,5 16-44 0 0,-4 5-44 0 0,34 10 997 0 0,-38-9-982 0 0,1 1 0 0 0,-1-1 0 0 0,1 0 0 0 0,0 0 0 0 0,-1 0 0 0 0,1 0 0 0 0,0-1 0 0 0,0 1 0 0 0,0-1 0 0 0,0 1 0 0 0,-1-1 0 0 0,1 0 0 0 0,0 0 0 0 0,0 0 0 0 0,0-1 0 0 0,0 1 0 0 0,-1-1-1 0 0,1 1 1 0 0,0-1 0 0 0,0 0 0 0 0,-1 0 0 0 0,1-1 0 0 0,0 1 0 0 0,1-1-6 0 0,70-110 412 0 0,-19 21-452 0 0,10-15-62 0 0,-1-16 139 0 0,-37 59-26 0 0,24 28-66 0 0,34-27-280 0 0,-77 58 318 0 0,0 0 0 0 0,1 1 0 0 0,-1 0 0 0 0,1 1 1 0 0,0 0-1 0 0,-1 0 0 0 0,1 1 0 0 0,0 0 0 0 0,0 0 0 0 0,0 1 0 0 0,0 0 0 0 0,0 1 0 0 0,0 0 0 0 0,4 1 17 0 0,-9 1 11 0 0,-1 0 1 0 0,0 0-1 0 0,0 0 1 0 0,0 1-1 0 0,0-1 1 0 0,-1 1-1 0 0,0-1 0 0 0,1 1 1 0 0,-1 0-1 0 0,0 0 1 0 0,-1 0-1 0 0,1 1 1 0 0,-1-1-1 0 0,0 0 0 0 0,0 1 1 0 0,0-1-1 0 0,-1 0 1 0 0,1 2-12 0 0,1 3-3 0 0,22 80 0 0 0,8 4 6 0 0,-30-89-12 0 0,0 0 1 0 0,0 0-1 0 0,1 0 1 0 0,0 0-1 0 0,0-1 1 0 0,0 1 0 0 0,0-1-1 0 0,0 0 1 0 0,1 0-1 0 0,0 0 1 0 0,-1 0 0 0 0,1 0-1 0 0,0-1 1 0 0,0 0-1 0 0,0 0 1 0 0,1 0-1 0 0,-1 0 1 0 0,0-1 0 0 0,3 1 8 0 0,-3 0 3 0 0,0-1 1 0 0,-1 0 0 0 0,1 0 0 0 0,0-1 0 0 0,0 1 0 0 0,0-1 0 0 0,-1 0 0 0 0,1 0-1 0 0,0 0 1 0 0,0 0 0 0 0,0 0 0 0 0,0-1 0 0 0,-1 0 0 0 0,1 0 0 0 0,0 0 0 0 0,0 0-1 0 0,-1-1 1 0 0,1 1 0 0 0,-1-1 0 0 0,0 0 0 0 0,1 0 0 0 0,-1 0 0 0 0,0-1 0 0 0,0 1-1 0 0,0-1 1 0 0,-1 1 0 0 0,1-1 0 0 0,0 0 0 0 0,-1 0 0 0 0,0 0 0 0 0,2-3-4 0 0,39-45 17 0 0,24-56-22 0 0,-50 2-633 0 0,-9-38 33 0 0,-36 96 970 0 0,26-111 117 0 0,36 165-293 0 0,-30-9-186 0 0,1 0 0 0 0,0 0 1 0 0,0-1-1 0 0,-1 0 0 0 0,1 0 1 0 0,-1 0-1 0 0,0 0 0 0 0,0-1 0 0 0,0 0 1 0 0,-1 0-1 0 0,1 0 0 0 0,-1 0 0 0 0,0 0 1 0 0,0-1-1 0 0,0 1 0 0 0,-1-1 0 0 0,1 0 1 0 0,-1 0-1 0 0,-1 0 0 0 0,2-4-3 0 0,5-6 31 0 0,1 1 0 0 0,0 0 0 0 0,1 0-1 0 0,1 1 1 0 0,0 0 0 0 0,1 0 0 0 0,0 2-1 0 0,4-3-30 0 0,7-9-22 0 0,52-78-11 0 0,-34 25-155 0 0,-4-6-198 0 0,-3 6 82 0 0,27-77 136 0 0,27 11-152 0 0,-53 102 320 0 0,-19 23 168 0 0,26 9-62 0 0,-42 8-74 0 0,0 0-18 0 0,0 0 0 0 0,20 14-620 0 0,22 59 804 0 0,-24 54 67 0 0,-17-125-248 0 0,1 0 1 0 0,-1 0-1 0 0,1-1 0 0 0,0 1 0 0 0,0 0 1 0 0,0-1-1 0 0,0 1 0 0 0,0-1 0 0 0,0 1 1 0 0,0-1-1 0 0,0 0 0 0 0,1 0 0 0 0,-1 0 1 0 0,0 0-1 0 0,1-1 0 0 0,-1 1 0 0 0,1-1 1 0 0,-1 1-1 0 0,1-1 0 0 0,-1 0 0 0 0,1 0 1 0 0,-1 0-1 0 0,1 0 0 0 0,-1 0 0 0 0,1-1 1 0 0,-1 1-1 0 0,0-1 0 0 0,1 1 0 0 0,-1-1 1 0 0,1 0-1 0 0,-1 0 0 0 0,1-1-17 0 0,20-1 32 0 0,125 40 895 0 0,-89-56-934 0 0,8-37 9 0 0,-6-36-176 0 0,-3-7 58 0 0,-49 80 124 0 0,82-43-25 0 0,-10-42-532 0 0,-79 104 549 0 0,-1 0 1 0 0,1 0-1 0 0,-1 0 1 0 0,0 0 0 0 0,1 0-1 0 0,-1 0 1 0 0,0 0 0 0 0,1 1-1 0 0,-1-1 1 0 0,0 0 0 0 0,0 1-1 0 0,1-1 1 0 0,-1 1 0 0 0,0 0-1 0 0,0-1 1 0 0,0 1 0 0 0,0 0-1 0 0,1 0 1 0 0,-1 0 0 0 0,0 0-1 0 0,-1 0 1 0 0,1 0 0 0 0,0 0-1 0 0,0 0 1 0 0,0 0 0 0 0,-1 0-1 0 0,1 0 1 0 0,0 1 0 0 0,-1-1-1 0 0,1 0 1 0 0,-1 0 0 0 0,1 1-1 0 0,-1-1 1 0 0,0 0 0 0 0,0 1-1 0 0,0-1 1 0 0,1 0 0 0 0,-1 1-1 0 0,0-1 1 0 0,-1 1-1 0 0,22 33 163 0 0,6 7 109 0 0,34 91-287 0 0,-48-50 810 0 0,-11-81-795 0 0,0 0 0 0 0,0 0 0 0 0,1 0 0 0 0,-1 0-1 0 0,1 0 1 0 0,-1-1 0 0 0,1 1 0 0 0,0-1 0 0 0,0 1 0 0 0,0-1 0 0 0,-1 0 0 0 0,1 0-1 0 0,0 0 1 0 0,1-1 0 0 0,-1 1 0 0 0,0-1 0 0 0,0 0 0 0 0,0 0 0 0 0,0 0-1 0 0,2 0 1 0 0,-5 0 0 0 0,69-7 0 0 0,-7-20-6 0 0,-45 12-2 0 0,42-6 85 0 0,-43 53 2 0 0,-14-23-84 0 0,0 1 0 0 0,0 0 0 0 0,-1 0 1 0 0,0 0-1 0 0,0 0 0 0 0,-1 0 0 0 0,-1 0 0 0 0,0 0 0 0 0,0 0 1 0 0,-1 0-1 0 0,0-1 0 0 0,0 1 0 0 0,-3 3 5 0 0,-58 87 14 0 0,47-81-1 0 0,-41 44 51 0 0,-44 39-264 0 0,-145 143-250 0 0,148-154 553 0 0,37-32-14 0 0,-5-8-181 0 0,-26 31-105 0 0,26-19 110 0 0,50-53 578 0 0,16-10-442 0 0,-16 5 58 0 0,-38 61-58 0 0,-8-53-142 0 0,60-12 77 0 0,-1-1 0 0 0,1 1 0 0 0,0-1-1 0 0,-1 0 1 0 0,1 0 0 0 0,0 0 0 0 0,0 0 0 0 0,-1 0 0 0 0,1 0 0 0 0,0-1-1 0 0,-1 1 1 0 0,1-1 0 0 0,0 1 0 0 0,0-1 0 0 0,0 0 0 0 0,-1 0 0 0 0,1 0-1 0 0,0 0 1 0 0,0 0 0 0 0,1-1 0 0 0,-1 1 0 0 0,0-1 0 0 0,0 1-1 0 0,1-1 1 0 0,-1 1 0 0 0,0-1 0 0 0,0-1 16 0 0,2 3-8 0 0,0 0-5 0 0,0 0 3 0 0,31 9-12 0 0,79 10 283 0 0,41-14 7 0 0,-117-16-69 0 0,-34 11-131 0 0,0 0 23 0 0,0 0 3 0 0,70-4 841 0 0,-35-4-888 0 0,36 5 157 0 0,-66 10-189 0 0,0-1-1 0 0,0 1 1 0 0,-1 0 0 0 0,0 0 0 0 0,0 0 0 0 0,0 0-1 0 0,-1 1 1 0 0,0-1 0 0 0,-1 1 0 0 0,0 0 0 0 0,0 0-1 0 0,0 0 1 0 0,-1 0 0 0 0,0 0 0 0 0,-1 0 0 0 0,0 1-1 0 0,0-1 1 0 0,-1 0 0 0 0,0 0 0 0 0,0 0 0 0 0,-1 0-1 0 0,0 0 1 0 0,0 0 0 0 0,-1-1 0 0 0,0 2-15 0 0,-1 10 6 0 0,-7 55-14 0 0,9-69 4 0 0,1 1 1 0 0,0-1-1 0 0,1 1 0 0 0,-1-1 1 0 0,1 1-1 0 0,0-1 0 0 0,1 1 1 0 0,-1-1-1 0 0,1 1 0 0 0,0-1 1 0 0,0 1-1 0 0,1-1 1 0 0,-1 0-1 0 0,1 1 0 0 0,1-1 1 0 0,-1 0-1 0 0,1 0 0 0 0,-1-1 1 0 0,1 1-1 0 0,1-1 0 0 0,-1 1 1 0 0,1-1-1 0 0,0 0 0 0 0,0 0 1 0 0,0 0-1 0 0,2 1 4 0 0,62 46 40 0 0,-63-46-32 0 0,-2 0 0 0 0,1 0 0 0 0,-1 1 0 0 0,1 0 0 0 0,-2 0-1 0 0,1 0 1 0 0,-1 0 0 0 0,0 0 0 0 0,0 0 0 0 0,0 1 0 0 0,-1-1 0 0 0,0 0 0 0 0,0 1 0 0 0,-1-1-1 0 0,0 1 1 0 0,0 0 0 0 0,0-1 0 0 0,-1 1 0 0 0,0-1 0 0 0,0 0 0 0 0,-1 1 0 0 0,0-1 0 0 0,-1 4-8 0 0,6 58-223 0 0,4-65 217 0 0,-1-1 0 0 0,1 1 0 0 0,-1-2 0 0 0,1 1 0 0 0,0-1 0 0 0,0 0 1 0 0,0 0-1 0 0,0-1 0 0 0,0 0 0 0 0,0 0 0 0 0,0-1 0 0 0,0 0 0 0 0,0 0 0 0 0,0 0 0 0 0,-1-1 1 0 0,1 0-1 0 0,0 0 0 0 0,-1-1 0 0 0,5-2 6 0 0,105-42-27 0 0,-28 6 46 0 0,-80 75 37 0 0,-7-24-51 0 0,0 0 0 0 0,0 0 0 0 0,-1 0 0 0 0,-1 0 1 0 0,0 0-1 0 0,0 0 0 0 0,0 0 0 0 0,-2-1 0 0 0,1 1 0 0 0,-1 0 0 0 0,0-1 1 0 0,-1 0-1 0 0,0 0 0 0 0,-6 9-5 0 0,3-2 7 0 0,-52 121-152 0 0,-15-23 404 0 0,-38-18-149 0 0,18-45-384 0 0,77-32 205 0 0,2 0 0 0 0,0 0 0 0 0,1 2-1 0 0,1 0 1 0 0,1 0 0 0 0,1 1 0 0 0,1 1 0 0 0,-1 3 69 0 0,-61 186 161 0 0,53-166-144 0 0,-18-73-425 0 0,27 21 409 0 0,0 1-1 0 0,0 1 0 0 0,0 0 0 0 0,-1 0 1 0 0,1 1-1 0 0,-1 0 0 0 0,0 1 0 0 0,0 0 1 0 0,0 0-1 0 0,0 2 0 0 0,0-1 0 0 0,-1 1 1 0 0,1 1-1 0 0,0 0 0 0 0,0 1 0 0 0,-5 1 0 0 0,-264 88 99 0 0,250-81-392 0 0,-1-1 1 0 0,-1-1-1 0 0,1-2 0 0 0,-1-1 0 0 0,0-2 1 0 0,-13-1 292 0 0,-9-8-522 0 0,47 1 541 0 0,0 0-1 0 0,0 0 1 0 0,0-1 0 0 0,1 0-1 0 0,-1 0 1 0 0,2 0 0 0 0,-1-1-1 0 0,1 0 1 0 0,0 0-1 0 0,0-1 1 0 0,0 1 0 0 0,1-2-19 0 0,-40-52 55 0 0,38 57-19 0 0,0 0 1 0 0,-1 0-1 0 0,1 0 1 0 0,-1 1-1 0 0,0 0 0 0 0,0 1 1 0 0,0-1-1 0 0,0 1 1 0 0,0 0-1 0 0,0 1 1 0 0,0 0-1 0 0,-1 0 0 0 0,1 1 1 0 0,-1 0-1 0 0,1 0 1 0 0,0 0-1 0 0,-1 1 1 0 0,1 0-1 0 0,0 1-36 0 0,-62 44 61 0 0,55-32-78 0 0,-177 233 194 0 0,190-246-180 0 0,-1 0-1 0 0,1 0 1 0 0,0 0-1 0 0,-1 0 1 0 0,1-1-1 0 0,-1 1 0 0 0,1 0 1 0 0,-1-1-1 0 0,0 1 1 0 0,1-1-1 0 0,-1 1 1 0 0,1-1-1 0 0,-1 0 1 0 0,0 0-1 0 0,1 1 0 0 0,-1-1 1 0 0,0 0-1 0 0,1-1 1 0 0,-1 1-1 0 0,0 0 1 0 0,1 0-1 0 0,-1-1 0 0 0,0 1 1 0 0,1-1-1 0 0,-1 0 1 0 0,1 1-1 0 0,-1-1 1 0 0,1 0-1 0 0,-1 0 0 0 0,1 0 1 0 0,0 0-1 0 0,-1 0 1 0 0,1 0-1 0 0,0 0 1 0 0,0 0-1 0 0,0 0 0 0 0,-1-2 4 0 0,-72-65 7 0 0,34 16 48 0 0,33 45-20 0 0,0 0 1 0 0,-1 0-1 0 0,0 1 1 0 0,0 0-1 0 0,0 0 1 0 0,-1 1-1 0 0,0 0 1 0 0,0 1-1 0 0,0 0 1 0 0,-1 0-1 0 0,1 1 1 0 0,-1 0-1 0 0,0 1 1 0 0,0 0-1 0 0,0 0 1 0 0,0 1-1 0 0,0 0 1 0 0,-3 1-36 0 0,-27-6 190 0 0,32 8-188 0 0,1 0-1 0 0,0 0 1 0 0,-1 1 0 0 0,1 0-1 0 0,0 0 1 0 0,1 0-1 0 0,-1 1 1 0 0,1 0-1 0 0,0 1 1 0 0,0 0 0 0 0,0 0-1 0 0,0 0 1 0 0,1 0-1 0 0,0 1 1 0 0,0 0-1 0 0,0 0 1 0 0,-2 4-2 0 0,-153 214 127 0 0,157-220-131 0 0,0 0-1 0 0,0 1 1 0 0,1-1 0 0 0,-1 1 0 0 0,1-1 0 0 0,1 1 0 0 0,-1 0-1 0 0,1 0 1 0 0,-1 0 0 0 0,1 0 0 0 0,1 0 0 0 0,-1 0 0 0 0,1 0 0 0 0,0 0-1 0 0,0 0 1 0 0,0 0 0 0 0,0 0 0 0 0,1 0 0 0 0,0 0 0 0 0,0 0 0 0 0,1 0-1 0 0,-1-1 1 0 0,1 1 0 0 0,0 0 0 0 0,1-1 0 0 0,-1 1 0 0 0,1 0 4 0 0,52 5-248 0 0,-29-7 249 0 0,0-1 0 0 0,0-1 1 0 0,0-2-1 0 0,1 0 0 0 0,-1-2 1 0 0,14-4-2 0 0,69-4-15 0 0,111 14 22 0 0,-208-3-8 0 0,2 2 1 0 0,0-1-1 0 0,0-1 0 0 0,0-1 0 0 0,-1 0 0 0 0,1 0 0 0 0,0-1 0 0 0,0-1 0 0 0,-1-1 1 0 0,10-3 0 0 0,99-56 80 0 0,-31 73 108 0 0,-6 3-159 0 0,-77-13-28 0 0,-3 1 0 0 0,0 0 0 0 0,-1 0 0 0 0,1 0 0 0 0,0-1 0 0 0,0 0 0 0 0,-1 0 0 0 0,1 0 1 0 0,0-1-1 0 0,0 1 0 0 0,-1-1 0 0 0,1 0 0 0 0,-1-1 0 0 0,1 1 0 0 0,-1-1 0 0 0,1 0 0 0 0,-1 0 0 0 0,0 0 0 0 0,0-1 0 0 0,0 1 0 0 0,0-1 0 0 0,0 0 0 0 0,0-1-1 0 0,60-27 7 0 0,-55 18-22 0 0,0 11 18 0 0,0 0 1 0 0,1-1-1 0 0,-2 0 0 0 0,1-1 1 0 0,0 0-1 0 0,-1-1 0 0 0,0 1 1 0 0,0-1-1 0 0,0-1 0 0 0,-1 0 1 0 0,1 0-1 0 0,1-3-3 0 0,74-62 39 0 0,-81 68-38 0 0,1 0 0 0 0,0-1 0 0 0,0 2 1 0 0,0-1-1 0 0,0 0 0 0 0,1 1 0 0 0,-1-1 1 0 0,1 1-1 0 0,-1 0 0 0 0,1 0 1 0 0,0 0-1 0 0,0 1 0 0 0,0-1 0 0 0,0 1 1 0 0,0 0-1 0 0,0 0 0 0 0,0 0 0 0 0,0 1 1 0 0,0 0-1 0 0,1-1 0 0 0,-1 2 0 0 0,0-1 1 0 0,0 0-1 0 0,0 1 0 0 0,1 0 0 0 0,-1 0 1 0 0,0 0-1 0 0,0 0 0 0 0,0 0 0 0 0,0 1 1 0 0,-1 0-1 0 0,1 0 0 0 0,0 0 0 0 0,-1 0 1 0 0,1 1-1 0 0,0 0-1 0 0,199 113 13 0 0,-88-26-25 0 0,-104-80 34 0 0,0-1 1 0 0,1 0-1 0 0,0 0 0 0 0,1-2 0 0 0,0 1 0 0 0,0-2 0 0 0,0 0 0 0 0,1 0 0 0 0,0-1 0 0 0,0-1 0 0 0,1 0 0 0 0,-1-1 0 0 0,1-1 1 0 0,-1 0-1 0 0,1-1 0 0 0,14-1-22 0 0,49 21 256 0 0,-41-17-152 0 0,56-13-111 0 0,14 19-1 0 0,-100-10 6 0 0,-1 0 0 0 0,0 0 0 0 0,0-1 0 0 0,0 1 0 0 0,0-2 0 0 0,0 1 0 0 0,0-1 0 0 0,0 1 1 0 0,0-2-1 0 0,-1 1 0 0 0,1-1 0 0 0,-1 0 0 0 0,1 0 0 0 0,-1 0 0 0 0,0-1 0 0 0,0 1 0 0 0,1-3 2 0 0,7-9 0 0 0,0 0 0 0 0,-1-1 1 0 0,0-1-1 0 0,-2 0 0 0 0,0 0 1 0 0,-1-1-1 0 0,-1 0 0 0 0,4-12 0 0 0,54-169-32 0 0,-58 172 26 0 0,-4 13 9 0 0,-1 1 1 0 0,1 0 0 0 0,1 0-1 0 0,1 0 1 0 0,0 1 0 0 0,0 0-1 0 0,1 0 1 0 0,1 0 0 0 0,0 1-1 0 0,0 0 1 0 0,1 1 0 0 0,3-3-4 0 0,57-15 433 0 0,-52 69-258 0 0,12 1-139 0 0,-5 58 8 0 0,-22-94-46 0 0,0 1 0 0 0,0-1 0 0 0,0 0 0 0 0,0 0 0 0 0,1 0 1 0 0,0-1-1 0 0,1 1 0 0 0,-1-1 0 0 0,1 1 0 0 0,0-1 0 0 0,0 0 0 0 0,1 0 0 0 0,-1-1 0 0 0,4 3 2 0 0,68-11-118 0 0,-49 4 117 0 0,-15-1 3 0 0,0 1-1 0 0,0 0 0 0 0,0 1 0 0 0,0 0 0 0 0,0 1 0 0 0,0 0 0 0 0,0 1 0 0 0,0 0 0 0 0,-1 1 0 0 0,1 0 1 0 0,3 3-2 0 0,-10-6-8 0 0,0-1 1 0 0,0 1 0 0 0,0-1 0 0 0,0 0 0 0 0,1-1 0 0 0,-1 1 0 0 0,0-1 0 0 0,0 0 0 0 0,0 0 0 0 0,0 0-1 0 0,0-1 1 0 0,-1 0 0 0 0,1 0 0 0 0,0 0 0 0 0,-1-1 0 0 0,1 1 0 0 0,-1-1 0 0 0,0 0 0 0 0,0 0 0 0 0,0-1 0 0 0,0 1-1 0 0,-1-1 1 0 0,1 0 0 0 0,-1 0 0 0 0,0 0 0 0 0,0 0 0 0 0,0 0 0 0 0,-1-1 0 0 0,0 1 0 0 0,0-1 0 0 0,0 0-1 0 0,0 0 1 0 0,-1 0 0 0 0,2-4 7 0 0,63-85 8 0 0,-48 7 180 0 0,-5 33-207 0 0,-3-1 0 0 0,-2 0 0 0 0,-3 0 0 0 0,-2-1 0 0 0,-2 1 0 0 0,-3-1 0 0 0,-7-41 19 0 0,-41-70 80 0 0,57 46-165 0 0,20-45 155 0 0,13 18-60 0 0,-5 158 230 0 0,-31-6-217 0 0,1-1 1 0 0,-1 0-1 0 0,1 0 1 0 0,0 0 0 0 0,-1 0-1 0 0,1-1 1 0 0,0 1-1 0 0,0-1 1 0 0,1-1 0 0 0,-1 1-1 0 0,0-1 1 0 0,1 0-1 0 0,-1 0 1 0 0,1 0 0 0 0,-1-1-1 0 0,1 0 1 0 0,-1 0-1 0 0,1 0 1 0 0,-1-1 0 0 0,1 1-1 0 0,-1-1 1 0 0,0-1-1 0 0,4 0-23 0 0,164-19 71 0 0,-107 5-71 0 0,32-60-59 0 0,-25-47 30 0 0,-6 28 37 0 0,-9 15-1 0 0,-56 68 141 0 0,1 22-63 0 0,42 150-20 0 0,-42-149-67 0 0,-3-10-5 0 0,0-1-1 0 0,0 0 0 0 0,0 0-1 0 0,0 0-6 0 0,0 0-2 0 0,35 19-70 0 0,-25-16 88 0 0,-1-1 0 0 0,1 0 0 0 0,0-1 1 0 0,0 0-1 0 0,0 0 0 0 0,0-1 0 0 0,1-1 0 0 0,-1 1 0 0 0,0-2 0 0 0,0 1 1 0 0,-1-1-1 0 0,1-1 0 0 0,7-3-1 0 0,42 6 18 0 0,-32 46 42 0 0,-26 73-10 0 0,-42-16-89 0 0,19-67 39 0 0,22-34-25 0 0,-1-1 0 0 0,0 1 0 0 0,1 0 0 0 0,-1-1-1 0 0,0 1 1 0 0,0 0 0 0 0,0-1 0 0 0,0 1 0 0 0,0-1 0 0 0,0 0 0 0 0,0 1-1 0 0,0-1 1 0 0,0 0 0 0 0,-1 0 0 0 0,1 0 0 0 0,-1 0 0 0 0,1 0 0 0 0,-1 0-1 0 0,1 0 1 0 0,-1 0 0 0 0,0 0 0 0 0,1-1 0 0 0,-1 1 0 0 0,0-1 0 0 0,1 1-1 0 0,-1-1 1 0 0,0 0 0 0 0,0 0 0 0 0,1 1 0 0 0,-1-1 0 0 0,0 0 0 0 0,0-1-1 0 0,0 1 1 0 0,1 0 25 0 0,-29 39 120 0 0,-55 58-81 0 0,65-71-62 0 0,1 1 1 0 0,2 1-1 0 0,1 0 1 0 0,1 2-1 0 0,1 0 1 0 0,2 0-1 0 0,-2 12 23 0 0,-8 12-15 0 0,-38 90 36 0 0,-3-32 170 0 0,8 44-166 0 0,7-20-66 0 0,17-61-957 0 0,31 2 2436 0 0,-16-67-1596 0 0,-33 92 1399 0 0,-36 22-1007 0 0,21-40-1783 0 0,18 28 1358 0 0,30-95 330 0 0,14-9-131 0 0,2-8-9 0 0,0 0 0 0 0,-1 0 1 0 0,1 1-1 0 0,0-1 0 0 0,0 1 1 0 0,-1-1-1 0 0,1 0 0 0 0,0 1 1 0 0,0-1-1 0 0,-1 1 0 0 0,1-1 1 0 0,0 0-1 0 0,0 1 0 0 0,0-1 0 0 0,0 1 1 0 0,0-1-1 0 0,0 1 0 0 0,0-1 1 0 0,0 0-1 0 0,0 1 0 0 0,0-1 1 0 0,0 1-1 0 0,0-1 0 0 0,0 1 1 0 0,0-1-1 0 0,0 1 0 0 0,0-1 1 0 0,0 0-1 0 0,1 1 0 0 0,-1-1 0 0 0,0 1 1 0 0,0-1-1 0 0,1 0 0 0 0,-1 1 1 0 0,0-1-1 0 0,0 0 0 0 0,1 1 1 0 0,-1-1-1 0 0,0 0 0 0 0,1 1 1 0 0,-1-1-1 0 0,0 0 0 0 0,1 0 0 0 0,-1 1 1 0 0,1-1-1 0 0,-1 0 0 0 0,0 0 1 0 0,1 0-1 0 0,-1 0 0 0 0,1 1 1 0 0,-1-1-1 0 0,1 0 0 0 0,-1 0 1 0 0,1 0-1 0 0,-1 0 0 0 0,0 0 1 0 0,1 0-1 0 0,-1 0 0 0 0,1 0 0 0 0,-1 0 1 0 0,1-1-1 0 0,-1 1 0 0 0,0 0 1 0 0,1 0-1 0 0,-1 0 0 0 0,1 0 1 0 0,-1-1-1 0 0,1 1 0 0 0,-1 0 1 0 0,0 0 0 0 0,9-1-3 0 0,-17 11 102 0 0,0-4-164 0 0,-1 0 0 0 0,1 0 0 0 0,-1-1 0 0 0,0-1 0 0 0,0 1 0 0 0,0-1 0 0 0,-1-1 0 0 0,0 0 0 0 0,1 0 0 0 0,-1-1 0 0 0,-4 1 65 0 0,10-1-13 0 0,-1 1 0 0 0,1-1 0 0 0,0 1 0 0 0,0 1 0 0 0,0-1 0 0 0,1 0-1 0 0,-1 1 1 0 0,1 0 0 0 0,0 0 0 0 0,0 0 0 0 0,0 0 0 0 0,0 0 0 0 0,1 1 0 0 0,-1-1 0 0 0,1 1 0 0 0,0 1 13 0 0,-13 20 93 0 0,-69 159 494 0 0,51-73-282 0 0,-18-43-354 0 0,40-53-567 0 0,-30-3 972 0 0,21-3-214 0 0,-79 39 448 0 0,-63 1-131 0 0,158-49-468 0 0,0 0 0 0 0,0-1 0 0 0,0 0 0 0 0,0 0 0 0 0,0 0 0 0 0,0 0 0 0 0,-1-1 0 0 0,1 1 0 0 0,0-1 0 0 0,0 0 0 0 0,0 0 0 0 0,0-1 0 0 0,1 1 0 0 0,-1-1 0 0 0,0 0 0 0 0,0 0 0 0 0,1 0 0 0 0,0 0 0 0 0,-2-1 9 0 0,-29-23 296 0 0,-42 6-329 0 0,58 4-307 0 0,-14-24 301 0 0,3-41-21 0 0,-9-57-30 0 0,74 59-104 0 0,25-59-358 0 0,-60 137 547 0 0,-1 0 1 0 0,1 0 0 0 0,-1-1-1 0 0,0 1 1 0 0,0 0 0 0 0,1 0-1 0 0,-1 0 1 0 0,0 0 0 0 0,0 0 0 0 0,0 0-1 0 0,0 0 1 0 0,0 0 0 0 0,0 0-1 0 0,-1 0 1 0 0,1-1 0 0 0,0 1-1 0 0,-1 0 1 0 0,1 0 0 0 0,0 0-1 0 0,-1 0 1 0 0,1 0 0 0 0,-1 0-1 0 0,0 1 1 0 0,1-1 0 0 0,-1 0-1 0 0,0 0 1 0 0,1 0 0 0 0,-1 0 0 0 0,0 1-1 0 0,0-1 1 0 0,0 0 0 0 0,0 1-1 0 0,0-1 1 0 0,0 1 0 0 0,1-1-1 0 0,-1 1 1 0 0,-1-1 0 0 0,1 1-1 0 0,0 0 1 0 0,0-1 0 0 0,0 1-1 0 0,0 0 1 0 0,0 0 0 0 0,0 0 0 0 0,0 0-1 0 0,0 0 1 0 0,0 0 0 0 0,0 0-1 0 0,0 0 1 0 0,-1 0 0 0 0,1 1-1 0 0,0-1 1 0 0,0 0 0 0 0,0 1-1 0 0,0-1 1 0 0,0 0 0 0 0,0 1-1 0 0,0 0 1 0 0,0-1 0 0 0,1 1 0 0 0,-1 0-1 0 0,0-1 1 0 0,0 1 0 0 0,0 0-1 0 0,1 0 1 0 0,-1 0 4 0 0,-77 34-264 0 0,75-34 339 0 0,-211 81-99 0 0,189-73 55 0 0,0 1 0 0 0,1 1 1 0 0,0 1-1 0 0,1 1 0 0 0,0 1 0 0 0,1 1 0 0 0,0 1 0 0 0,2 1 0 0 0,-17 17-31 0 0,-39 62 508 0 0,75-94-518 0 0,-1 0 0 0 0,1 0 0 0 0,0 0 0 0 0,-1-1 0 0 0,1 1 0 0 0,-1-1 0 0 0,1 1 0 0 0,-1-1 0 0 0,0 0 0 0 0,0 1 0 0 0,0-1 0 0 0,1 0 0 0 0,-1 0 0 0 0,0 0 0 0 0,0 0 0 0 0,0-1 0 0 0,-1 1 0 0 0,1 0 0 0 0,0-1 0 0 0,0 0-1 0 0,0 1 1 0 0,0-1 0 0 0,-1 0 0 0 0,1 0 0 0 0,0 0 0 0 0,0-1 0 0 0,0 1 0 0 0,0 0 0 0 0,-1-1 0 0 0,1 1 0 0 0,0-1 0 0 0,0 0 0 0 0,0 0 0 0 0,0 0 10 0 0,-143-67-103 0 0,126 64 137 0 0,-1 0-1 0 0,0 1 0 0 0,0 1 1 0 0,0 1-1 0 0,0 1 0 0 0,0 1 1 0 0,-11 1-34 0 0,17 1 77 0 0,0 0 1 0 0,0 1-1 0 0,0 1 1 0 0,1 0 0 0 0,0 0-1 0 0,0 2 1 0 0,0-1-1 0 0,1 2 1 0 0,0 0 0 0 0,0 0-1 0 0,-1 2-77 0 0,-82 84-88 0 0,87-91 83 0 0,0 0 0 0 0,0 0 0 0 0,0-1 0 0 0,0-1 0 0 0,0 1 0 0 0,-1-1 0 0 0,1-1-1 0 0,0 1 1 0 0,-1-2 0 0 0,1 1 0 0 0,0-1 0 0 0,-4-1 5 0 0,-35 1 0 0 0,23 5 5 0 0,1 2 0 0 0,0 1 1 0 0,0 0-1 0 0,0 2 0 0 0,1 0 0 0 0,1 2 1 0 0,-1 0-1 0 0,2 1 0 0 0,0 2 0 0 0,-12 9-5 0 0,-9 4-62 0 0,37-24 35 0 0,0-1-1 0 0,-1 0 1 0 0,1 0-1 0 0,0 0 1 0 0,-1 0-1 0 0,1 0 1 0 0,-1-1-1 0 0,0 0 0 0 0,1 0 1 0 0,-1 0-1 0 0,0-1 1 0 0,0 0-1 0 0,0 0 1 0 0,1 0-1 0 0,-1 0 0 0 0,0-1 1 0 0,0 0-1 0 0,-3 0 28 0 0,-103-45 452 0 0,12-21-444 0 0,58 53-107 0 0,35 13 43 0 0,0-1-1 0 0,1 1 1 0 0,-1-1-1 0 0,1 0 1 0 0,0 0-1 0 0,0-1 1 0 0,0 1-1 0 0,0-1 1 0 0,0 0-1 0 0,0-1 1 0 0,1 1-1 0 0,-1-1 1 0 0,1 0-1 0 0,0 0 1 0 0,-2-3 56 0 0,-2-4 14 0 0,0 0 0 0 0,0 1 0 0 0,-1-1 0 0 0,-1 2 0 0 0,0-1 0 0 0,0 2 0 0 0,0-1 1 0 0,-1 1-1 0 0,-1 1 0 0 0,1 0 0 0 0,-1 1 0 0 0,-3-2-14 0 0,-1 2-4 0 0,1 0 1 0 0,0-2-1 0 0,1 0 1 0 0,0 0-1 0 0,0-1 1 0 0,1-1-1 0 0,0-1 1 0 0,0 1-1 0 0,1-2 1 0 0,1 0-1 0 0,-6-8 4 0 0,-104-118 268 0 0,-45-80-181 0 0,164 212-78 0 0,-1 0 0 0 0,0 1 1 0 0,0-1-1 0 0,-1 0 0 0 0,1 1 0 0 0,-1 0 0 0 0,0 0 1 0 0,0 0-1 0 0,-1 0 0 0 0,1 1 0 0 0,-1 0 1 0 0,0 0-1 0 0,-1 0 0 0 0,1 0 0 0 0,-1 1 0 0 0,1 0 1 0 0,-1 0-1 0 0,0 1 0 0 0,0-1 0 0 0,0 1 0 0 0,0 0 1 0 0,-1 1-1 0 0,1 0 0 0 0,0 0 0 0 0,-1 0 0 0 0,1 1 1 0 0,-1 0-1 0 0,1 0 0 0 0,-1 0 0 0 0,1 1 0 0 0,-1 0-9 0 0,-209 93 355 0 0,81-4-289 0 0,131-90-56 0 0,0 0 0 0 0,1-1 0 0 0,-1 1 0 0 0,1-1 0 0 0,-1 1 0 0 0,1-1 0 0 0,-1-1 0 0 0,1 1 0 0 0,-1 0 0 0 0,1-1 0 0 0,0 1 0 0 0,0-1 0 0 0,0 0 0 0 0,0 0 0 0 0,0-1 0 0 0,0 1 0 0 0,1 0 0 0 0,-1-1 0 0 0,1 0 0 0 0,-1 1 0 0 0,1-1 0 0 0,0 0 0 0 0,0 0 0 0 0,0-1 0 0 0,1 1 0 0 0,-1 0 0 0 0,1 0 0 0 0,0-1 0 0 0,0 1 0 0 0,0-1 0 0 0,0 1 0 0 0,0-1 0 0 0,1 1 0 0 0,0-1 0 0 0,-1 0 0 0 0,1 1 0 0 0,1-1 0 0 0,-1 0 0 0 0,1-1-10 0 0,0-7-13 0 0,2 1 0 0 0,-1 0-1 0 0,1 0 1 0 0,1 0 0 0 0,0 0-1 0 0,1 0 1 0 0,0 1 0 0 0,0 0-1 0 0,1 0 1 0 0,0 0 0 0 0,1 1-1 0 0,4-4 14 0 0,41-69 7 0 0,-1-30-46 0 0,28-18-23 0 0,30-30 100 0 0,-27 38-139 0 0,-39 53 132 0 0,-33 44 21 0 0,59-65-82 0 0,79-7-243 0 0,44 39 306 0 0,-182 57-30 0 0,0-1-1 0 0,-1 0 1 0 0,1-1 0 0 0,-1 1 0 0 0,0-2-1 0 0,1 0 1 0 0,-2 0 0 0 0,1 0-1 0 0,0-1 1 0 0,-1 0 0 0 0,0-1-1 0 0,3-2-2 0 0,81-74 10 0 0,-73 34-113 0 0,-18 6-181 0 0,-2 41 292 0 0,0 0-4 0 0,1 1 8 0 0,0 0-3 0 0,0 0-1 0 0,0 0 0 0 0,0 0-3 0 0,0 0-10 0 0,0 0-6 0 0,0 0-10 0 0,0 0-3 0 0,0 0 3 0 0,0 0 9 0 0,0 0 1 0 0,0 0 18 0 0,0 0 13 0 0,0 0 1844 0 0,0 0-1879 0 0,10 26-79 0 0,30 12-28 0 0,-15-28 93 0 0,37-4-124 0 0,40-73 135 0 0,-89 54-13 0 0,44-69-514 0 0,-56 78 522 0 0,0 1 0 0 0,0 0 0 0 0,0 0-1 0 0,1 0 1 0 0,-1-1 0 0 0,1 1 0 0 0,0 1-1 0 0,0-1 1 0 0,0 0 0 0 0,0 0 0 0 0,0 1 0 0 0,1-1-1 0 0,-1 1 1 0 0,1 0 0 0 0,0-1 0 0 0,-1 1-1 0 0,1 1 1 0 0,0-1 0 0 0,0 0 0 0 0,1 1 0 0 0,-1-1-1 0 0,0 1 1 0 0,0 0 0 0 0,1 0 0 0 0,-1 0-1 0 0,0 1 1 0 0,1-1 0 0 0,-1 1 0 0 0,3 0 23 0 0,6-4-13 0 0,-1 0-1 0 0,1-1 1 0 0,-1 0 0 0 0,0-1 0 0 0,0 0 0 0 0,-1-1-1 0 0,0 0 1 0 0,0-1 0 0 0,0 0 0 0 0,-1 0 13 0 0,77-72 21 0 0,-57 40 64 0 0,-29 40-91 0 0,0 0-8 0 0,51-34-840 0 0,-16 4 626 0 0,-8-12-367 0 0,9-19 252 0 0,-35 58 362 0 0,0 0-1 0 0,0 0 1 0 0,-1 0 0 0 0,1 0 0 0 0,-1 0-1 0 0,1 0 1 0 0,-1 0 0 0 0,0 0 0 0 0,0 0-1 0 0,-1 0 1 0 0,1 0 0 0 0,0-1-1 0 0,-1 1 1 0 0,0 1 0 0 0,0-1 0 0 0,0 0-1 0 0,0 0 1 0 0,0 0 0 0 0,-1 0 0 0 0,1 1-1 0 0,-1-1 1 0 0,1 1 0 0 0,-1-1-1 0 0,-1 0-18 0 0,-10-54-6 0 0,-11 34 902 0 0,18 24-830 0 0,0 1 1 0 0,0-1-1 0 0,0 1 1 0 0,0 0-1 0 0,1 1 1 0 0,-1-1-1 0 0,1 1 0 0 0,-1 0 1 0 0,1 1-1 0 0,0-1 1 0 0,1 1-1 0 0,-1 0 1 0 0,0 0-1 0 0,1 1 0 0 0,-3 2-66 0 0,1 0 48 0 0,-100 93 686 0 0,101-96-751 0 0,1 1 1 0 0,0-1-1 0 0,-1 1 1 0 0,1 0-1 0 0,1 0 1 0 0,-1 0-1 0 0,1 1 1 0 0,0 0-1 0 0,0-1 1 0 0,1 1 0 0 0,0 0-1 0 0,0 0 1 0 0,0 0-1 0 0,1 0 1 0 0,-1 1-1 0 0,1-1 1 0 0,1 0-1 0 0,0 1 1 0 0,-1-1-1 0 0,2 0 1 0 0,-1 1-1 0 0,1-1 1 0 0,1 6 16 0 0,-2-11-32 0 0,0-1-1 0 0,0 0 17 0 0,0 0 0 0 0,0 0 18 0 0,0 0 2 0 0,0 0-14 0 0,0 0 0 0 0,0 0 1 0 0,0 0-7 0 0,35 20-49 0 0,-26-18 60 0 0,0-1 1 0 0,0-1-1 0 0,0 0 1 0 0,0 0-1 0 0,0 0 1 0 0,0-1-1 0 0,0-1 1 0 0,0 0-1 0 0,-1 0 1 0 0,1 0-1 0 0,5-3 5 0 0,86-74 138 0 0,-29 29-170 0 0,0 0 32 0 0,76 34-36 0 0,90-23 18 0 0,-204 36 18 0 0,140-30-5 0 0,-33-46-462 0 0,17 28 379 0 0,-79 38-8 0 0,31-28 88 0 0,-87 32 2 0 0,-1-1 1 0 0,0 0-1 0 0,-1-1 0 0 0,0-2 1 0 0,-1 0-1 0 0,0-1 0 0 0,1-2 6 0 0,28-30-8 0 0,31-7 71 0 0,4 27-31 0 0,-33 22-8 0 0,-49 4-15 0 0,-1 0 0 0 0,41 1 71 0 0,-37 1-59 0 0,-1 1-1 0 0,0 0 0 0 0,0-1 0 0 0,0 1 0 0 0,0 0 0 0 0,-1 0 0 0 0,1 1 1 0 0,-1-1-1 0 0,0 0 0 0 0,0 1 0 0 0,0 0 0 0 0,0-1 0 0 0,0 1 0 0 0,-1 0 0 0 0,0 0 1 0 0,0 0-1 0 0,0 0 0 0 0,0 0 0 0 0,-1 0 0 0 0,1 0 0 0 0,-1 4-20 0 0,11 119-49 0 0,-8-122 48 0 0,0-1-1 0 0,1 0 1 0 0,0 0 0 0 0,0 0 0 0 0,0 0-1 0 0,0-1 1 0 0,0 0 0 0 0,1 1 0 0 0,-1-2 0 0 0,1 1-1 0 0,0 0 1 0 0,0-1 0 0 0,0 0 0 0 0,0 0-1 0 0,1 0 1 0 0,-1-1 0 0 0,2 0 1 0 0,44 22 0 0 0,-45-16 7 0 0,-1 1 0 0 0,0 0 0 0 0,0 0 1 0 0,-1 0-1 0 0,0 0 0 0 0,-1 1 0 0 0,1 0 1 0 0,-1-1-1 0 0,-1 1 0 0 0,0 0 0 0 0,0 1 1 0 0,-1-1-1 0 0,0 0 0 0 0,-1 0 0 0 0,0 1 1 0 0,0-1-1 0 0,-1 0 0 0 0,0 0 0 0 0,-1 1 1 0 0,0-1-1 0 0,0 0 0 0 0,-1 0 0 0 0,0-1 1 0 0,-1 1-1 0 0,0-1 0 0 0,-1 3-7 0 0,-2 13 1 0 0,-5 20-27 0 0,2 0 1 0 0,2 1-1 0 0,2 0 0 0 0,2 0 1 0 0,1 6 25 0 0,3-50-123 0 0,0-1-29 0 0,0 0-20 0 0,0 0-7 0 0,0 0-10 0 0,0 0-2 0 0,0 0 7 0 0,0 0 16 0 0,35-11-328 0 0,-29 7 770 0 0,-6 6 867 0 0,-8 20-1077 0 0,-35 80 32 0 0,81-89-144 0 0,27-29 29 0 0,-8-37-38 0 0,-43 36 43 0 0,0 1-1 0 0,-2-2 1 0 0,0 0-1 0 0,-1 0 1 0 0,-1-1 0 0 0,0-1-1 0 0,6-19 15 0 0,21-41 0 0 0,11-22 22 0 0,-4-1 1 0 0,17-71-23 0 0,-51 143-3 0 0,64-269-159 0 0,-98 269 1379 0 0,22 27-1212 0 0,1 0 1 0 0,-1 0-1 0 0,0 0 0 0 0,0 0 0 0 0,-1 1 0 0 0,1-1 0 0 0,-1 1 1 0 0,1-1-1 0 0,-1 1 0 0 0,0 0 0 0 0,0 0 0 0 0,-1 0 0 0 0,1 0 0 0 0,-1 0 1 0 0,1 1-1 0 0,-1 0 0 0 0,0 0 0 0 0,0 0 0 0 0,0 0 0 0 0,0 0 1 0 0,0 1-1 0 0,-5-1-5 0 0,-66-62-2 0 0,71 58 8 0 0,-41-81-10 0 0,0-3 4 0 0,30 46 5 0 0,15 43-7 0 0,0 1 1 0 0,-1-1-1 0 0,1 0 1 0 0,0 0-1 0 0,0 1 1 0 0,0-1-1 0 0,0 0 0 0 0,0 0 1 0 0,0 1-1 0 0,0-1 1 0 0,0 0-1 0 0,0 0 0 0 0,0 1 1 0 0,0-1-1 0 0,1 0 1 0 0,-1 0-1 0 0,0 1 0 0 0,1-1 1 0 0,-1 0-1 0 0,0 1 1 0 0,1-1-1 0 0,-1 0 1 0 0,1 1-1 0 0,-1-1 0 0 0,1 1 1 0 0,-1-1-1 0 0,1 1 1 0 0,-1-1-1 0 0,1 1 0 0 0,-1-1 1 0 0,1 1-1 0 0,0-1 1 0 0,-1 1-1 0 0,1 0 1 0 0,0-1-1 0 0,0 1 0 0 0,-1 0 1 0 0,1 0-1 0 0,0-1 1 0 0,-1 1-1 0 0,1 0 0 0 0,0 0 1 0 0,0 0-1 0 0,0 0 1 0 0,-1 0-1 0 0,1 0 1 0 0,0 0-1 0 0,0 0 0 0 0,-1 0 1 0 0,1 1-1 0 0,0-1 1 0 0,0 0-1 0 0,-1 0 0 0 0,1 1 1 0 0,0-1-1 0 0,-1 0 1 0 0,1 1 1 0 0,8-1-13 0 0,89-48-28 0 0,-28-34 57 0 0,16-132-149 0 0,-69 193 10 0 0,47-41-80 0 0,0-45-342 0 0,-20 19 279 0 0,29 87 632 0 0,-47 6-353 0 0,54-27 113 0 0,-56 58 358 0 0,-21-30-478 0 0,4 71 69 0 0,-41 52-34 0 0,17-76-34 0 0,51 20-86 0 0,-9 8-159 0 0,9-61 178 0 0,-33-19 137 0 0,-1-1 6 0 0,0 0-6 0 0,0 0 7 0 0,14 38 141 0 0,-13-3-517 0 0,0-26 255 0 0,-1 0 0 0 0,1-1 0 0 0,-2 1 0 0 0,1 0 1 0 0,-1 0-1 0 0,-1 0 0 0 0,1 0 0 0 0,-2-1 0 0 0,1 1 1 0 0,-1-1-1 0 0,-3 7 37 0 0,-39 77-215 0 0,48-86-656 0 0,-2-6 878 0 0,8 6 513 0 0,-89 190-552 0 0,56-153 52 0 0,-4 32 188 0 0,16-41 148 0 0,-2-12-68 0 0,-11 47-205 0 0,-39 37 217 0 0,-121 168 47 0 0,21-25-672 0 0,111-158 306 0 0,-5 7 11 0 0,-28 54 22 0 0,65-144 50 0 0,-69 93-41 0 0,82-91-40 0 0,-1-1 1 0 0,-1 1-1 0 0,0-1 0 0 0,0-1 1 0 0,0 0-1 0 0,-1 0 0 0 0,0-1 1 0 0,-1 0-1 0 0,0-1 0 0 0,-1 0 17 0 0,-171 98-680 0 0,149-104 333 0 0,35 0 335 0 0,0 0 3 0 0,0 0-3 0 0,0 0-17 0 0,0 0-9 0 0,0 0 2 0 0,0 0-8 0 0,0 0 0 0 0,0 0-9 0 0,0 0-2 0 0,37-25-385 0 0,-35 22 426 0 0,-1 1 1 0 0,1 0-1 0 0,0-1 0 0 0,-1 1 0 0 0,0-1 0 0 0,1 1 0 0 0,-1-1 1 0 0,0 0-1 0 0,0 0 0 0 0,-1 1 0 0 0,1-1 0 0 0,0 0 0 0 0,-1 0 0 0 0,0 0 1 0 0,0 0-1 0 0,0 0 0 0 0,0 0 0 0 0,0 0 0 0 0,0 0 0 0 0,-1 1 1 0 0,0-3 13 0 0,-42 23-138 0 0,29-1 113 0 0,-68 57 101 0 0,72-66-78 0 0,0 0 0 0 0,0 0 0 0 0,0 1 0 0 0,1 0 0 0 0,0 1 0 0 0,1 0 0 0 0,0 0 0 0 0,1 0 0 0 0,0 1 0 0 0,0 1 0 0 0,1-1 0 0 0,-4 12 2 0 0,-30 83 281 0 0,3 0 213 0 0,8 6-250 0 0,27-106-226 0 0,-13 7 899 0 0,16-12-925 0 0,0 0 1 0 0,0 0-1 0 0,-1 0 1 0 0,1 0-1 0 0,0 0 1 0 0,0 0-1 0 0,0 0 1 0 0,0 0-1 0 0,0-1 1 0 0,0 1-1 0 0,0 0 1 0 0,0-1-1 0 0,0 1 1 0 0,1 0-1 0 0,-1-1 1 0 0,0 1-1 0 0,0-1 1 0 0,1 0-1 0 0,-1 0 1 0 0,0 1-1 0 0,1-1 1 0 0,-1 0-1 0 0,0 0 1 0 0,0 0-1 0 0,1 0 1 0 0,-1 0-1 0 0,0 0 1 0 0,1-1-1 0 0,-1 1 1 0 0,0 0 0 0 0,0-1-1 0 0,1 1 1 0 0,-1-1-1 0 0,0 1 1 0 0,0-1-1 0 0,0 1 1 0 0,0-1-1 0 0,0 0 1 0 0,0 0-1 0 0,0 0 1 0 0,0 1-1 0 0,0-1 1 0 0,0 0-1 0 0,1-1 8 0 0,2-21-379 0 0,-8 9-2953 0 0,-4-9 290 0 0,5 11 1577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2T16:05:32.452"/>
    </inkml:context>
    <inkml:brush xml:id="br0">
      <inkml:brushProperty name="width" value="0.05" units="cm"/>
      <inkml:brushProperty name="height" value="0.05" units="cm"/>
      <inkml:brushProperty name="color" value="#E71224"/>
    </inkml:brush>
    <inkml:context xml:id="ctx1">
      <inkml:inkSource xml:id="inkSrc4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4-06-02T16:05:32.456"/>
    </inkml:context>
    <inkml:brush xml:id="br1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5929 4053 6553 0 0,'6'11'6039'0'0,"0"7"-3780"0"0,-13-6-2586 0 0,9 49 245 0 0,9-56 52 0 0,80 16 69 0 0,-31-10-23 0 0,-60-11-8 0 0,14 3 57 0 0,37 13 67 0 0,-51-16-121 0 0,0 0-3 0 0,35 3 136 0 0,44-47 23 0 0,-46 37-36 0 0,-33 7-118 0 0,37 0 235 0 0,-36 0-235 0 0,0 0 0 0 0,1 0 0 0 0,-1 0 0 0 0,0 0 0 0 0,0 0 0 0 0,1 0 0 0 0,-1 0 0 0 0,0 0-1 0 0,0 1 1 0 0,0-1 0 0 0,1 0 0 0 0,-1 1 0 0 0,0-1 0 0 0,0 1 0 0 0,0-1 0 0 0,0 1 0 0 0,0 0 0 0 0,0 0 0 0 0,0-1 0 0 0,0 1 0 0 0,0 0 0 0 0,0 0 0 0 0,0 0 0 0 0,0 0 0 0 0,-1 0 0 0 0,1 0-1 0 0,0 0 1 0 0,-1 0 0 0 0,1 0 0 0 0,-1 0 0 0 0,1 0 0 0 0,-1 1 0 0 0,1-1 0 0 0,-1 0-13 0 0,0 0 9 0 0,42 15 247 0 0,67-13-134 0 0,-41 4-34 0 0,-26 8 103 0 0,-27 20-41 0 0,-14 52-4 0 0,-25-35-153 0 0,19-12-8 0 0,5-39 25 0 0,0-1-13 0 0,13 126 147 0 0,-51-86-159 0 0,-3-10 21 0 0,9-6 34 0 0,6-13-27 0 0,-52 66-10 0 0,67-70-10 0 0,10-7 5 0 0,1 1 1 0 0,-1 0-1 0 0,0 0 1 0 0,0-1-1 0 0,0 1 1 0 0,0-1 0 0 0,0 1-1 0 0,0-1 1 0 0,0 1-1 0 0,0-1 1 0 0,0 0-1 0 0,0 1 1 0 0,0-1-1 0 0,-1 0 1 0 0,1 0-1 0 0,0 0 1 0 0,0 0-1 0 0,0 0 1 0 0,0 0-1 0 0,0 0 1 0 0,0 0 0 0 0,-1 0-1 0 0,1-1 1 0 0,0 1-1 0 0,0 0 1 0 0,0-1-1 0 0,0 1 1 0 0,0-1-1 0 0,0 1 1 0 0,0-1-1 0 0,0 1 1 0 0,0-1-1 0 0,0 0 1 0 0,1 1-1 0 0,-1-1 1 0 0,0 0 0 0 0,0 0-1 0 0,1 0 1 0 0,-2-1 1 0 0,-5-2-1 0 0,0 0 1 0 0,0 0-1 0 0,-1 1 1 0 0,1 0-1 0 0,-1 0 1 0 0,0 1-1 0 0,0 0 1 0 0,0 0 0 0 0,0 1-1 0 0,0 0 1 0 0,0 0-1 0 0,0 1 1 0 0,-1 0-1 0 0,1 1 1 0 0,0 0-1 0 0,0 0 1 0 0,0 0 0 0 0,-1 2 0 0 0,-82 33-40 0 0,26-23-8 0 0,-33-3 10 0 0,-16-39-77 0 0,103 23 107 0 0,-1 2 0 0 0,0-1 0 0 0,-1 2 0 0 0,1-1 0 0 0,-1 2 0 0 0,1 0 0 0 0,-1 0 0 0 0,0 1 1 0 0,-9 1 7 0 0,-49 14 9 0 0,40-2 14 0 0,-29 10-7 0 0,4 21 2 0 0,-12-9 2 0 0,12-17-58 0 0,-111-17 92 0 0,55 28-68 0 0,-23-9 84 0 0,117-14-70 0 0,0-2-1 0 0,0 0 0 0 0,-1-1 1 0 0,0-1-1 0 0,1-1 0 0 0,-1 0 1 0 0,1-1-1 0 0,-1-1 0 0 0,1-1 1 0 0,-7-3 0 0 0,-50-13-32 0 0,8-24 57 0 0,57 36-20 0 0,1 0 0 0 0,0-1-1 0 0,0 0 1 0 0,1 0 0 0 0,0-1 0 0 0,1 0 0 0 0,0-1-1 0 0,0 0 1 0 0,1 0 0 0 0,0 0 0 0 0,1-1 0 0 0,0 1 0 0 0,-3-12-5 0 0,-65-101 248 0 0,-49 40-202 0 0,52 48-12 0 0,-26 35-98 0 0,-11 0 200 0 0,47-51-138 0 0,7-18 14 0 0,-43 17-4 0 0,8 25 150 0 0,16 32-157 0 0,29 20-592 0 0,34-28-4110 0 0,10-12 3550 0 0</inkml:trace>
  <inkml:trace contextRef="#ctx0" brushRef="#br0" timeOffset="1">521 996 4545 0 0,'17'-26'2741'0'0,"104"-33"230"0"0,9-18-2882 0 0,-123 72-85 0 0,1 1 0 0 0,0 1-1 0 0,0 0 1 0 0,1 0 0 0 0,-1 0-1 0 0,1 1 1 0 0,-1 0 0 0 0,1 1-1 0 0,0 0 1 0 0,-1 0 0 0 0,1 1 0 0 0,0 0-1 0 0,8 2-3 0 0,12 2 6 0 0,-20-2-4 0 0,0 0 0 0 0,0-1 0 0 0,0 0 0 0 0,0-1 0 0 0,0 0 0 0 0,0 0 0 0 0,0 0 1 0 0,0-1-1 0 0,0-1 0 0 0,-1 0 0 0 0,1 0 0 0 0,6-3-2 0 0,118-51-7 0 0,-4 12 70 0 0,-128 43-62 0 0,0 0 0 0 0,0 0 0 0 0,0 1 0 0 0,0-1 0 0 0,0 0 0 0 0,0 1 0 0 0,0-1 0 0 0,0 0 0 0 0,0 1 0 0 0,0-1 0 0 0,0 1 0 0 0,0 0 0 0 0,1-1 0 0 0,-1 1 0 0 0,0 0 0 0 0,0 0 0 0 0,0 0 0 0 0,1 0 0 0 0,-1 0-1 0 0,0 0 1 0 0,0 0 0 0 0,1 0 0 0 0,-1 0 0 0 0,0 0 0 0 0,0 1 0 0 0,0-1 0 0 0,0 1 0 0 0,1-1 0 0 0,-1 1 0 0 0,0-1 0 0 0,0 1 0 0 0,0-1 0 0 0,0 1 0 0 0,0 0 0 0 0,0 0 0 0 0,0-1 0 0 0,0 1 0 0 0,-1 0 0 0 0,1 0 0 0 0,0 0 0 0 0,0 0 0 0 0,-1 0 0 0 0,1 0 0 0 0,-1 0 0 0 0,1 1 0 0 0,-1-1 0 0 0,1 0 0 0 0,-1 0 0 0 0,1 0-1 0 0,56 165 225 0 0,-5-113 407 0 0,-18 14-49 0 0,-32-61-552 0 0,1 0 0 0 0,0-1 0 0 0,0 1 0 0 0,1 0 0 0 0,0-1 0 0 0,0 0 0 0 0,0 0 0 0 0,1 0 0 0 0,-1 0 0 0 0,1-1 0 0 0,0 0 1 0 0,0 0-1 0 0,1 0 0 0 0,-1 0 0 0 0,1-1 0 0 0,0 0 0 0 0,0 0 0 0 0,0-1 0 0 0,7 2-31 0 0,136 33 432 0 0,-119-26-354 0 0,-6 26 293 0 0,11 64 533 0 0,-28-11-325 0 0,-6-85-571 0 0,-1-4-1 0 0,0 2-7 0 0,-1 15 562 0 0,-1-26 3 0 0,2 8-571 0 0,0 0 1 0 0,0 0 6 0 0,0 0-11 0 0,0 0 3 0 0,0 0 14 0 0,0 0 7 0 0,0 0 0 0 0,1 0-8 0 0,0 0 12 0 0,-1 0-10 0 0,2 0-15 0 0,0 0 479 0 0,-2-1-1896 0 0,0 2-4233 0 0,0-1 4498 0 0</inkml:trace>
  <inkml:trace contextRef="#ctx0" brushRef="#br0" timeOffset="2">3998 252 2176 0 0,'-7'6'7640'0'0,"30"8"-8237"0"0,-20-13 1252 0 0,109 62 545 0 0,-109-62-1186 0 0,-1 0 1 0 0,1 0-1 0 0,-1 1 0 0 0,0-1 0 0 0,0 1 0 0 0,0-1 0 0 0,0 1 0 0 0,0 0 0 0 0,0-1 0 0 0,0 1 0 0 0,0 0 0 0 0,0 1 1 0 0,-1-1-1 0 0,1 0 0 0 0,-1 0 0 0 0,0 1 0 0 0,0-1 0 0 0,0 0 0 0 0,0 1 0 0 0,0-1 0 0 0,0 1 0 0 0,-1 0 0 0 0,1 0-14 0 0,44 127 474 0 0,-15-51-266 0 0,-41 14 435 0 0,8-81-562 0 0,0 0 1 0 0,-1-1-1 0 0,-1 1 1 0 0,1-1-1 0 0,-2 0 1 0 0,0 0-1 0 0,0 0 0 0 0,0-1 1 0 0,-2 0-1 0 0,1 0 1 0 0,-7 5-82 0 0,4-1 78 0 0,-1 0-1 0 0,2 0 1 0 0,0 1 0 0 0,1 0 0 0 0,0 1 0 0 0,2 0-1 0 0,-1 0 1 0 0,2 0 0 0 0,0 2-78 0 0,5 43 204 0 0,2-57-189 0 0,-1 0 0 0 0,2 0 1 0 0,-1 0-1 0 0,0 0 0 0 0,1 0 0 0 0,0 0 0 0 0,0-1 1 0 0,0 1-1 0 0,0-1 0 0 0,1 0 0 0 0,-1 0 0 0 0,1 0 1 0 0,0 0-1 0 0,0-1 0 0 0,0 1 0 0 0,0-1 0 0 0,0 0 1 0 0,0 0-1 0 0,1-1 0 0 0,2 1-15 0 0,13 8 55 0 0,-14-7-37 0 0,0 0 1 0 0,-1 1-1 0 0,1 0 0 0 0,-1 0 1 0 0,0 0-1 0 0,0 1 0 0 0,-1-1 1 0 0,1 1-1 0 0,-1 0 1 0 0,0 1-1 0 0,0-1 0 0 0,-1 1 1 0 0,0-1-1 0 0,0 1 0 0 0,0 0 1 0 0,-1 0-1 0 0,1 0 1 0 0,-1 3-19 0 0,0 2 38 0 0,-1 1 0 0 0,0-1 1 0 0,0 0-1 0 0,-1 0 0 0 0,-1 0 1 0 0,0 0-1 0 0,0 0 0 0 0,-1 0 1 0 0,-1 0-1 0 0,0 0 0 0 0,0 0 1 0 0,-1-1-1 0 0,0 1 0 0 0,-1-1 1 0 0,0 0-1 0 0,-1-1 0 0 0,0 1 1 0 0,0-1-1 0 0,-1 0 0 0 0,0-1 1 0 0,-1 1-1 0 0,-2 1-38 0 0,-38 58 187 0 0,-35 100-67 0 0,-41 0 17 0 0,71-123-104 0 0,15-21-26 0 0,-8 14-31 0 0,30-19 77 0 0,1 30-34 0 0,15-41-29 0 0,0-7 4 0 0,0-1-2 0 0,-38 4 24 0 0,16 3-2420 0 0,11-7-5888 0 0,9 0 6641 0 0</inkml:trace>
  <inkml:trace contextRef="#ctx0" brushRef="#br0" timeOffset="3">5077 623 5329 0 0,'-10'12'3967'0'0,"-4"-1"-3641"0"0,-9 48 1517 0 0,16-36-1281 0 0,7-23-554 0 0,27 14 33 0 0,168 5 727 0 0,-75 34-186 0 0,39 16 378 0 0,-55-37-413 0 0,-72 23-387 0 0,-11 1 62 0 0,3-40-127 0 0,25 36 90 0 0,0-7 115 0 0,-33-16-240 0 0,12-2 108 0 0,32 11-14 0 0,-53-34-129 0 0,-1 0 1 0 0,1 0-1 0 0,0-1 0 0 0,0 0 1 0 0,0 0-1 0 0,1 0 1 0 0,-1-1-1 0 0,1 0 0 0 0,0-1 1 0 0,-1 0-1 0 0,1 0 1 0 0,0 0-1 0 0,0-1 0 0 0,-1 0 1 0 0,7-1-26 0 0,3 0 42 0 0,-16 1-33 0 0,-1 0 4 0 0,0 0-2 0 0,0 0 2 0 0,0 0-3 0 0,0 0-2 0 0,0 0 0 0 0,0 0 0 0 0,0 0-3 0 0,0 0-10 0 0,6 5 29 0 0,-1 35 0 0 0,-5-40-18 0 0,-1 0-6 0 0,0 0-5 0 0,-1 16 13 0 0,-29 38-33 0 0,-17 31 81 0 0,39-22-72 0 0,-9 2 54 0 0,9-35 28 0 0,-22 13-32 0 0,4-14 21 0 0,-59 45 13 0 0,-12 16-89 0 0,59-40 69 0 0,38 17 198 0 0,13 20-51 0 0,-7-77-177 0 0,-1 0-1 0 0,0 0 1 0 0,-1 1 0 0 0,0 0-1 0 0,-1-1 1 0 0,0 1-1 0 0,0 0 1 0 0,-1 0 0 0 0,-1 0-1 0 0,0 7-17 0 0,-26 28 117 0 0,23-41-112 0 0,0 0-1 0 0,-1 0 1 0 0,0 0-1 0 0,0-1 1 0 0,0 0-1 0 0,0 0 1 0 0,-1 0-1 0 0,0 0 0 0 0,1-1 1 0 0,-1 0-1 0 0,-1 0 1 0 0,1 0-1 0 0,0 0 1 0 0,-1-1-1 0 0,1 0 1 0 0,-1 0-1 0 0,0-1 1 0 0,-3 1-5 0 0,-112 40-37 0 0,64 0 51 0 0,-28-14-20 0 0,-2 19-27 0 0,36-24-39 0 0,-36 21 48 0 0,-8 62 13 0 0,33-11 35 0 0,-10 7-14 0 0,-85 70 23 0 0,65-85 6 0 0,25-31-41 0 0,-36 8 33 0 0,-51 25-68 0 0,50-13 45 0 0,26-23-54 0 0,-33-16 66 0 0,1-9-100 0 0,60 6 66 0 0,-10 16 4 0 0,-2-8 12 0 0,46-29 63 0 0,16-13-58 0 0,0 0 2 0 0,0 0 4 0 0,0 1-3 0 0,0 0-4 0 0,-19 7 29 0 0,18-8-31 0 0,1 0-9 0 0,0 0-1 0 0,0 0 8 0 0,0 0-13 0 0,0 0 2 0 0,0 0 1 0 0,0 0-3 0 0,0 0-12 0 0,0 0-13 0 0,0 0-26 0 0,0 0-40 0 0,0 0-87 0 0,0 0-94 0 0,0 0-105 0 0,0 0-171 0 0,0 0-337 0 0,0 0-327 0 0,9-19-2532 0 0,-10 3 1896 0 0</inkml:trace>
  <inkml:trace contextRef="#ctx1" brushRef="#br1">1978 1390 0 0,'-20'10'0'0,"36"-17"0"0,131-68 0 0,-141 71 0 0</inkml:trace>
  <inkml:trace contextRef="#ctx1" brushRef="#br1" timeOffset="1">2274 1239 0 0,'129'-65'0'0,"-120"60"0"0</inkml:trace>
  <inkml:trace contextRef="#ctx1" brushRef="#br1" timeOffset="2">2717 1014 0 0,'140'-72'0'0,"-130"68"0"0</inkml:trace>
  <inkml:trace contextRef="#ctx1" brushRef="#br1" timeOffset="3">3166 785 0 0,'166'-85'0'0,"-158"81"0"0</inkml:trace>
  <inkml:trace contextRef="#ctx1" brushRef="#br1" timeOffset="4">3581 573 0 0,'143'-72'0'0,"-99"50"0"0</inkml:trace>
  <inkml:trace contextRef="#ctx1" brushRef="#br1" timeOffset="5">3985 368 0 0,'-2'1'0'0,"-6"3"0"0,7-4 0 0,0 1 0 0,0 0 0 0,-1-1 0 0,1 1 0 0,1-1 0 0,0 0 0 0,0 0 0 0,0 0 0 0,0 0 0 0,0 0 0 0,6-3 0 0,0 0 0 0</inkml:trace>
  <inkml:trace contextRef="#ctx1" brushRef="#br1" timeOffset="6">4059 330 0 0,'-21'11'0'0,"36"-19"0"0,12-6 0 0,-54 28 0 0,46-24 0 0,32-15 0 0,-52 25 0 0</inkml:trace>
  <inkml:trace contextRef="#ctx1" brushRef="#br1" timeOffset="7">3769 2102 0 0,'-15'16'0'0,"26"-27"0"0,234-252 0 0,-241 259 0 0</inkml:trace>
  <inkml:trace contextRef="#ctx1" brushRef="#br1" timeOffset="8">4146 1698 0 0,'185'-198'0'0,"-178"190"0"0</inkml:trace>
  <inkml:trace contextRef="#ctx1" brushRef="#br1" timeOffset="9">4519 1298 0 0,'150'-161'0'0,"-142"153"0"0</inkml:trace>
  <inkml:trace contextRef="#ctx1" brushRef="#br1" timeOffset="10">4866 926 0 0,'116'-124'0'0,"-111"118"0"0</inkml:trace>
  <inkml:trace contextRef="#ctx1" brushRef="#br1" timeOffset="11">5009 773 0 0,'-62'66'0'0,"61"-65"0"0</inkml:trace>
  <inkml:trace contextRef="#ctx1" brushRef="#br1" timeOffset="12">3552 3682 0 0,'-1'-1'0'0,"0"1"0"0,1 0 0 0,0 0 0 0,-1 0 0 0,1 0 0 0</inkml:trace>
  <inkml:trace contextRef="#ctx1" brushRef="#br1" timeOffset="13">3570 3685 0 0,'1'0'0'0,"0"0"0"0,-1 0 0 0,0 0 0 0,0 0 0 0,-1 0 0 0,1 0 0 0,0 0 0 0,0 0 0 0,-1 0 0 0,1 0 0 0,0 0 0 0</inkml:trace>
  <inkml:trace contextRef="#ctx1" brushRef="#br1" timeOffset="14">3612 3692 0 0,'375'66'0'0,"-368"-65"0"0</inkml:trace>
  <inkml:trace contextRef="#ctx1" brushRef="#br1" timeOffset="15">4234 3802 0 0,'296'52'0'0,"-289"-51"0"0</inkml:trace>
  <inkml:trace contextRef="#ctx1" brushRef="#br1" timeOffset="16">4775 3897 0 0,'-1'0'0'0,"278"49"0"0,-271-48 0 0</inkml:trace>
  <inkml:trace contextRef="#ctx1" brushRef="#br1" timeOffset="17">5228 3977 0 0,'298'53'0'0,"-297"-53"0"0</inkml:trace>
  <inkml:trace contextRef="#ctx1" brushRef="#br1" timeOffset="18">5711 4062 0 0,'0'0'0'0,"40"7"0"0,0 0 0 0,-59-10 0 0,16 2 0 0,-53-9 0 0,85 16 0 0,110 18 0 0,-133-23 0 0</inkml:trace>
  <inkml:trace contextRef="#ctx0" brushRef="#br0" timeOffset="23">569 868 760 0 0,'-27'-8'6793'0'0,"24"8"-7208"0"0,-55-2 887 0 0,59 1-464 0 0,0 1 1 0 0,-1 0-1 0 0,1 0 1 0 0,0 1-1 0 0,0-1 1 0 0,-1 0 0 0 0,1 0-1 0 0,0 0 1 0 0,-1 0-1 0 0,1 0 1 0 0,0 1-1 0 0,0-1 1 0 0,-1 0-1 0 0,1 1 1 0 0,-1-1 0 0 0,1 1-1 0 0,0-1 1 0 0,-1 0-1 0 0,1 1 1 0 0,-1-1-1 0 0,1 1 1 0 0,-1 0-1 0 0,1-1 1 0 0,-1 1 0 0 0,1-1-1 0 0,-1 1 1 0 0,0 0-1 0 0,1-1 1 0 0,-1 1-1 0 0,0 0 1 0 0,0-1 0 0 0,1 1-1 0 0,-1 0 1 0 0,0-1-1 0 0,0 1 1 0 0,0 0-1 0 0,0 0 1 0 0,0-1-1 0 0,0 1 1 0 0,0 0 0 0 0,0 0-1 0 0,0-1 1 0 0,0 1-1 0 0,0 0 1 0 0,-1-1-1 0 0,1 1 1 0 0,0 0-1 0 0,-1-1 1 0 0,1 1 0 0 0,0 0-1 0 0,-1-1 1 0 0,1 1-1 0 0,0 0 1 0 0,-1-1-1 0 0,1 1 1 0 0,-1-1-1 0 0,1 1 1 0 0,-1-1 0 0 0,0 1-1 0 0,1-1 1 0 0,-1 0-1 0 0,1 1 1 0 0,-1-1-1 0 0,0 1 1 0 0,1-1 0 0 0,-1 0-1 0 0,0 0-8 0 0,1-1 3 0 0,1-1 1 0 0,-1 1-1 0 0,1-1 1 0 0,-1 1-1 0 0,0-1 1 0 0,0 1-1 0 0,0-1 0 0 0,0 0 1 0 0,0 1-1 0 0,0-1 1 0 0,0 0-1 0 0,0 1 0 0 0,0-1 1 0 0,-1 1-1 0 0,1-1 1 0 0,-1 1-1 0 0,1-1 0 0 0,-1 1 1 0 0,0-1-1 0 0,0 1 1 0 0,1-1-1 0 0,-1 1 0 0 0,0 0 1 0 0,0-1-1 0 0,0 1 1 0 0,0 0-1 0 0,-1 0 0 0 0,1 0 1 0 0,-1-1-4 0 0,1 2-1 0 0,1-1 0 0 0,-1 1 0 0 0,0-1 1 0 0,0 1-1 0 0,1-1 0 0 0,-1 1 0 0 0,0 0 1 0 0,0 0-1 0 0,1-1 0 0 0,-1 1 0 0 0,0 0 0 0 0,0 0 1 0 0,0 0-1 0 0,1 0 0 0 0,-1 0 0 0 0,0 0 1 0 0,0 0-1 0 0,0 0 0 0 0,1 0 0 0 0,-1 0 0 0 0,0 0 1 0 0,0 0-1 0 0,0 1 0 0 0,1-1 0 0 0,-1 0 1 0 0,0 1-1 0 0,0-1 0 0 0,1 0 0 0 0,-1 1 1 0 0,0-1-1 0 0,1 1 0 0 0,-1-1 0 0 0,0 1 0 0 0,1 0 1 0 0,-1-1-1 0 0,1 1 0 0 0,-1-1 0 0 0,1 1 1 0 0,-1 0-1 0 0,1 0 0 0 0,0-1 0 0 0,-1 1 0 0 0,1 0 1 0 0,0 0-1 0 0,-1-1 0 0 0,1 1 0 0 0,0 0 1 0 0,0 0-1 0 0,0 0 0 0 0,0-1 0 0 0,0 1 0 0 0,0 0 1 0 0,0 0-1 0 0,0 0 1 0 0,-9 49 186 0 0,9-48-160 0 0,1-1 1 0 0,-1 1-1 0 0,0-1 0 0 0,0 1 1 0 0,1-1-1 0 0,-1 1 0 0 0,1-1 1 0 0,-1 0-1 0 0,1 1 0 0 0,0-1 1 0 0,0 1-1 0 0,-1-1 0 0 0,1 0 1 0 0,0 0-1 0 0,0 0 0 0 0,0 1 1 0 0,0-1-1 0 0,1 0 1 0 0,-1 0-1 0 0,0 0 0 0 0,0-1 1 0 0,1 1-1 0 0,-1 0 0 0 0,0 0 1 0 0,1-1-1 0 0,-1 1 0 0 0,1-1 1 0 0,-1 1-1 0 0,1-1 0 0 0,-1 1 1 0 0,1-1-1 0 0,-1 0 1 0 0,1 0-1 0 0,-1 0 0 0 0,1 0 1 0 0,-1 0-1 0 0,1 0 0 0 0,-1 0 1 0 0,1-1-1 0 0,-1 1 0 0 0,1 0 1 0 0,0-1-27 0 0,9-41 482 0 0,-11 40-489 0 0,1 1-1 0 0,-1-1 0 0 0,0 0 0 0 0,0 0 0 0 0,0 1 0 0 0,0-1 0 0 0,0 0 0 0 0,0 0 0 0 0,-1 1 0 0 0,1-1 0 0 0,0 0 0 0 0,-1 0 1 0 0,1 1-1 0 0,-1-1 0 0 0,0 0 0 0 0,0 1 0 0 0,0-1 0 0 0,0 1 0 0 0,0-1 0 0 0,0 1 0 0 0,0 0 0 0 0,0-1 0 0 0,0 1 0 0 0,-1 0 1 0 0,1 0-1 0 0,0 0 0 0 0,-1 0 0 0 0,1 0 0 0 0,-1 0 0 0 0,1 0 0 0 0,-2 0 8 0 0,-18 49 0 0 0,28 17 75 0 0,11-72 97 0 0,-17 6-174 0 0,-1-1 0 0 0,1 1 0 0 0,0 0 0 0 0,0-1 0 0 0,-1 1 0 0 0,1 0 0 0 0,0-1 0 0 0,-1 1 0 0 0,1-1 0 0 0,-1 1 0 0 0,0-1 0 0 0,0 1 0 0 0,1-1 0 0 0,-1 0 0 0 0,0 1 0 0 0,0-1 0 0 0,-1 1 0 0 0,1-1 0 0 0,0 1 0 0 0,0-1 0 0 0,-1 1 0 0 0,1-1 0 0 0,-1 1 0 0 0,1-1 0 0 0,-1 1 0 0 0,0-1 0 0 0,1 1 0 0 0,-1 0 0 0 0,0-1 0 0 0,0 1 0 0 0,0 0 0 0 0,0 0 0 0 0,0 0 0 0 0,0 0 0 0 0,0 0 0 0 0,-1 0 0 0 0,1 0 0 0 0,0 0 0 0 0,0 0 0 0 0,-1 0 0 0 0,1 1 0 0 0,-1-1 0 0 0,1 1 0 0 0,-1-1 0 0 0,1 1 0 0 0,-1-1 0 0 0,1 1 0 0 0,-1 0 0 0 0,1 0 0 0 0,-1 0 0 0 0,1 0 0 0 0,-2 0 2 0 0,-1 2 12 0 0,1 0 1 0 0,0 1 0 0 0,0-1-1 0 0,0 1 1 0 0,0 0 0 0 0,1 0-1 0 0,-1 0 1 0 0,1 0 0 0 0,-1 0-1 0 0,1 0 1 0 0,0 1 0 0 0,1-1-1 0 0,-1 1 1 0 0,0 0-1 0 0,1-1 1 0 0,0 1 0 0 0,0 0-1 0 0,0 0 1 0 0,0 0 0 0 0,1 0-1 0 0,0-1 1 0 0,-1 1 0 0 0,1 0-1 0 0,1 0 1 0 0,-1 0 0 0 0,0 0-1 0 0,1 0 1 0 0,0 0 0 0 0,1 2-13 0 0,-1-4 23 0 0,0 0 1 0 0,1-1 0 0 0,0 1 0 0 0,-1 0 0 0 0,1-1 0 0 0,0 1-1 0 0,-1-1 1 0 0,1 0 0 0 0,0 1 0 0 0,0-1 0 0 0,0 0 0 0 0,0 0 0 0 0,0-1-1 0 0,1 1 1 0 0,-1 0 0 0 0,0-1 0 0 0,0 1 0 0 0,0-1 0 0 0,1 1-1 0 0,-1-1 1 0 0,0 0 0 0 0,1 0 0 0 0,-1 0 0 0 0,0-1 0 0 0,0 1 0 0 0,1 0-1 0 0,-1-1 1 0 0,0 1 0 0 0,0-1 0 0 0,0 0 0 0 0,0 0 0 0 0,0 0-1 0 0,0 0 1 0 0,0 0 0 0 0,0 0 0 0 0,0-1 0 0 0,0 1 0 0 0,0-1 0 0 0,-1 1-1 0 0,1-1 1 0 0,-1 1 0 0 0,2-2-24 0 0,7-19 32 0 0,19-17-24 0 0,-27 36-7 0 0,-1 0 0 0 0,0 0 0 0 0,-1-1 0 0 0,1 1 0 0 0,0 0 0 0 0,-1-1 0 0 0,0 1 1 0 0,0-1-1 0 0,0 1 0 0 0,0 0 0 0 0,0-1 0 0 0,-1 1 0 0 0,1-1 0 0 0,-1 1 0 0 0,0 0 0 0 0,0 0 0 0 0,0-1 0 0 0,0 1 0 0 0,-1 0 0 0 0,0 0 0 0 0,1 0 0 0 0,-1 0 0 0 0,0 1 0 0 0,0-1 1 0 0,0 0-1 0 0,-1 1 0 0 0,1 0 0 0 0,-1-1 0 0 0,0 0-1 0 0,0 4-7 0 0,1 0 1 0 0,0 0 0 0 0,0 0-1 0 0,0 0 1 0 0,0 0-1 0 0,0 0 1 0 0,0 1-1 0 0,0-1 1 0 0,1 1 0 0 0,-1-1-1 0 0,0 1 1 0 0,1 0-1 0 0,-1 0 1 0 0,1-1 0 0 0,0 1-1 0 0,-1 0 1 0 0,1 0-1 0 0,0 0 1 0 0,0 1 0 0 0,0-1-1 0 0,1 0 1 0 0,-1 0-1 0 0,1 0 1 0 0,-1 1 0 0 0,1-1-1 0 0,-1 0 1 0 0,1 1-1 0 0,0-1 1 0 0,0 0-1 0 0,0 0 1 0 0,1 3 6 0 0,-2-3 5 0 0,0-1 0 0 0,0 1 1 0 0,1 0-1 0 0,-1 0 0 0 0,0 0 0 0 0,1 0 0 0 0,0 0 0 0 0,-1 1 1 0 0,1-1-1 0 0,0 0 0 0 0,0 0 0 0 0,0 0 0 0 0,0 0 0 0 0,1 0 1 0 0,-1 0-1 0 0,1 0 0 0 0,-1 0 0 0 0,1 0 0 0 0,0 0 0 0 0,-1 0 1 0 0,1 0-1 0 0,0 0 0 0 0,0-1 0 0 0,0 1 0 0 0,1 0 1 0 0,-1 0-1 0 0,0-1 0 0 0,1 1 0 0 0,-1-1 0 0 0,1 1 0 0 0,-1-1 1 0 0,1 0-1 0 0,0 0 0 0 0,-1 0 0 0 0,1 0 0 0 0,0 0 0 0 0,0 0 1 0 0,0 0-1 0 0,0 0 0 0 0,0-1 0 0 0,0 1-5 0 0,13-48 37 0 0,-15 46-38 0 0,1-1 0 0 0,-1 1-1 0 0,0-1 1 0 0,0 1 0 0 0,1-1-1 0 0,-1 1 1 0 0,0-1 0 0 0,0 1-1 0 0,-1 0 1 0 0,1-1 0 0 0,0 1-1 0 0,0-1 1 0 0,-1 1 0 0 0,1-1-1 0 0,-1 1 1 0 0,1 0 0 0 0,-1-1-1 0 0,1 1 1 0 0,-1 0 0 0 0,0-1-1 0 0,0 1 1 0 0,0 0 0 0 0,0 0-1 0 0,0 0 1 0 0,0 0 0 0 0,0 0-1 0 0,0 0 1 0 0,0 0 0 0 0,0 0-1 0 0,-1 0 1 0 0,1 1 0 0 0,0-1-1 0 0,0 0 1 0 0,-1 1 0 0 0,1-1-1 0 0,-2 1 2 0 0,2 47-24 0 0,2-39 38 0 0,-1-7-8 0 0,0-1 0 0 0,-1 1 1 0 0,1-1-1 0 0,0 1 1 0 0,0 0-1 0 0,0-1 0 0 0,0 1 1 0 0,0 0-1 0 0,0-1 1 0 0,0 1-1 0 0,0 0 0 0 0,0-1 1 0 0,0 1-1 0 0,0 0 1 0 0,0-1-1 0 0,0 1 0 0 0,0 0 1 0 0,1-1-1 0 0,-1 1 1 0 0,0-1-1 0 0,0 1 0 0 0,1 0 1 0 0,-1-1-1 0 0,0 1 0 0 0,1-1 1 0 0,-1 1-1 0 0,1-1 1 0 0,-1 1-1 0 0,1-1 0 0 0,-1 0 1 0 0,1 1-1 0 0,-1-1 1 0 0,1 1-1 0 0,-1-1 0 0 0,1 0 1 0 0,0 1-1 0 0,-1-1 1 0 0,1 0-1 0 0,-1 0 0 0 0,1 0 1 0 0,0 0-1 0 0,-1 1 0 0 0,1-1 1 0 0,0 0-1 0 0,-1 0 1 0 0,1 0-1 0 0,0 0 0 0 0,-1 0 1 0 0,1 0-1 0 0,0-1 1 0 0,-1 1-1 0 0,1 0 0 0 0,0 0 1 0 0,-1 0-1 0 0,1-1 1 0 0,-1 1-1 0 0,1 0 0 0 0,-1 0 1 0 0,1-1-1 0 0,0 1 0 0 0,-1-1 1 0 0,1 1-7 0 0,0-23 96 0 0,7 9-128 0 0,2-10 175 0 0,-11 15-2940 0 0,1 9 1938 0 0,3 0-326 0 0</inkml:trace>
  <inkml:trace contextRef="#ctx0" brushRef="#br0" timeOffset="24">78 106 264 0 0,'-44'-61'3194'0'0,"11"17"-1380"0"0,52 83 736 0 0,49 61-1821 0 0,94 190 2209 0 0,-83-182-2691 0 0,-78-107-270 0 0,-1-1-46 0 0,0 0-43 0 0,0 0-55 0 0,0 0-104 0 0,0 0-79 0 0,0-12-5469 0 0,2 8 4887 0 0</inkml:trace>
  <inkml:trace contextRef="#ctx0" brushRef="#br0" timeOffset="25">320 67 1040 0 0,'-11'-4'8565'0'0,"8"10"-6762"0"0,1 2-1994 0 0,-61 133 1231 0 0,50-116-959 0 0,-1 0-1 0 0,-2-1 0 0 0,0 0 0 0 0,-2-1 0 0 0,0-1 1 0 0,-10 7-81 0 0,8-20-793 0 0,16-17-5845 0 0,4 6 5627 0 0</inkml:trace>
  <inkml:trace contextRef="#ctx0" brushRef="#br0" timeOffset="26">285 176 2264 0 0,'-22'10'4125'0'0,"-4"32"-4310"0"0,13-17 545 0 0,-99 166 955 0 0,59-72-1862 0 0,44-107-2112 0 0,9-12 1931 0 0</inkml:trace>
  <inkml:trace contextRef="#ctx0" brushRef="#br0" timeOffset="27">435 496 3185 0 0,'-1'1'67'0'0,"1"0"-1"0"0,-1 0 1 0 0,1 0 0 0 0,-1 1 0 0 0,1-1 0 0 0,-1 0 0 0 0,1 0 0 0 0,0 1 0 0 0,0-1-1 0 0,-1 0 1 0 0,1 0 0 0 0,0 1 0 0 0,0-1 0 0 0,0 0 0 0 0,1 0 0 0 0,-1 1 0 0 0,0-1-1 0 0,0 0 1 0 0,1 1 0 0 0,-1-1 0 0 0,0 0 0 0 0,1 0 0 0 0,0 0 0 0 0,-1 0 0 0 0,1 1-1 0 0,0-1 1 0 0,-1 0 0 0 0,1 0 0 0 0,0 0 0 0 0,0 0 0 0 0,0-1 0 0 0,0 1 0 0 0,0 0-1 0 0,0 0 1 0 0,0 0 0 0 0,0-1 0 0 0,0 1 0 0 0,0 0 0 0 0,0-1 0 0 0,1 1 0 0 0,-1-1-67 0 0,69 16 1292 0 0,-66-17-1227 0 0,0 0-1 0 0,0-1 1 0 0,0 0 0 0 0,0 0-1 0 0,0 0 1 0 0,0 0 0 0 0,0-1-1 0 0,-1 1 1 0 0,1-1 0 0 0,-1 0-1 0 0,0 0 1 0 0,0 0 0 0 0,0-1-1 0 0,0 1 1 0 0,0-1 0 0 0,-1 0-1 0 0,0 1 1 0 0,0-1 0 0 0,0 0-1 0 0,0 0 1 0 0,0-1 0 0 0,-1 1 0 0 0,0 0-1 0 0,0 0 1 0 0,0-1 0 0 0,0 1-1 0 0,-1-1 1 0 0,1 1 0 0 0,-1 0-1 0 0,0-1 1 0 0,-1 1 0 0 0,0-4-65 0 0,2 5 24 0 0,0 1 1 0 0,-1-1-1 0 0,1 0 0 0 0,-1 0 1 0 0,0 1-1 0 0,0-1 1 0 0,0 0-1 0 0,0 0 1 0 0,-1 0-1 0 0,1 1 1 0 0,-1-1-1 0 0,0 0 1 0 0,1 0-1 0 0,-1 1 1 0 0,-1-1-1 0 0,1 1 0 0 0,0-1 1 0 0,0 1-1 0 0,-1-1 1 0 0,1 1-1 0 0,-1 0 1 0 0,0 0-1 0 0,0 0 1 0 0,0 0-1 0 0,0 0 1 0 0,0 0-1 0 0,0 0 1 0 0,-1 1-1 0 0,1-1 0 0 0,0 1 1 0 0,-1-1-1 0 0,1 1 1 0 0,-1 0-1 0 0,0 0 1 0 0,1 0-1 0 0,-1 1 1 0 0,0-1-1 0 0,0 1 1 0 0,1-1-1 0 0,-1 1 1 0 0,-2 0-25 0 0,-5 9-8 0 0,-41 74 13 0 0,10-4-4 0 0,27-30-2769 0 0,18-49 1601 0 0,5 3 317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2T16:05:32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0 1984 0 0,'-8'66'1685'0'0,"7"-58"-1485"0"0,-23 41 2251 0 0,23-49-2458 0 0,1 0-1 0 0,-38-39-113 0 0,35 42 116 0 0,0 1 0 0 0,1 0-1 0 0,-1 1 1 0 0,1-1 0 0 0,0 0 0 0 0,0 1 0 0 0,0-1 0 0 0,1 1-1 0 0,0 0 1 0 0,0-1 0 0 0,0 1 0 0 0,0 0 0 0 0,1 0 0 0 0,-1-1-1 0 0,1 1 1 0 0,1 0 0 0 0,-1 2 5 0 0,0-6-14 0 0,0 0 71 0 0,-1 1 0 0 0,1-1 1 0 0,0 1-1 0 0,-1-1 0 0 0,1 1 1 0 0,0-1-1 0 0,0 1 0 0 0,0-1 0 0 0,0 0 1 0 0,0 1-1 0 0,0-1 0 0 0,1 1 0 0 0,-1-1 1 0 0,0 1-1 0 0,1-1 0 0 0,-1 0 0 0 0,1 1 1 0 0,0-1-1 0 0,-1 0 0 0 0,1 1 0 0 0,0-1 1 0 0,0 0-1 0 0,0 0 0 0 0,0 0 0 0 0,0 0 1 0 0,0 0-1 0 0,0 0 0 0 0,0 0 0 0 0,0 0 1 0 0,0 0-1 0 0,0 0 0 0 0,1 0 0 0 0,-1-1 1 0 0,0 1-1 0 0,1-1 0 0 0,0 1-57 0 0,-1-1 107 0 0,-1 0-14 0 0,0 0-40 0 0,-1-3-46 0 0,1-1-1 0 0,-1 0 0 0 0,1 1 1 0 0,-1-1-1 0 0,0 1 0 0 0,0-1 1 0 0,-1 1-1 0 0,1 0 0 0 0,-1-1 1 0 0,1 1-1 0 0,-1 0 0 0 0,0 0 1 0 0,-1 0-1 0 0,1 0 0 0 0,0 1 1 0 0,-1-1-1 0 0,1 0 0 0 0,-1 1 1 0 0,0 0-1 0 0,-3-2-6 0 0,20 13-55 0 0,11-24 389 0 0,-24 14-332 0 0,-1 0 0 0 0,1 0 0 0 0,-1-1 0 0 0,1 1 0 0 0,-1 0 0 0 0,1-1 0 0 0,-1 1 0 0 0,0 0 0 0 0,0 0 0 0 0,1-1 0 0 0,-1 1 0 0 0,0-1 0 0 0,0 1 0 0 0,0 0 0 0 0,0-1 0 0 0,-1 1 0 0 0,1 0 0 0 0,0-1 0 0 0,-1 1 0 0 0,1 0 0 0 0,-1 0 0 0 0,1-1 0 0 0,-1 1 0 0 0,1 0 0 0 0,-1 0 0 0 0,0 0 0 0 0,0 0 0 0 0,1 0 0 0 0,-1 0 0 0 0,0 0 0 0 0,0 0 0 0 0,0 0 0 0 0,0 0 0 0 0,0 0 0 0 0,0 0 0 0 0,-1 1 0 0 0,1-1 0 0 0,0 0 0 0 0,0 1 0 0 0,0-1 0 0 0,-1 1 0 0 0,1-1 0 0 0,0 1 0 0 0,-1 0-2 0 0,2 0-15 0 0,0 0 6 0 0,7 24-18 0 0,6-18 44 0 0,-12-5-13 0 0,0 1-1 0 0,0-1 1 0 0,0 0-1 0 0,0 0 1 0 0,0 0-1 0 0,0-1 1 0 0,1 1-1 0 0,-1 0 1 0 0,0 0-1 0 0,1-1 1 0 0,-1 1-1 0 0,1-1 1 0 0,-1 1-1 0 0,1-1 1 0 0,-1 1-1 0 0,1-1 1 0 0,-1 0-1 0 0,1 0 1 0 0,-1 0 0 0 0,1 0-1 0 0,-1 0 1 0 0,1 0-1 0 0,-1 0 1 0 0,1 0-1 0 0,-1-1 1 0 0,1 1-1 0 0,-1-1 1 0 0,1 1-1 0 0,-1-1 1 0 0,0 1-1 0 0,1-1 1 0 0,-1 0-1 0 0,0 0 1 0 0,1 0-1 0 0,-1 1 1 0 0,0-1-1 0 0,0 0 1 0 0,1-1-4 0 0,0-2 6 0 0,-1 2-3 0 0,1 1 0 0 0,0-1-1 0 0,-1 0 1 0 0,1-1 0 0 0,-1 1-1 0 0,0 0 1 0 0,0 0 0 0 0,0-1-1 0 0,0 1 1 0 0,0 0 0 0 0,0-1-1 0 0,-1 1 1 0 0,1-1 0 0 0,-1 1-1 0 0,0-1 1 0 0,1 1 0 0 0,-1-1-1 0 0,0 1 1 0 0,-1-1 0 0 0,1 1-1 0 0,0-1 1 0 0,-1 1 0 0 0,1-1 0 0 0,-1 1-1 0 0,0-1 1 0 0,0 1 0 0 0,0 0-1 0 0,0-1 1 0 0,0 1 0 0 0,0 0-1 0 0,-1 0 1 0 0,1 0 0 0 0,-1 0-1 0 0,0 0 1 0 0,1 0-3 0 0,-4 46-119 0 0,5-44 126 0 0,14-22 125 0 0,-14 14-121 0 0,0 7-22 0 0,0 0 1 0 0,0 0 0 0 0,0 0-1 0 0,0 0 1 0 0,-1 0 0 0 0,1 0-1 0 0,0 0 1 0 0,-1 0 0 0 0,1 0 0 0 0,-1 0-1 0 0,1 0 1 0 0,-1 0 0 0 0,1 1-1 0 0,-1-1 1 0 0,1 0 0 0 0,-1 0-1 0 0,0 0 1 0 0,0 1 0 0 0,1-1-1 0 0,-1 0 1 0 0,0 1 0 0 0,0-1-1 0 0,0 1 1 0 0,0-1 0 0 0,0 1 0 0 0,0-1-1 0 0,0 1 1 0 0,0 0 0 0 0,0-1-1 0 0,0 1 1 0 0,0 0 0 0 0,0 0-1 0 0,0 0 1 0 0,0 0 0 0 0,0 0-1 0 0,0 0 1 0 0,0 0 0 0 0,0 0-1 0 0,0 0 1 0 0,0 0 0 0 0,0 0 0 0 0,0 1-1 0 0,0-1 1 0 0,0 0 0 0 0,0 1-1 0 0,0-1 1 0 0,0 1 0 0 0,0-1-1 0 0,1 1 1 0 0,-1 0 0 0 0,0-1-1 0 0,0 1 1 0 0,0 0 0 0 0,1-1 0 0 0,-1 1-1 0 0,0 0 1 0 0,1 0 0 0 0,-1 0-1 0 0,1 0 1 0 0,-1 0 0 0 0,1-1-1 0 0,-1 1 1 0 0,1 0 0 0 0,0 0-1 0 0,-1 0 1 0 0,1 0 0 0 0,0 1 10 0 0,-13 42-2870 0 0,13-44 2215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2T16:05:32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26 147 2697 0 0,'-26'13'5513'0'0,"41"17"-4074"0"0,-4-14-1749 0 0,108 161 845 0 0,-37-89-618 0 0,-77-79-151 0 0,5 4-75 0 0,-8-5-3755 0 0,-2-8 3041 0 0</inkml:trace>
  <inkml:trace contextRef="#ctx0" brushRef="#br0" timeOffset="1">298 1 3169 0 0,'-39'64'4587'0'0,"11"55"-4721"0"0,16-57 392 0 0,-85 241 445 0 0,78-273-590 0 0,9-29-3138 0 0,10-2 2179 0 0,0-1-346 0 0</inkml:trace>
  <inkml:trace contextRef="#ctx0" brushRef="#br0" timeOffset="2">432 429 224 0 0,'0'2'88'0'0,"-2"-1"-56"0"0,1-1-32 0 0,-1 0 0 0 0,1 0 0 0 0,-1 0 0 0 0</inkml:trace>
  <inkml:trace contextRef="#ctx0" brushRef="#br0" timeOffset="3">408 410 320 0 0,'-12'-1'4533'0'0,"-17"18"-2731"0"0,-19 75-1805 0 0,46-87-14 0 0,1-5 15 0 0,0 1-1 0 0,1-1 1 0 0,0 1 0 0 0,-1-1 0 0 0,1 1-1 0 0,-1-1 1 0 0,1 1 0 0 0,0-1-1 0 0,-1 1 1 0 0,1 0 0 0 0,0-1 0 0 0,0 1-1 0 0,-1-1 1 0 0,1 1 0 0 0,0 0 0 0 0,0-1-1 0 0,0 1 1 0 0,0 0 0 0 0,0-1 0 0 0,0 1-1 0 0,0 0 1 0 0,0-1 0 0 0,0 1 0 0 0,0 0-1 0 0,0-1 1 0 0,0 1 0 0 0,1 0-1 0 0,-1-1 1 0 0,0 1 0 0 0,0 0 0 0 0,1-1-1 0 0,-1 1 1 0 0,0-1 0 0 0,1 1 0 0 0,-1 0-1 0 0,1-1 1 0 0,-1 1 0 0 0,1-1 0 0 0,-1 0-1 0 0,1 1 1 0 0,-1-1 0 0 0,1 1-1 0 0,-1-1 1 0 0,1 0 0 0 0,-1 1 0 0 0,1-1-1 0 0,0 0 1 0 0,-1 0 0 0 0,1 1 0 0 0,0-1-1 0 0,-1 0 1 0 0,1 0 0 0 0,0 0 0 0 0,-1 0-1 0 0,1 0 1 0 0,0 0 2 0 0,3 2 39 0 0,0-1 0 0 0,0-1 1 0 0,1 1-1 0 0,-1 0 0 0 0,0-1 0 0 0,1 0 0 0 0,-1 0 1 0 0,0 0-1 0 0,1-1 0 0 0,-1 1 0 0 0,0-1 0 0 0,0 0 1 0 0,1 0-1 0 0,-1 0 0 0 0,0-1 0 0 0,0 0 0 0 0,0 0 0 0 0,-1 0 1 0 0,1 0-1 0 0,0 0 0 0 0,-1-1 0 0 0,1 1 0 0 0,-1-1 1 0 0,0 0-1 0 0,0 0 0 0 0,0-1 0 0 0,0 1 0 0 0,-1 0 1 0 0,1-1-1 0 0,-1 0 0 0 0,2-2-39 0 0,40-60 679 0 0,-43 64-647 0 0,1-1 1 0 0,-1 0-1 0 0,0 1 0 0 0,0-1 1 0 0,0 0-1 0 0,0 0 1 0 0,0 0-1 0 0,-1 0 0 0 0,1 1 1 0 0,-1-1-1 0 0,0 0 1 0 0,0 0-1 0 0,0 0 0 0 0,0 0 1 0 0,0 0-1 0 0,-1 0 1 0 0,1 0-1 0 0,-1 0 0 0 0,0 0 1 0 0,0 1-1 0 0,0-1 1 0 0,0 0-1 0 0,-1 1 0 0 0,1-1 1 0 0,-1 1-1 0 0,1-1 1 0 0,-1 1-1 0 0,0 0 1 0 0,0-1-1 0 0,0 1 0 0 0,0 0 1 0 0,0 0-1 0 0,0 0 1 0 0,-1 1-1 0 0,1-1 0 0 0,-1 1 1 0 0,1-1-1 0 0,-1 1 1 0 0,0 0-1 0 0,0 0 0 0 0,1 0 1 0 0,-1 0-1 0 0,0 0 1 0 0,0 1-1 0 0,0-1 0 0 0,0 1 1 0 0,-1 0-33 0 0,2 0-48 0 0,-1 0 1 0 0,0 1-1 0 0,0-1 0 0 0,0 1 1 0 0,1 0-1 0 0,-1 0 1 0 0,0 0-1 0 0,1 0 0 0 0,-1 0 1 0 0,1 0-1 0 0,-1 1 0 0 0,1-1 1 0 0,-1 1-1 0 0,1 0 1 0 0,0 0-1 0 0,0 0 0 0 0,0 0 1 0 0,0 0-1 0 0,0 0 1 0 0,1 0-1 0 0,-1 1 0 0 0,1-1 1 0 0,-1 1-1 0 0,1-1 0 0 0,0 1 1 0 0,0-1-1 0 0,0 1 1 0 0,0 0-1 0 0,0 0 0 0 0,1-1 1 0 0,-1 2 47 0 0,-13 26-2044 0 0,8-19 1264 0 0,1-1-212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2T19:21:17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7 195 1152 0 0,'-6'-54'7195'0'0,"6"53"-7070"0"0,0 1 29 0 0,23 0 710 0 0,-19 0-848 0 0,0 0 0 0 0,1-1 0 0 0,-1 0 0 0 0,0 0 0 0 0,1-1 1 0 0,-2 1-1 0 0,1 0 0 0 0,1-2 0 0 0,-2 1 0 0 0,1-1 0 0 0,0 0 0 0 0,0 0 0 0 0,-1 0 0 0 0,0 0 0 0 0,1-1 0 0 0,-1 0 0 0 0,1-1-16 0 0,4-61 16 0 0,-8 66-13 0 0,0 0-11 0 0,0 0 12 0 0,0 0 1 0 0,0 0-10 0 0,0 0 0 0 0,28 14 167 0 0,25-28 377 0 0,-53 14-539 0 0,-1 1 0 0 0,0-1 0 0 0,1 1 0 0 0,0-1 0 0 0,-1 0 0 0 0,0 1 0 0 0,0-1 0 0 0,1 0 0 0 0,0 1 0 0 0,-1-1 0 0 0,0 0 0 0 0,0 0 0 0 0,1 0 0 0 0,-1 0 0 0 0,0 0 0 0 0,0 0 0 0 0,1 0 0 0 0,0 0 0 0 0,-1 0 0 0 0,0 0 0 0 0,0 0 0 0 0,1-1 0 0 0,-1 1 0 0 0,0 0 0 0 0,0 0 0 0 0,1-1 0 0 0,0 1 0 0 0,-1-1 0 0 0,0 1 0 0 0,1-1 0 0 0,-1 1 0 0 0,1-1 0 0 0,0 0 0 0 0,-1 1 0 0 0,0-1 0 0 0,1 0-1 0 0,-1 1 1 0 0,1-1 0 0 0,0 0 0 0 0,0 0 0 0 0,-1 1 0 0 0,1-1 0 0 0,0 0 0 0 0,0 0 0 0 0,-1 0 0 0 0,1 0 0 0 0,0 0 0 0 0,0 1 0 0 0,0-1 0 0 0,0 0 0 0 0,0 1 0 0 0,0-1 0 0 0,0 0 0 0 0,0 0 0 0 0,0 0 0 0 0,0 0 0 0 0,0 1 0 0 0,0-1 0 0 0,1 0 0 0 0,-1 0 0 0 0,0 0 0 0 0,1 0 0 0 0,-1 1 0 0 0,0-2 0 0 0,-52 47 56 0 0,29-28 187 0 0,22-17-215 0 0,1 0-8 0 0,0 0 1 0 0,0 0-4 0 0,0 0 1 0 0,0 0 2 0 0,26-1 24 0 0,155-53 849 0 0,-172 50-870 0 0,1 1 0 0 0,-1 1 0 0 0,1 0 0 0 0,0 0 0 0 0,-1 2 0 0 0,1-1-1 0 0,0 2 1 0 0,-1 0 0 0 0,1 0 0 0 0,0 1 0 0 0,0 1 0 0 0,7 3-23 0 0,44 51 191 0 0,-47-47-157 0 0,0-2 0 0 0,0-1 0 0 0,1 0 0 0 0,0-1 0 0 0,0 0 0 0 0,0-2 0 0 0,1 0 0 0 0,-1-2-34 0 0,104-27 72 0 0,-65 54-32 0 0,-15-6-24 0 0,-1 7-18 0 0,-33-25 1 0 0,-1 0 1 0 0,1-1-1 0 0,0 0 1 0 0,0 0-1 0 0,1 0 1 0 0,-1-2-1 0 0,1 1 1 0 0,-1 0-1 0 0,1-1 1 0 0,-1 0-1 0 0,1 0 0 0 0,0-1 1 0 0,0 0-1 0 0,2-1 1 0 0,52-12 50 0 0,-16 12-29 0 0,-4 67-28 0 0,-26-34 41 0 0,7 13 19 0 0,50 18-32 0 0,-3-18-233 0 0,-38-41-4670 0 0,-26-6 3068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2T19:21:17.518"/>
    </inkml:context>
    <inkml:brush xml:id="br0">
      <inkml:brushProperty name="width" value="0.1" units="cm"/>
      <inkml:brushProperty name="height" value="0.1" units="cm"/>
      <inkml:brushProperty name="color" value="#00A0D7"/>
    </inkml:brush>
    <inkml:brush xml:id="br1">
      <inkml:brushProperty name="width" value="0.1" units="cm"/>
      <inkml:brushProperty name="height" value="0.1" units="cm"/>
      <inkml:brushProperty name="color" value="#004F8B"/>
    </inkml:brush>
    <inkml:brush xml:id="br2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0 146 1552 0 0,'7'10'4377'0'0,"15"2"-3756"0"0,-6-4-355 0 0,-13-7-229 0 0,-1 0 1 0 0,1 1-1 0 0,0-1 0 0 0,0 0 0 0 0,0-1 0 0 0,0 1 0 0 0,1-1 1 0 0,-1 0-1 0 0,0 0 0 0 0,0 0 0 0 0,0 0 0 0 0,0-1 1 0 0,0 0-1 0 0,0 0 0 0 0,0 0 0 0 0,0 0 0 0 0,0 0 1 0 0,0-1-1 0 0,-1 0 0 0 0,3 0-37 0 0,14-7 22 0 0,14-17 6 0 0,-13 5-19 0 0,-3-7 71 0 0,-4-3 814 0 0,-12 29-886 0 0,0 0 0 0 0,-1 0 0 0 0,1 0 0 0 0,0 0 0 0 0,0 0 0 0 0,0 0 0 0 0,1 0 0 0 0,-2 0 0 0 0,2 1 0 0 0,-1-1 0 0 0,0 1 0 0 0,1-1 0 0 0,-1 1 0 0 0,1 0 0 0 0,-1-1 0 0 0,1 1 0 0 0,-1 0 0 0 0,1 0 0 0 0,0 1 0 0 0,-1-1 0 0 0,1 0 0 0 0,-1 1 0 0 0,1-1 0 0 0,0 1 0 0 0,-1 0 0 0 0,2 0 0 0 0,-2-1 0 0 0,1 2 0 0 0,0-1 0 0 0,-1 0 0 0 0,1 0 0 0 0,0 1 0 0 0,0 0-8 0 0,15-3 64 0 0,87-20-62 0 0,-66 22 37 0 0,-37 0-47 0 0,-1 0 0 0 0,0 0-1 0 0,0 0-5 0 0,0 0 8 0 0,0 0 11 0 0,0 0 3 0 0,0 0 1 0 0,0 0 2 0 0,0 0-12 0 0,0 0 3 0 0,15 63-15 0 0,-8-5-44 0 0,19 23 89 0 0,-23-70-27 0 0,0 2 0 0 0,0 0 0 0 0,-1-1 0 0 0,-1 2 1 0 0,1-1-1 0 0,-1-1 0 0 0,-1 2 0 0 0,0-1 0 0 0,0 0 1 0 0,-2 0-1 0 0,1 0 0 0 0,-1 0 0 0 0,0 0 0 0 0,-1 1-5 0 0,-4 34 9 0 0,11 93 38 0 0,-2-115-7 0 0,-8 28 70 0 0,-48 4 446 0 0,21-22-386 0 0,-36 49 217 0 0,-16 14-125 0 0,46-58-272 0 0,38-38 12 0 0,-1-1 0 0 0,2 1 0 0 0,-2-1 0 0 0,1 1 0 0 0,1 0 0 0 0,-1 0 0 0 0,0 0 0 0 0,1 0 0 0 0,-1-1 0 0 0,1 0 0 0 0,0 1 0 0 0,0 0 0 0 0,0 0 0 0 0,0 0 0 0 0,0 0 0 0 0,0 0 0 0 0,0 0 0 0 0,1 0 0 0 0,0 0 0 0 0,-1 0 0 0 0,1 0 0 0 0,0-1 0 0 0,0 1 0 0 0,0-1 0 0 0,0 0 0 0 0,0 1 0 0 0,0-1 0 0 0,1 1-2 0 0,-1-2 8 0 0,11 30 16 0 0,-10-24-24 0 0,-1 1 0 0 0,0-1 0 0 0,0 1 0 0 0,0-2 0 0 0,-1 2 0 0 0,0 0 0 0 0,0 0 0 0 0,0-1 0 0 0,-1 0 0 0 0,0 0 0 0 0,0 1 0 0 0,-1-1 0 0 0,1 1 0 0 0,-2-2 0 0 0,1 1 0 0 0,0 0 0 0 0,0 0 0 0 0,-1 0 0 0 0,0-1 0 0 0,0 0 0 0 0,-1 0 0 0 0,0 0 0 0 0,0 0 0 0 0,-17 39-14 0 0,4-1-3669 0 0,16-42 2961 0 0</inkml:trace>
  <inkml:trace contextRef="#ctx0" brushRef="#br1" timeOffset="1">900 1407 1968 0 0,'-8'3'1503'0'0,"11"1"2542"0"0,6-5-4034 0 0,0-1 0 0 0,0 0 0 0 0,0 0 0 0 0,0-1 0 0 0,-1-1 0 0 0,0 0 0 0 0,1 1 0 0 0,0-2 0 0 0,-2 0 0 0 0,6-5-11 0 0,-9 7 6 0 0,83-43 6 0 0,-67 37-1 0 0,1 0-1 0 0,0 1 0 0 0,0 2 0 0 0,0 0 0 0 0,0 2 1 0 0,17 1-11 0 0,-27-3 32 0 0,-8 7 6 0 0,-1 0 0 0 0,0-1-1 0 0,1 1 1 0 0,0 1 0 0 0,0-1 0 0 0,-1 0 0 0 0,0 0 0 0 0,0 1 0 0 0,1 0 0 0 0,-1 0 0 0 0,0 0 0 0 0,-1 0 0 0 0,2 1 0 0 0,-1-1 0 0 0,-1 1-1 0 0,1 0 1 0 0,-1-1 0 0 0,1 1 0 0 0,-1 0 0 0 0,2 1-38 0 0,9 17 31 0 0,-10-17-21 0 0,0 0 0 0 0,0 0 0 0 0,-1 0-1 0 0,1 0 1 0 0,-1 0 0 0 0,0 0 0 0 0,0 1 0 0 0,0 0-1 0 0,0-1 1 0 0,0 1 0 0 0,-1 0 0 0 0,0-1 0 0 0,0 0 0 0 0,0 1-1 0 0,0 0 1 0 0,0-1 0 0 0,-1 1 0 0 0,0 0 0 0 0,0-1-1 0 0,1 1 1 0 0,-2-1 0 0 0,1 0 0 0 0,0 0 0 0 0,-1 0-1 0 0,0 1 1 0 0,1-1 0 0 0,-2 0 0 0 0,0 1-10 0 0,-8 2 103 0 0,-89 149 207 0 0,23-33 213 0 0,64-75-485 0 0,12-42-23 0 0,1 1-1 0 0,-2-1 1 0 0,1 0-1 0 0,-2 0 1 0 0,2 1-1 0 0,-1-1 1 0 0,-1 0-1 0 0,0 0 1 0 0,1-2-1 0 0,-1 2 1 0 0,0-1-1 0 0,-1 1 1 0 0,-2 2-15 0 0,-90 58 319 0 0,-33-9 301 0 0,28-21-394 0 0,23 29-267 0 0,55-49-8 0 0,22 30-89 0 0,12-16 166 0 0,-10-28-29 0 0,1 1 0 0 0,-1 0 0 0 0,1 0 0 0 0,-1 1 1 0 0,1-1-1 0 0,-1 1 0 0 0,-1-1 0 0 0,1 1 0 0 0,0-1 0 0 0,0 1 0 0 0,-1-1 0 0 0,0 0 1 0 0,1 1-1 0 0,-1 0 0 0 0,0-1 0 0 0,0 1 0 0 0,-1 0 0 0 0,1 0 0 0 0,0-1 1 0 0,-1 1-1 0 0,0 0 1 0 0,-1 3 3 0 0,-1 1 1 0 0,0 0 0 0 0,0 0-1 0 0,-1 0 1 0 0,1-2 0 0 0,-1 1-1 0 0,0 0 1 0 0,-1-1 0 0 0,1 1-1 0 0,-1-2 1 0 0,-1 0 0 0 0,-3 5-4 0 0,-63 77-2294 0 0,64-73-877 0 0,6-7 2049 0 0</inkml:trace>
  <inkml:trace contextRef="#ctx0" brushRef="#br2" timeOffset="2">1685 1239 2056 0 0,'9'-1'5713'0'0,"33"-11"-5322"0"0,44-18-295 0 0,-37-2-62 0 0,-3 5-37 0 0,6 7-76 0 0,-47 9 74 0 0,137-85 188 0 0,-31 48-94 0 0,-24 53 322 0 0,-16 54 608 0 0,-37-3-667 0 0,-7-41-284 0 0,-6 40 25 0 0,-2 31-66 0 0,-13-68-31 0 0,-6-17 0 0 0,0-1 9 0 0,0 0 5 0 0,20 16-10 0 0,-19-14-7 0 0,1 1 0 0 0,-1-1-1 0 0,1 0 1 0 0,-1 0 0 0 0,0 1 0 0 0,0 0 0 0 0,0 0 0 0 0,1 0 0 0 0,-2 0 0 0 0,1 0 0 0 0,0 0 0 0 0,-1 0 0 0 0,1 0 0 0 0,-1 0 0 0 0,0 0 0 0 0,0-1 0 0 0,0 1 0 0 0,0 1 0 0 0,0-1 0 0 0,0 0 0 0 0,0 0 0 0 0,0 0 0 0 0,-1 0 0 0 0,0 0 0 0 0,0 0 0 0 0,1 0 0 0 0,-1 0 0 0 0,-1 0 0 0 0,2-1 0 0 0,-2 1 0 0 0,1-1 0 0 0,-1 1 0 0 0,1 0 7 0 0,-79 74 6 0 0,77-74 13 0 0,-1 1-1 0 0,0 0 1 0 0,0 0-1 0 0,1 1 1 0 0,0-1-1 0 0,0 0 1 0 0,0 1 0 0 0,0 0-1 0 0,0 0 1 0 0,1 1-1 0 0,0-1 1 0 0,0 1-1 0 0,0-1 1 0 0,1 1-1 0 0,-1 0 1 0 0,1 0 0 0 0,0 0-1 0 0,0 0 1 0 0,0 0-1 0 0,1-1 1 0 0,0 2-1 0 0,0-1 1 0 0,0 0-1 0 0,0 0 1 0 0,0 1-1 0 0,1-2 1 0 0,1 1 0 0 0,-2 0-1 0 0,2 0 1 0 0,-1 0-1 0 0,1 0 1 0 0,0-1-1 0 0,1 3-18 0 0,51 45-84 0 0,-38-24-819 0 0,3 6-3750 0 0,-17-29 3320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2T19:21:17.52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383 0 288 0 0,'-20'6'5185'0'0,"17"-4"-5608"0"0,6 21 864 0 0,-2-23-437 0 0,18 9 940 0 0,-19-5-930 0 0,0 0 0 0 0,1 1 1 0 0,-1-1-1 0 0,0-1 0 0 0,0 2 1 0 0,-1-1-1 0 0,1 0 0 0 0,0 1 1 0 0,-1-1-1 0 0,0 0 0 0 0,0 0 0 0 0,0 0 1 0 0,-1-1-1 0 0,1 1 0 0 0,-1 0 1 0 0,1 0-1 0 0,-1 0 0 0 0,0-1 1 0 0,0 1-1 0 0,0-1 0 0 0,0 0 1 0 0,0 0-1 0 0,-1 0 0 0 0,1-1 0 0 0,-1 1 1 0 0,-1 0-15 0 0,-90 108-47 0 0,37-36 15 0 0,40-38-37 0 0,10 10 66 0 0,7-47 8 0 0,0 0 5 0 0,-2 34 138 0 0,-2-7-123 0 0,1 1 290 0 0,-25 18 941 0 0,28-46-1211 0 0,0 0-3 0 0,0 0 0 0 0,0 0 12 0 0,0 0 1 0 0,0 0-6 0 0,0 0-1 0 0,2 11 573 0 0,28-40-3909 0 0,-25 25 2562 0 0</inkml:trace>
  <inkml:trace contextRef="#ctx0" brushRef="#br0" timeOffset="1">111 340 2136 0 0,'-28'-6'5070'0'0,"28"-6"-3515"0"0,24 72-1038 0 0,23 35 62 0 0,13 84 332 0 0,-60-178-923 0 0,0-1-7 0 0,0 0-41 0 0,0 0-39 0 0,0 0-49 0 0,0 0-100 0 0,0 0-223 0 0,0 0-225 0 0,0 0-101 0 0,0 0 277 0 0,0 0-325 0 0,0 0-271 0 0</inkml:trace>
  <inkml:trace contextRef="#ctx0" brushRef="#br0" timeOffset="2">2 513 1952 0 0,'-1'-23'6461'0'0,"18"11"-4478"0"0,31 7-2901 0 0,-39 4 1502 0 0,124-29-404 0 0,19 6-2778 0 0,-134 21 1867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11:41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7 195 1152 0 0,'-6'-54'7195'0'0,"6"53"-7070"0"0,0 1 29 0 0,23 0 710 0 0,-19 0-848 0 0,0 0 0 0 0,1-1 0 0 0,-1 0 0 0 0,0 0 0 0 0,1-1 1 0 0,-2 1-1 0 0,1 0 0 0 0,1-2 0 0 0,-2 1 0 0 0,1-1 0 0 0,0 0 0 0 0,0 0 0 0 0,-1 0 0 0 0,0 0 0 0 0,1-1 0 0 0,-1 0 0 0 0,1-1-16 0 0,4-61 16 0 0,-8 66-13 0 0,0 0-11 0 0,0 0 12 0 0,0 0 1 0 0,0 0-10 0 0,0 0 0 0 0,28 14 167 0 0,25-28 377 0 0,-53 14-539 0 0,-1 1 0 0 0,0-1 0 0 0,1 1 0 0 0,0-1 0 0 0,-1 0 0 0 0,0 1 0 0 0,0-1 0 0 0,1 0 0 0 0,0 1 0 0 0,-1-1 0 0 0,0 0 0 0 0,0 0 0 0 0,1 0 0 0 0,-1 0 0 0 0,0 0 0 0 0,0 0 0 0 0,1 0 0 0 0,0 0 0 0 0,-1 0 0 0 0,0 0 0 0 0,0 0 0 0 0,1-1 0 0 0,-1 1 0 0 0,0 0 0 0 0,0 0 0 0 0,1-1 0 0 0,0 1 0 0 0,-1-1 0 0 0,0 1 0 0 0,1-1 0 0 0,-1 1 0 0 0,1-1 0 0 0,0 0 0 0 0,-1 1 0 0 0,0-1 0 0 0,1 0-1 0 0,-1 1 1 0 0,1-1 0 0 0,0 0 0 0 0,0 0 0 0 0,-1 1 0 0 0,1-1 0 0 0,0 0 0 0 0,0 0 0 0 0,-1 0 0 0 0,1 0 0 0 0,0 0 0 0 0,0 1 0 0 0,0-1 0 0 0,0 0 0 0 0,0 1 0 0 0,0-1 0 0 0,0 0 0 0 0,0 0 0 0 0,0 0 0 0 0,0 0 0 0 0,0 1 0 0 0,0-1 0 0 0,1 0 0 0 0,-1 0 0 0 0,0 0 0 0 0,1 0 0 0 0,-1 1 0 0 0,0-2 0 0 0,-52 47 56 0 0,29-28 187 0 0,22-17-215 0 0,1 0-8 0 0,0 0 1 0 0,0 0-4 0 0,0 0 1 0 0,0 0 2 0 0,26-1 24 0 0,155-53 849 0 0,-172 50-870 0 0,1 1 0 0 0,-1 1 0 0 0,1 0 0 0 0,0 0 0 0 0,-1 2 0 0 0,1-1-1 0 0,0 2 1 0 0,-1 0 0 0 0,1 0 0 0 0,0 1 0 0 0,0 1 0 0 0,7 3-23 0 0,44 51 191 0 0,-47-47-157 0 0,0-2 0 0 0,0-1 0 0 0,1 0 0 0 0,0-1 0 0 0,0 0 0 0 0,0-2 0 0 0,1 0 0 0 0,-1-2-34 0 0,104-27 72 0 0,-65 54-32 0 0,-15-6-24 0 0,-1 7-18 0 0,-33-25 1 0 0,-1 0 1 0 0,1-1-1 0 0,0 0 1 0 0,0 0-1 0 0,1 0 1 0 0,-1-2-1 0 0,1 1 1 0 0,-1 0-1 0 0,1-1 1 0 0,-1 0-1 0 0,1 0 0 0 0,0-1 1 0 0,0 0-1 0 0,2-1 1 0 0,52-12 50 0 0,-16 12-29 0 0,-4 67-28 0 0,-26-34 41 0 0,7 13 19 0 0,50 18-32 0 0,-3-18-233 0 0,-38-41-4670 0 0,-26-6 3068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11:41.336"/>
    </inkml:context>
    <inkml:brush xml:id="br0">
      <inkml:brushProperty name="width" value="0.1" units="cm"/>
      <inkml:brushProperty name="height" value="0.1" units="cm"/>
      <inkml:brushProperty name="color" value="#00A0D7"/>
    </inkml:brush>
    <inkml:brush xml:id="br1">
      <inkml:brushProperty name="width" value="0.1" units="cm"/>
      <inkml:brushProperty name="height" value="0.1" units="cm"/>
      <inkml:brushProperty name="color" value="#004F8B"/>
    </inkml:brush>
    <inkml:brush xml:id="br2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0 146 1552 0 0,'7'10'4377'0'0,"15"2"-3756"0"0,-6-4-355 0 0,-13-7-229 0 0,-1 0 1 0 0,1 1-1 0 0,0-1 0 0 0,0 0 0 0 0,0-1 0 0 0,0 1 0 0 0,1-1 1 0 0,-1 0-1 0 0,0 0 0 0 0,0 0 0 0 0,0 0 0 0 0,0-1 1 0 0,0 0-1 0 0,0 0 0 0 0,0 0 0 0 0,0 0 0 0 0,0 0 1 0 0,0-1-1 0 0,-1 0 0 0 0,3 0-37 0 0,14-7 22 0 0,14-17 6 0 0,-13 5-19 0 0,-3-7 71 0 0,-4-3 814 0 0,-12 29-886 0 0,0 0 0 0 0,-1 0 0 0 0,1 0 0 0 0,0 0 0 0 0,0 0 0 0 0,0 0 0 0 0,1 0 0 0 0,-2 0 0 0 0,2 1 0 0 0,-1-1 0 0 0,0 1 0 0 0,1-1 0 0 0,-1 1 0 0 0,1 0 0 0 0,-1-1 0 0 0,1 1 0 0 0,-1 0 0 0 0,1 0 0 0 0,0 1 0 0 0,-1-1 0 0 0,1 0 0 0 0,-1 1 0 0 0,1-1 0 0 0,0 1 0 0 0,-1 0 0 0 0,2 0 0 0 0,-2-1 0 0 0,1 2 0 0 0,0-1 0 0 0,-1 0 0 0 0,1 0 0 0 0,0 1 0 0 0,0 0-8 0 0,15-3 64 0 0,87-20-62 0 0,-66 22 37 0 0,-37 0-47 0 0,-1 0 0 0 0,0 0-1 0 0,0 0-5 0 0,0 0 8 0 0,0 0 11 0 0,0 0 3 0 0,0 0 1 0 0,0 0 2 0 0,0 0-12 0 0,0 0 3 0 0,15 63-15 0 0,-8-5-44 0 0,19 23 89 0 0,-23-70-27 0 0,0 2 0 0 0,0 0 0 0 0,-1-1 0 0 0,-1 2 1 0 0,1-1-1 0 0,-1-1 0 0 0,-1 2 0 0 0,0-1 0 0 0,0 0 1 0 0,-2 0-1 0 0,1 0 0 0 0,-1 0 0 0 0,0 0 0 0 0,-1 1-5 0 0,-4 34 9 0 0,11 93 38 0 0,-2-115-7 0 0,-8 28 70 0 0,-48 4 446 0 0,21-22-386 0 0,-36 49 217 0 0,-16 14-125 0 0,46-58-272 0 0,38-38 12 0 0,-1-1 0 0 0,2 1 0 0 0,-2-1 0 0 0,1 1 0 0 0,1 0 0 0 0,-1 0 0 0 0,0 0 0 0 0,1 0 0 0 0,-1-1 0 0 0,1 0 0 0 0,0 1 0 0 0,0 0 0 0 0,0 0 0 0 0,0 0 0 0 0,0 0 0 0 0,0 0 0 0 0,0 0 0 0 0,1 0 0 0 0,0 0 0 0 0,-1 0 0 0 0,1 0 0 0 0,0-1 0 0 0,0 1 0 0 0,0-1 0 0 0,0 0 0 0 0,0 1 0 0 0,0-1 0 0 0,1 1-2 0 0,-1-2 8 0 0,11 30 16 0 0,-10-24-24 0 0,-1 1 0 0 0,0-1 0 0 0,0 1 0 0 0,0-2 0 0 0,-1 2 0 0 0,0 0 0 0 0,0 0 0 0 0,0-1 0 0 0,-1 0 0 0 0,0 0 0 0 0,0 1 0 0 0,-1-1 0 0 0,1 1 0 0 0,-2-2 0 0 0,1 1 0 0 0,0 0 0 0 0,0 0 0 0 0,-1 0 0 0 0,0-1 0 0 0,0 0 0 0 0,-1 0 0 0 0,0 0 0 0 0,0 0 0 0 0,-17 39-14 0 0,4-1-3669 0 0,16-42 2961 0 0</inkml:trace>
  <inkml:trace contextRef="#ctx0" brushRef="#br1" timeOffset="1">900 1407 1968 0 0,'-8'3'1503'0'0,"11"1"2542"0"0,6-5-4034 0 0,0-1 0 0 0,0 0 0 0 0,0 0 0 0 0,0-1 0 0 0,-1-1 0 0 0,0 0 0 0 0,1 1 0 0 0,0-2 0 0 0,-2 0 0 0 0,6-5-11 0 0,-9 7 6 0 0,83-43 6 0 0,-67 37-1 0 0,1 0-1 0 0,0 1 0 0 0,0 2 0 0 0,0 0 0 0 0,0 2 1 0 0,17 1-11 0 0,-27-3 32 0 0,-8 7 6 0 0,-1 0 0 0 0,0-1-1 0 0,1 1 1 0 0,0 1 0 0 0,0-1 0 0 0,-1 0 0 0 0,0 0 0 0 0,0 1 0 0 0,1 0 0 0 0,-1 0 0 0 0,0 0 0 0 0,-1 0 0 0 0,2 1 0 0 0,-1-1 0 0 0,-1 1-1 0 0,1 0 1 0 0,-1-1 0 0 0,1 1 0 0 0,-1 0 0 0 0,2 1-38 0 0,9 17 31 0 0,-10-17-21 0 0,0 0 0 0 0,0 0 0 0 0,-1 0-1 0 0,1 0 1 0 0,-1 0 0 0 0,0 0 0 0 0,0 1 0 0 0,0 0-1 0 0,0-1 1 0 0,0 1 0 0 0,-1 0 0 0 0,0-1 0 0 0,0 0 0 0 0,0 1-1 0 0,0 0 1 0 0,0-1 0 0 0,-1 1 0 0 0,0 0 0 0 0,0-1-1 0 0,1 1 1 0 0,-2-1 0 0 0,1 0 0 0 0,0 0 0 0 0,-1 0-1 0 0,0 1 1 0 0,1-1 0 0 0,-2 0 0 0 0,0 1-10 0 0,-8 2 103 0 0,-89 149 207 0 0,23-33 213 0 0,64-75-485 0 0,12-42-23 0 0,1 1-1 0 0,-2-1 1 0 0,1 0-1 0 0,-2 0 1 0 0,2 1-1 0 0,-1-1 1 0 0,-1 0-1 0 0,0 0 1 0 0,1-2-1 0 0,-1 2 1 0 0,0-1-1 0 0,-1 1 1 0 0,-2 2-15 0 0,-90 58 319 0 0,-33-9 301 0 0,28-21-394 0 0,23 29-267 0 0,55-49-8 0 0,22 30-89 0 0,12-16 166 0 0,-10-28-29 0 0,1 1 0 0 0,-1 0 0 0 0,1 0 0 0 0,-1 1 1 0 0,1-1-1 0 0,-1 1 0 0 0,-1-1 0 0 0,1 1 0 0 0,0-1 0 0 0,0 1 0 0 0,-1-1 0 0 0,0 0 1 0 0,1 1-1 0 0,-1 0 0 0 0,0-1 0 0 0,0 1 0 0 0,-1 0 0 0 0,1 0 0 0 0,0-1 1 0 0,-1 1-1 0 0,0 0 1 0 0,-1 3 3 0 0,-1 1 1 0 0,0 0 0 0 0,0 0-1 0 0,-1 0 1 0 0,1-2 0 0 0,-1 1-1 0 0,0 0 1 0 0,-1-1 0 0 0,1 1-1 0 0,-1-2 1 0 0,-1 0 0 0 0,-3 5-4 0 0,-63 77-2294 0 0,64-73-877 0 0,6-7 2049 0 0</inkml:trace>
  <inkml:trace contextRef="#ctx0" brushRef="#br2" timeOffset="2">1685 1239 2056 0 0,'9'-1'5713'0'0,"33"-11"-5322"0"0,44-18-295 0 0,-37-2-62 0 0,-3 5-37 0 0,6 7-76 0 0,-47 9 74 0 0,137-85 188 0 0,-31 48-94 0 0,-24 53 322 0 0,-16 54 608 0 0,-37-3-667 0 0,-7-41-284 0 0,-6 40 25 0 0,-2 31-66 0 0,-13-68-31 0 0,-6-17 0 0 0,0-1 9 0 0,0 0 5 0 0,20 16-10 0 0,-19-14-7 0 0,1 1 0 0 0,-1-1-1 0 0,1 0 1 0 0,-1 0 0 0 0,0 1 0 0 0,0 0 0 0 0,0 0 0 0 0,1 0 0 0 0,-2 0 0 0 0,1 0 0 0 0,0 0 0 0 0,-1 0 0 0 0,1 0 0 0 0,-1 0 0 0 0,0 0 0 0 0,0-1 0 0 0,0 1 0 0 0,0 1 0 0 0,0-1 0 0 0,0 0 0 0 0,0 0 0 0 0,0 0 0 0 0,-1 0 0 0 0,0 0 0 0 0,0 0 0 0 0,1 0 0 0 0,-1 0 0 0 0,-1 0 0 0 0,2-1 0 0 0,-2 1 0 0 0,1-1 0 0 0,-1 1 0 0 0,1 0 7 0 0,-79 74 6 0 0,77-74 13 0 0,-1 1-1 0 0,0 0 1 0 0,0 0-1 0 0,1 1 1 0 0,0-1-1 0 0,0 0 1 0 0,0 1 0 0 0,0 0-1 0 0,0 0 1 0 0,1 1-1 0 0,0-1 1 0 0,0 1-1 0 0,0-1 1 0 0,1 1-1 0 0,-1 0 1 0 0,1 0 0 0 0,0 0-1 0 0,0 0 1 0 0,0 0-1 0 0,1-1 1 0 0,0 2-1 0 0,0-1 1 0 0,0 0-1 0 0,0 0 1 0 0,0 1-1 0 0,1-2 1 0 0,1 1 0 0 0,-2 0-1 0 0,2 0 1 0 0,-1 0-1 0 0,1 0 1 0 0,0-1-1 0 0,1 3-18 0 0,51 45-84 0 0,-38-24-819 0 0,3 6-3750 0 0,-17-29 3320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2T19:21:17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7 195 1152 0 0,'-6'-54'7195'0'0,"6"53"-7070"0"0,0 1 29 0 0,23 0 710 0 0,-19 0-848 0 0,0 0 0 0 0,1-1 0 0 0,-1 0 0 0 0,0 0 0 0 0,1-1 1 0 0,-2 1-1 0 0,1 0 0 0 0,1-2 0 0 0,-2 1 0 0 0,1-1 0 0 0,0 0 0 0 0,0 0 0 0 0,-1 0 0 0 0,0 0 0 0 0,1-1 0 0 0,-1 0 0 0 0,1-1-16 0 0,4-61 16 0 0,-8 66-13 0 0,0 0-11 0 0,0 0 12 0 0,0 0 1 0 0,0 0-10 0 0,0 0 0 0 0,28 14 167 0 0,25-28 377 0 0,-53 14-539 0 0,-1 1 0 0 0,0-1 0 0 0,1 1 0 0 0,0-1 0 0 0,-1 0 0 0 0,0 1 0 0 0,0-1 0 0 0,1 0 0 0 0,0 1 0 0 0,-1-1 0 0 0,0 0 0 0 0,0 0 0 0 0,1 0 0 0 0,-1 0 0 0 0,0 0 0 0 0,0 0 0 0 0,1 0 0 0 0,0 0 0 0 0,-1 0 0 0 0,0 0 0 0 0,0 0 0 0 0,1-1 0 0 0,-1 1 0 0 0,0 0 0 0 0,0 0 0 0 0,1-1 0 0 0,0 1 0 0 0,-1-1 0 0 0,0 1 0 0 0,1-1 0 0 0,-1 1 0 0 0,1-1 0 0 0,0 0 0 0 0,-1 1 0 0 0,0-1 0 0 0,1 0-1 0 0,-1 1 1 0 0,1-1 0 0 0,0 0 0 0 0,0 0 0 0 0,-1 1 0 0 0,1-1 0 0 0,0 0 0 0 0,0 0 0 0 0,-1 0 0 0 0,1 0 0 0 0,0 0 0 0 0,0 1 0 0 0,0-1 0 0 0,0 0 0 0 0,0 1 0 0 0,0-1 0 0 0,0 0 0 0 0,0 0 0 0 0,0 0 0 0 0,0 0 0 0 0,0 1 0 0 0,0-1 0 0 0,1 0 0 0 0,-1 0 0 0 0,0 0 0 0 0,1 0 0 0 0,-1 1 0 0 0,0-2 0 0 0,-52 47 56 0 0,29-28 187 0 0,22-17-215 0 0,1 0-8 0 0,0 0 1 0 0,0 0-4 0 0,0 0 1 0 0,0 0 2 0 0,26-1 24 0 0,155-53 849 0 0,-172 50-870 0 0,1 1 0 0 0,-1 1 0 0 0,1 0 0 0 0,0 0 0 0 0,-1 2 0 0 0,1-1-1 0 0,0 2 1 0 0,-1 0 0 0 0,1 0 0 0 0,0 1 0 0 0,0 1 0 0 0,7 3-23 0 0,44 51 191 0 0,-47-47-157 0 0,0-2 0 0 0,0-1 0 0 0,1 0 0 0 0,0-1 0 0 0,0 0 0 0 0,0-2 0 0 0,1 0 0 0 0,-1-2-34 0 0,104-27 72 0 0,-65 54-32 0 0,-15-6-24 0 0,-1 7-18 0 0,-33-25 1 0 0,-1 0 1 0 0,1-1-1 0 0,0 0 1 0 0,0 0-1 0 0,1 0 1 0 0,-1-2-1 0 0,1 1 1 0 0,-1 0-1 0 0,1-1 1 0 0,-1 0-1 0 0,1 0 0 0 0,0-1 1 0 0,0 0-1 0 0,2-1 1 0 0,52-12 50 0 0,-16 12-29 0 0,-4 67-28 0 0,-26-34 41 0 0,7 13 19 0 0,50 18-32 0 0,-3-18-233 0 0,-38-41-4670 0 0,-26-6 3068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2T19:21:17.507"/>
    </inkml:context>
    <inkml:brush xml:id="br0">
      <inkml:brushProperty name="width" value="0.1" units="cm"/>
      <inkml:brushProperty name="height" value="0.1" units="cm"/>
      <inkml:brushProperty name="color" value="#00A0D7"/>
    </inkml:brush>
    <inkml:brush xml:id="br1">
      <inkml:brushProperty name="width" value="0.1" units="cm"/>
      <inkml:brushProperty name="height" value="0.1" units="cm"/>
      <inkml:brushProperty name="color" value="#004F8B"/>
    </inkml:brush>
    <inkml:brush xml:id="br2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0 146 1552 0 0,'7'10'4377'0'0,"15"2"-3756"0"0,-6-4-355 0 0,-13-7-229 0 0,-1 0 1 0 0,1 1-1 0 0,0-1 0 0 0,0 0 0 0 0,0-1 0 0 0,0 1 0 0 0,1-1 1 0 0,-1 0-1 0 0,0 0 0 0 0,0 0 0 0 0,0 0 0 0 0,0-1 1 0 0,0 0-1 0 0,0 0 0 0 0,0 0 0 0 0,0 0 0 0 0,0 0 1 0 0,0-1-1 0 0,-1 0 0 0 0,3 0-37 0 0,14-7 22 0 0,14-17 6 0 0,-13 5-19 0 0,-3-7 71 0 0,-4-3 814 0 0,-12 29-886 0 0,0 0 0 0 0,-1 0 0 0 0,1 0 0 0 0,0 0 0 0 0,0 0 0 0 0,0 0 0 0 0,1 0 0 0 0,-2 0 0 0 0,2 1 0 0 0,-1-1 0 0 0,0 1 0 0 0,1-1 0 0 0,-1 1 0 0 0,1 0 0 0 0,-1-1 0 0 0,1 1 0 0 0,-1 0 0 0 0,1 0 0 0 0,0 1 0 0 0,-1-1 0 0 0,1 0 0 0 0,-1 1 0 0 0,1-1 0 0 0,0 1 0 0 0,-1 0 0 0 0,2 0 0 0 0,-2-1 0 0 0,1 2 0 0 0,0-1 0 0 0,-1 0 0 0 0,1 0 0 0 0,0 1 0 0 0,0 0-8 0 0,15-3 64 0 0,87-20-62 0 0,-66 22 37 0 0,-37 0-47 0 0,-1 0 0 0 0,0 0-1 0 0,0 0-5 0 0,0 0 8 0 0,0 0 11 0 0,0 0 3 0 0,0 0 1 0 0,0 0 2 0 0,0 0-12 0 0,0 0 3 0 0,15 63-15 0 0,-8-5-44 0 0,19 23 89 0 0,-23-70-27 0 0,0 2 0 0 0,0 0 0 0 0,-1-1 0 0 0,-1 2 1 0 0,1-1-1 0 0,-1-1 0 0 0,-1 2 0 0 0,0-1 0 0 0,0 0 1 0 0,-2 0-1 0 0,1 0 0 0 0,-1 0 0 0 0,0 0 0 0 0,-1 1-5 0 0,-4 34 9 0 0,11 93 38 0 0,-2-115-7 0 0,-8 28 70 0 0,-48 4 446 0 0,21-22-386 0 0,-36 49 217 0 0,-16 14-125 0 0,46-58-272 0 0,38-38 12 0 0,-1-1 0 0 0,2 1 0 0 0,-2-1 0 0 0,1 1 0 0 0,1 0 0 0 0,-1 0 0 0 0,0 0 0 0 0,1 0 0 0 0,-1-1 0 0 0,1 0 0 0 0,0 1 0 0 0,0 0 0 0 0,0 0 0 0 0,0 0 0 0 0,0 0 0 0 0,0 0 0 0 0,0 0 0 0 0,1 0 0 0 0,0 0 0 0 0,-1 0 0 0 0,1 0 0 0 0,0-1 0 0 0,0 1 0 0 0,0-1 0 0 0,0 0 0 0 0,0 1 0 0 0,0-1 0 0 0,1 1-2 0 0,-1-2 8 0 0,11 30 16 0 0,-10-24-24 0 0,-1 1 0 0 0,0-1 0 0 0,0 1 0 0 0,0-2 0 0 0,-1 2 0 0 0,0 0 0 0 0,0 0 0 0 0,0-1 0 0 0,-1 0 0 0 0,0 0 0 0 0,0 1 0 0 0,-1-1 0 0 0,1 1 0 0 0,-2-2 0 0 0,1 1 0 0 0,0 0 0 0 0,0 0 0 0 0,-1 0 0 0 0,0-1 0 0 0,0 0 0 0 0,-1 0 0 0 0,0 0 0 0 0,0 0 0 0 0,-17 39-14 0 0,4-1-3669 0 0,16-42 2961 0 0</inkml:trace>
  <inkml:trace contextRef="#ctx0" brushRef="#br1" timeOffset="1">900 1407 1968 0 0,'-8'3'1503'0'0,"11"1"2542"0"0,6-5-4034 0 0,0-1 0 0 0,0 0 0 0 0,0 0 0 0 0,0-1 0 0 0,-1-1 0 0 0,0 0 0 0 0,1 1 0 0 0,0-2 0 0 0,-2 0 0 0 0,6-5-11 0 0,-9 7 6 0 0,83-43 6 0 0,-67 37-1 0 0,1 0-1 0 0,0 1 0 0 0,0 2 0 0 0,0 0 0 0 0,0 2 1 0 0,17 1-11 0 0,-27-3 32 0 0,-8 7 6 0 0,-1 0 0 0 0,0-1-1 0 0,1 1 1 0 0,0 1 0 0 0,0-1 0 0 0,-1 0 0 0 0,0 0 0 0 0,0 1 0 0 0,1 0 0 0 0,-1 0 0 0 0,0 0 0 0 0,-1 0 0 0 0,2 1 0 0 0,-1-1 0 0 0,-1 1-1 0 0,1 0 1 0 0,-1-1 0 0 0,1 1 0 0 0,-1 0 0 0 0,2 1-38 0 0,9 17 31 0 0,-10-17-21 0 0,0 0 0 0 0,0 0 0 0 0,-1 0-1 0 0,1 0 1 0 0,-1 0 0 0 0,0 0 0 0 0,0 1 0 0 0,0 0-1 0 0,0-1 1 0 0,0 1 0 0 0,-1 0 0 0 0,0-1 0 0 0,0 0 0 0 0,0 1-1 0 0,0 0 1 0 0,0-1 0 0 0,-1 1 0 0 0,0 0 0 0 0,0-1-1 0 0,1 1 1 0 0,-2-1 0 0 0,1 0 0 0 0,0 0 0 0 0,-1 0-1 0 0,0 1 1 0 0,1-1 0 0 0,-2 0 0 0 0,0 1-10 0 0,-8 2 103 0 0,-89 149 207 0 0,23-33 213 0 0,64-75-485 0 0,12-42-23 0 0,1 1-1 0 0,-2-1 1 0 0,1 0-1 0 0,-2 0 1 0 0,2 1-1 0 0,-1-1 1 0 0,-1 0-1 0 0,0 0 1 0 0,1-2-1 0 0,-1 2 1 0 0,0-1-1 0 0,-1 1 1 0 0,-2 2-15 0 0,-90 58 319 0 0,-33-9 301 0 0,28-21-394 0 0,23 29-267 0 0,55-49-8 0 0,22 30-89 0 0,12-16 166 0 0,-10-28-29 0 0,1 1 0 0 0,-1 0 0 0 0,1 0 0 0 0,-1 1 1 0 0,1-1-1 0 0,-1 1 0 0 0,-1-1 0 0 0,1 1 0 0 0,0-1 0 0 0,0 1 0 0 0,-1-1 0 0 0,0 0 1 0 0,1 1-1 0 0,-1 0 0 0 0,0-1 0 0 0,0 1 0 0 0,-1 0 0 0 0,1 0 0 0 0,0-1 1 0 0,-1 1-1 0 0,0 0 1 0 0,-1 3 3 0 0,-1 1 1 0 0,0 0 0 0 0,0 0-1 0 0,-1 0 1 0 0,1-2 0 0 0,-1 1-1 0 0,0 0 1 0 0,-1-1 0 0 0,1 1-1 0 0,-1-2 1 0 0,-1 0 0 0 0,-3 5-4 0 0,-63 77-2294 0 0,64-73-877 0 0,6-7 2049 0 0</inkml:trace>
  <inkml:trace contextRef="#ctx0" brushRef="#br2" timeOffset="2">1685 1239 2056 0 0,'9'-1'5713'0'0,"33"-11"-5322"0"0,44-18-295 0 0,-37-2-62 0 0,-3 5-37 0 0,6 7-76 0 0,-47 9 74 0 0,137-85 188 0 0,-31 48-94 0 0,-24 53 322 0 0,-16 54 608 0 0,-37-3-667 0 0,-7-41-284 0 0,-6 40 25 0 0,-2 31-66 0 0,-13-68-31 0 0,-6-17 0 0 0,0-1 9 0 0,0 0 5 0 0,20 16-10 0 0,-19-14-7 0 0,1 1 0 0 0,-1-1-1 0 0,1 0 1 0 0,-1 0 0 0 0,0 1 0 0 0,0 0 0 0 0,0 0 0 0 0,1 0 0 0 0,-2 0 0 0 0,1 0 0 0 0,0 0 0 0 0,-1 0 0 0 0,1 0 0 0 0,-1 0 0 0 0,0 0 0 0 0,0-1 0 0 0,0 1 0 0 0,0 1 0 0 0,0-1 0 0 0,0 0 0 0 0,0 0 0 0 0,0 0 0 0 0,-1 0 0 0 0,0 0 0 0 0,0 0 0 0 0,1 0 0 0 0,-1 0 0 0 0,-1 0 0 0 0,2-1 0 0 0,-2 1 0 0 0,1-1 0 0 0,-1 1 0 0 0,1 0 7 0 0,-79 74 6 0 0,77-74 13 0 0,-1 1-1 0 0,0 0 1 0 0,0 0-1 0 0,1 1 1 0 0,0-1-1 0 0,0 0 1 0 0,0 1 0 0 0,0 0-1 0 0,0 0 1 0 0,1 1-1 0 0,0-1 1 0 0,0 1-1 0 0,0-1 1 0 0,1 1-1 0 0,-1 0 1 0 0,1 0 0 0 0,0 0-1 0 0,0 0 1 0 0,0 0-1 0 0,1-1 1 0 0,0 2-1 0 0,0-1 1 0 0,0 0-1 0 0,0 0 1 0 0,0 1-1 0 0,1-2 1 0 0,1 1 0 0 0,-2 0-1 0 0,2 0 1 0 0,-1 0-1 0 0,1 0 1 0 0,0-1-1 0 0,1 3-18 0 0,51 45-84 0 0,-38-24-819 0 0,3 6-3750 0 0,-17-29 3320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2T19:21:17.51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383 0 288 0 0,'-20'6'5185'0'0,"17"-4"-5608"0"0,6 21 864 0 0,-2-23-437 0 0,18 9 940 0 0,-19-5-930 0 0,0 0 0 0 0,1 1 1 0 0,-1-1-1 0 0,0-1 0 0 0,0 2 1 0 0,-1-1-1 0 0,1 0 0 0 0,0 1 1 0 0,-1-1-1 0 0,0 0 0 0 0,0 0 0 0 0,0 0 1 0 0,-1-1-1 0 0,1 1 0 0 0,-1 0 1 0 0,1 0-1 0 0,-1 0 0 0 0,0-1 1 0 0,0 1-1 0 0,0-1 0 0 0,0 0 1 0 0,0 0-1 0 0,-1 0 0 0 0,1-1 0 0 0,-1 1 1 0 0,-1 0-15 0 0,-90 108-47 0 0,37-36 15 0 0,40-38-37 0 0,10 10 66 0 0,7-47 8 0 0,0 0 5 0 0,-2 34 138 0 0,-2-7-123 0 0,1 1 290 0 0,-25 18 941 0 0,28-46-1211 0 0,0 0-3 0 0,0 0 0 0 0,0 0 12 0 0,0 0 1 0 0,0 0-6 0 0,0 0-1 0 0,2 11 573 0 0,28-40-3909 0 0,-25 25 2562 0 0</inkml:trace>
  <inkml:trace contextRef="#ctx0" brushRef="#br0" timeOffset="1">111 340 2136 0 0,'-28'-6'5070'0'0,"28"-6"-3515"0"0,24 72-1038 0 0,23 35 62 0 0,13 84 332 0 0,-60-178-923 0 0,0-1-7 0 0,0 0-41 0 0,0 0-39 0 0,0 0-49 0 0,0 0-100 0 0,0 0-223 0 0,0 0-225 0 0,0 0-101 0 0,0 0 277 0 0,0 0-325 0 0,0 0-271 0 0</inkml:trace>
  <inkml:trace contextRef="#ctx0" brushRef="#br0" timeOffset="2">2 513 1952 0 0,'-1'-23'6461'0'0,"18"11"-4478"0"0,31 7-2901 0 0,-39 4 1502 0 0,124-29-404 0 0,19 6-2778 0 0,-134 21 1867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2T19:21:17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55 1232 0 0,'-25'2'4984'0'0,"-7"-2"-5055"0"0,54 19 447 0 0,26 5 610 0 0,-18-6 397 0 0,-30-18-1354 0 0,0 0-10 0 0,26 7 164 0 0,27-11-13 0 0,-9-18-155 0 0,7-18 9 0 0,-35-19 191 0 0,-16 59-222 0 0,0 0-1 0 0,0 0-1 0 0,0 0-5 0 0,0 0 8 0 0,42 0 27 0 0,-42 0-13 0 0,0 0 0 0 0,8 19-40 0 0,8 70 76 0 0,-8-62-151 0 0,1 8 183 0 0,-9-35-65 0 0,0 0-3 0 0,0 0 0 0 0,0 0 0 0 0,0 0-1 0 0,0 2-127 0 0,0 1 1 0 0,0 0 0 0 0,0-1-1 0 0,0 1 1 0 0,1 0-1 0 0,0 0 1 0 0,-1 0 0 0 0,1-1-1 0 0,-1 1 1 0 0,1 0-1 0 0,1-1 1 0 0,-2 1 0 0 0,1-1-1 0 0,1 1 1 0 0,-1-2 0 0 0,0 1-1 0 0,0 0 1 0 0,1 0-1 0 0,-1 0 1 0 0,1 0 0 0 0,0 0-1 0 0,0 0 1 0 0,0 0 119 0 0,5 2-742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3T09:17:51.75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3T09:17:52.7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19:57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61 32 0 0,'-10'-7'1553'0'0,"5"4"-1255"0"0,0-1-1 0 0,0 1 0 0 0,0-1 0 0 0,1 0 1 0 0,0-1-1 0 0,-1 1 0 0 0,1-1 1 0 0,-3-4-1 0 0,7 9-276 0 0,0-1-1 0 0,-1 1 1 0 0,1 0 0 0 0,0 0 0 0 0,0-1-1 0 0,0 1 1 0 0,0 0 0 0 0,0-1 0 0 0,0 1-1 0 0,-1 0 1 0 0,1-1 0 0 0,0 1 0 0 0,0 0 0 0 0,0 0-1 0 0,0-1 1 0 0,0 1 0 0 0,0 0 0 0 0,0-1-1 0 0,0 1 1 0 0,0 0 0 0 0,0-1 0 0 0,1 1-1 0 0,-1 0 1 0 0,0 0 0 0 0,0-1 0 0 0,0 1-1 0 0,0 0 1 0 0,0-1 0 0 0,0 1 0 0 0,1 0-1 0 0,-1 0 1 0 0,0-1 0 0 0,0 1 0 0 0,0 0-1 0 0,1 0 1 0 0,-1 0 0 0 0,0-1 0 0 0,0 1-1 0 0,1 0 1 0 0,15-2 318 0 0,17 8 111 0 0,-28-4-418 0 0,0 0 1 0 0,-1 0-1 0 0,1 0 1 0 0,-1 0-1 0 0,0 0 1 0 0,1 1-1 0 0,6 6 1 0 0,-1-1 23 0 0,-1-1 20 0 0,0 0-1 0 0,-1 1 1 0 0,0 0 0 0 0,0 1-1 0 0,-1-1 1 0 0,0 2-1 0 0,0-1 1 0 0,-1 1 0 0 0,6 12-1 0 0,-11-20-60 0 0,10 16 74 0 0,-8-9 25 0 0,2-1 0 0 0,-1 0 0 0 0,1 0 0 0 0,0-1 0 0 0,1 0 0 0 0,0 1 0 0 0,0-2 0 0 0,0 1 0 0 0,1-1 0 0 0,0 0 0 0 0,8 5 0 0 0,3 1 106 0 0,0 1-1 0 0,25 23 1 0 0,11 8 10 0 0,-40-30-165 0 0,-13-12-234 0 0,1 0 1 0 0,-1 0-1 0 0,1 0 0 0 0,0-1 0 0 0,-1 1 0 0 0,1 0 0 0 0,0-1 0 0 0,0 1 0 0 0,0-1 0 0 0,0 0 0 0 0,0 0 0 0 0,1 0 0 0 0,-1 0 0 0 0,3 1 0 0 0,3 6-4379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19:57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1 5593 0 0,'-12'14'356'0'0,"1"1"-1"0"0,0 0 0 0 0,1 1 0 0 0,1 0 1 0 0,1 1-1 0 0,0 0 0 0 0,-7 25 1 0 0,4-14-304 0 0,-24 46 0 0 0,19-48-8 0 0,-131 210-124 0 0,129-207-1176 0 0,1 0 0 0 0,-18 48 0 0 0,26-54 310 0 0,3 0-267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19:58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18 1888 0 0,'-7'6'161'0'0,"0"0"0"0"0,0 0-1 0 0,1 1 1 0 0,0 0-1 0 0,0 0 1 0 0,0 0 0 0 0,-8 15-1 0 0,12-18-71 0 0,1 0 0 0 0,-1 0-1 0 0,1-1 1 0 0,0 1 0 0 0,0 0-1 0 0,0 0 1 0 0,0 0 0 0 0,1 0-1 0 0,0 0 1 0 0,-1 0 0 0 0,1 0 0 0 0,1 0-1 0 0,-1 0 1 0 0,1 0 0 0 0,-1 0-1 0 0,1 0 1 0 0,1 0 0 0 0,-1 0-1 0 0,0 0 1 0 0,3 3 0 0 0,-1-5-32 0 0,0 0 0 0 0,0-1 0 0 0,0 0 1 0 0,0 0-1 0 0,1 0 0 0 0,-1 0 0 0 0,0 0 0 0 0,1-1 1 0 0,-1 1-1 0 0,5-1 0 0 0,-5 0 39 0 0,0 0-36 0 0,-1 0 0 0 0,1 0 0 0 0,-1 0 0 0 0,1-1-1 0 0,0 0 1 0 0,-1 1 0 0 0,0-1 0 0 0,1 0 0 0 0,-1 0 0 0 0,1 0-1 0 0,-1 0 1 0 0,0-1 0 0 0,0 1 0 0 0,0-1 0 0 0,0 1 0 0 0,0-1-1 0 0,0 0 1 0 0,0 0 0 0 0,0 0 0 0 0,-1 0 0 0 0,1 0 0 0 0,-1 0-1 0 0,1 0 1 0 0,0-3 0 0 0,2-1-13 0 0,-1 0 0 0 0,0-1 0 0 0,0 1 0 0 0,0-1 0 0 0,-1 0 1 0 0,0 0-1 0 0,1-12 0 0 0,-2 16-43 0 0,-1 1 0 0 0,0-1 1 0 0,0 1-1 0 0,-1-1 0 0 0,1 1 0 0 0,0-1 1 0 0,-1 1-1 0 0,1-1 0 0 0,-1 1 1 0 0,0-1-1 0 0,0 1 0 0 0,0-1 1 0 0,0 1-1 0 0,0 0 0 0 0,-1 0 1 0 0,1 0-1 0 0,-1 0 0 0 0,1 0 0 0 0,-1 0 1 0 0,-3-3-1 0 0,-1 0-16 0 0,1 1-1 0 0,-1 1 0 0 0,0-1 1 0 0,0 1-1 0 0,-1 0 1 0 0,-9-3-1 0 0,15 5-8 0 0,-1 1 0 0 0,0-1 0 0 0,0 1 0 0 0,0-1 0 0 0,0 1 0 0 0,-1 0 0 0 0,1 0-1 0 0,0 0 1 0 0,0 0 0 0 0,0 0 0 0 0,0 0 0 0 0,0 1 0 0 0,0-1 0 0 0,0 1 0 0 0,0-1 0 0 0,0 1-1 0 0,0 0 1 0 0,1-1 0 0 0,-1 1 0 0 0,0 0 0 0 0,0 0 0 0 0,1 1 0 0 0,-4 1 0 0 0,-1 3-262 0 0,1 0 1 0 0,0 0 0 0 0,0 0 0 0 0,-7 13-1 0 0,5-8-617 0 0,4-6 303 0 0,0 1-215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0:02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166 239 680 0 0,'0'-1'53'0'0,"0"0"0"0"0,0 0-1 0 0,0 1 1 0 0,0-1 0 0 0,0 0 0 0 0,0 0-1 0 0,0 0 1 0 0,-1 1 0 0 0,1-1 0 0 0,0 0-1 0 0,0 0 1 0 0,-1 1 0 0 0,1-1-1 0 0,-1 0 1 0 0,1 0 0 0 0,0 1 0 0 0,-1-1-1 0 0,0 0 1 0 0,1 1 0 0 0,-1-1 0 0 0,1 1-1 0 0,-1-1 1 0 0,0 1 0 0 0,1-1 0 0 0,-1 1-1 0 0,-1-1 1 0 0,0 0-30 0 0,0 1 1 0 0,0-1-1 0 0,0 1 0 0 0,0-1 0 0 0,-1 1 1 0 0,1 0-1 0 0,0 0 0 0 0,0 0 0 0 0,0 0 1 0 0,-3 1-1 0 0,-6 1-13 0 0,0 1 1 0 0,0 1 0 0 0,-10 4-1 0 0,20-8 42 0 0,-1 1-41 0 0,0 1 1 0 0,1-1 0 0 0,-1 0-1 0 0,1 1 1 0 0,-1-1-1 0 0,1 1 1 0 0,0-1 0 0 0,-1 1-1 0 0,1-1 1 0 0,0 1 0 0 0,0 0-1 0 0,0 0 1 0 0,0 0-1 0 0,0 3 1 0 0,0-3-1 0 0,0 0 1 0 0,0 0-1 0 0,0 0 0 0 0,0 1 1 0 0,0-1-1 0 0,-1 0 1 0 0,1 0-1 0 0,-1-1 0 0 0,1 1 1 0 0,-1 0-1 0 0,0 0 1 0 0,1-1-1 0 0,-3 2 0 0 0,-11 14 45 0 0,15-16-38 0 0,-1 0 0 0 0,0 1 0 0 0,1-1 0 0 0,-1 0 0 0 0,0 0 0 0 0,0 0 0 0 0,0 0 0 0 0,1 0 0 0 0,-1 0 0 0 0,0 0 0 0 0,-1 0 0 0 0,1 0 0 0 0,0-1 0 0 0,0 1 0 0 0,0 0 0 0 0,-2 0 0 0 0,2-1 144 0 0,1 0-150 0 0,1-3 9 0 0,-1 0 0 0 0,1 0-1 0 0,0 0 1 0 0,-1-1 0 0 0,1 2-1 0 0,1-1 1 0 0,-1 0 0 0 0,0 0-1 0 0,1 0 1 0 0,-1 0 0 0 0,1 1-1 0 0,4-5 1 0 0,29-31-121 0 0,-23 27 145 0 0,-10 9-76 0 0,-1 1 74 0 0,0 0 0 0 0,1 0 1 0 0,-1 0-1 0 0,0-1 1 0 0,1 1-1 0 0,-1-1 0 0 0,0 1 1 0 0,0-1-1 0 0,0 1 0 0 0,0-1 1 0 0,0 0-1 0 0,-1 0 0 0 0,1 1 1 0 0,0-1-1 0 0,-1 0 0 0 0,0 0 1 0 0,1 0-1 0 0,-1 1 0 0 0,0-1 1 0 0,0 0-1 0 0,0 0 1 0 0,0 0-1 0 0,0 0 0 0 0,0 0 1 0 0,-1-2 567 0 0,-2 9-418 0 0,1 1-1 0 0,0 0 1 0 0,0 0 0 0 0,0 0-1 0 0,1 0 1 0 0,0 0 0 0 0,0 0-1 0 0,0 1 1 0 0,1-1 0 0 0,1 11-1 0 0,-1-17-85 0 0,1-37-519 0 0,-2 26 323 0 0,-4 24 210 0 0,-5 11 175 0 0,6-18-10 0 0,7-22-371 0 0,-1 1 33 0 0,6 12 100 0 0,7 2 15 0 0,-14 0-62 0 0,-1 1 0 0 0,0 0-1 0 0,0 0 1 0 0,1 0 0 0 0,-1 0 0 0 0,0 0 0 0 0,0 0 0 0 0,1-1-1 0 0,-1 1 1 0 0,0 0 0 0 0,0 0 0 0 0,1-1 0 0 0,-1 1 0 0 0,0 0-1 0 0,0 0 1 0 0,0 0 0 0 0,0-1 0 0 0,1 1 0 0 0,-1 0 0 0 0,0-1-1 0 0,0 1 1 0 0,0 0 0 0 0,0 0 0 0 0,0-1 0 0 0,0 1 0 0 0,0 0-1 0 0,0-1 1 0 0,0 1 0 0 0,0 0 0 0 0,0-1 0 0 0,0 1 0 0 0,0 0-1 0 0,0 0 1 0 0,0-1 0 0 0,0 1 0 0 0,0 0 0 0 0,0-1 0 0 0,-1 1-1 0 0,1-1-1 0 0,0 1 1 0 0,0-1 0 0 0,0 1 0 0 0,0-1 0 0 0,0 1 0 0 0,0-1 0 0 0,0 1 0 0 0,0 0 0 0 0,0-1 0 0 0,0 1 0 0 0,0-1 0 0 0,0 1 0 0 0,0-1 0 0 0,1 1 0 0 0,-1 0 0 0 0,0-1 0 0 0,0 1 0 0 0,0-1 0 0 0,1 1 0 0 0,-1 0 0 0 0,0-1 0 0 0,0 1 0 0 0,1 0 0 0 0,-1-1 0 0 0,0 1 0 0 0,1 0 0 0 0,-1-1 0 0 0,0 1 0 0 0,1 0 0 0 0,-1 0 0 0 0,0 0 0 0 0,1-1 0 0 0,-1 1 0 0 0,1 0 0 0 0,-1 0 0 0 0,1 0 0 0 0,-1 0 0 0 0,0 0 0 0 0,1 0 0 0 0,-1-1 0 0 0,1 1 0 0 0,-1 0 0 0 0,1 0 0 0 0,-1 0 0 0 0,0 1 0 0 0,1-1 0 0 0,-1 0 0 0 0,1 0 0 0 0,-1 0 0 0 0,1 0 0 0 0,21 1 85 0 0,-19 0-73 0 0,1-1 1 0 0,-1 0 0 0 0,1 1 0 0 0,-1-1-1 0 0,1 0 1 0 0,-1-1 0 0 0,1 1-1 0 0,-1-1 1 0 0,1 0 0 0 0,-1 1 0 0 0,1-1-1 0 0,-1-1 1 0 0,0 1 0 0 0,1 0-1 0 0,-1-1 1 0 0,0 0 0 0 0,0 0 0 0 0,0 0-1 0 0,-1 0 1 0 0,5-3 0 0 0,-5 2-15 0 0,1 0 50 0 0,0-1 0 0 0,0 1 1 0 0,0-1-1 0 0,1 1 1 0 0,-1 0-1 0 0,1 1 1 0 0,-1-1-1 0 0,1 0 0 0 0,0 1 1 0 0,0 0-1 0 0,1 0 1 0 0,-1 0-1 0 0,0 1 1 0 0,1-1-1 0 0,-1 1 0 0 0,0 0 1 0 0,10-1-1 0 0,-3 1 63 0 0,0-2-1 0 0,1 1 1 0 0,15-7-1 0 0,-25 8-94 0 0,2-1-10 0 0,-1 1 0 0 0,1-1 1 0 0,-1 0-1 0 0,1 0 0 0 0,-1-1 1 0 0,0 1-1 0 0,0 0 1 0 0,0-1-1 0 0,-1 0 0 0 0,5-5 1 0 0,-5 5-3 0 0,1 0 0 0 0,-1 0 0 0 0,1 0 0 0 0,0 1 0 0 0,0-1 0 0 0,0 1 0 0 0,0 0 0 0 0,1-1 0 0 0,-1 1 0 0 0,1 1 0 0 0,-1-1 0 0 0,6-1 0 0 0,1 0 4 0 0,-6 3-7 0 0,-1-1 0 0 0,0 1 0 0 0,1-1 0 0 0,-1 0 0 0 0,0 0 0 0 0,0 0 0 0 0,1 0 0 0 0,-1-1 0 0 0,0 1 0 0 0,0-1 0 0 0,0 0 0 0 0,-1 0 0 0 0,4-3 0 0 0,-4 3-1 0 0,0 0 0 0 0,-1 0 0 0 0,1 0 0 0 0,0 1 0 0 0,0-1 1 0 0,0 1-1 0 0,0-1 0 0 0,1 1 0 0 0,-1 0 0 0 0,0-1 0 0 0,1 1 0 0 0,-1 0 1 0 0,0 1-1 0 0,1-1 0 0 0,2 0 0 0 0,13-6 44 0 0,-16 6-42 0 0,1 0 0 0 0,0 1 0 0 0,-1-1 0 0 0,1 1 0 0 0,-1-1 0 0 0,1 1 0 0 0,0 0 0 0 0,0 0 0 0 0,-1 0 0 0 0,1 1 0 0 0,0-1 0 0 0,-1 1 0 0 0,1-1 0 0 0,4 3 0 0 0,35 15 412 0 0,-41-18-398 0 0,13 7 129 0 0,-3-1-126 0 0,0 0 0 0 0,1-1 0 0 0,0-1-1 0 0,16 5 1 0 0,-16-6-10 0 0,1-1 0 0 0,0-1-1 0 0,0 0 1 0 0,-1 0 0 0 0,1-2 0 0 0,0 1-1 0 0,0-2 1 0 0,0 1 0 0 0,-1-2-1 0 0,16-4 1 0 0,-24 6-8 0 0,0 0 0 0 0,0 0 0 0 0,0 1 0 0 0,0-1 0 0 0,0 1 0 0 0,0 0 0 0 0,0 0 0 0 0,0 1 0 0 0,0-1 0 0 0,0 1 0 0 0,0 0 0 0 0,7 2 0 0 0,45 23 70 0 0,-30-12 44 0 0,7 4 52 0 0,-28-14-134 0 0,0-1 0 0 0,0 0 0 0 0,0 0 0 0 0,0-1 1 0 0,1 1-1 0 0,-1-1 0 0 0,1 0 0 0 0,7 1 0 0 0,-11-2-4 0 0,0 0 0 0 0,0 1 0 0 0,-1-1 0 0 0,1 1 0 0 0,0-1 0 0 0,-1 1-1 0 0,1 0 1 0 0,-1 0 0 0 0,1 0 0 0 0,-1 0 0 0 0,0 0 0 0 0,0 0 0 0 0,2 3-1 0 0,14 27 194 0 0,-13-26-208 0 0,0 1 0 0 0,-1-1 0 0 0,0 0 0 0 0,0 1 0 0 0,4 13 0 0 0,-7-19-14 0 0,2 15 0 0 0,1 0 0 0 0,1 0 0 0 0,0 0 1 0 0,1-1-1 0 0,9 22 0 0 0,-10-33 7 0 0,0 0 0 0 0,0 0-1 0 0,0 0 1 0 0,1-1 0 0 0,-1 1-1 0 0,1-1 1 0 0,0 0 0 0 0,0 0-1 0 0,0-1 1 0 0,7 4 0 0 0,-10-6-6 0 0,0 1 1 0 0,0 0 0 0 0,0-1-1 0 0,-1 1 1 0 0,1 0 0 0 0,0 0-1 0 0,0 1 1 0 0,-1-1 0 0 0,1 0-1 0 0,0 1 1 0 0,-1-1 0 0 0,1 1 0 0 0,-1-1-1 0 0,0 1 1 0 0,1-1 0 0 0,-1 1-1 0 0,0 0 1 0 0,0 0 0 0 0,0 0-1 0 0,0 0 1 0 0,0 3 0 0 0,4-1 4 0 0,3 4 13 0 0,-4 2-101 0 0,-1-1 0 0 0,1 1 0 0 0,1-1 0 0 0,9 16-1 0 0,-13-24 509 0 0,-1-1-250 0 0,33 54-206 0 0,-2-5-9 0 0,22 2 87 0 0,-49-48 16 0 0,-1 1 1 0 0,1-1-1 0 0,-1 0 1 0 0,1 0-1 0 0,0 0 1 0 0,0-1 0 0 0,1 1-1 0 0,-1-1 1 0 0,7 3-1 0 0,2 1 79 0 0,-12-6-101 0 0,33 14 342 0 0,-25-8-276 0 0,18 6 3 0 0,-27-12-99 0 0,47 5-5265 0 0,-43-5 4077 0 0,0-2-290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0:04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1 648 0 0,'-3'5'10067'0'0,"1"3"-11144"0"0,1-3 1136 0 0,0-1 0 0 0,-1 1 0 0 0,0 0 1 0 0,0 0-1 0 0,0-1 0 0 0,0 1 0 0 0,-1-1 0 0 0,0 1 0 0 0,-5 6 0 0 0,-14 23 172 0 0,8-9-47 0 0,-2-1 0 0 0,0 0-1 0 0,-32 33 1 0 0,-13 19-163 0 0,51-61-32 0 0,3-4-125 0 0,-1 1 0 0 0,-1-1 0 0 0,0 0 1 0 0,0-1-1 0 0,-14 12 0 0 0,22-22-57 0 0,1 0 1 0 0,-1 0-1 0 0,1 0 0 0 0,-1 1 1 0 0,1-1-1 0 0,-1 0 0 0 0,1 0 0 0 0,-1 0 1 0 0,1 0-1 0 0,-1 0 0 0 0,0 0 0 0 0,1 0 1 0 0,-1 0-1 0 0,1 0 0 0 0,-1 0 1 0 0,1 0-1 0 0,-1 0 0 0 0,1-1 0 0 0,-1 1 1 0 0,1 0-1 0 0,-1 0 0 0 0,1 0 0 0 0,-1-1 1 0 0,1 1-1 0 0,-1 0 0 0 0,1-1 1 0 0,-1 1-1 0 0,1 0 0 0 0,0-1 0 0 0,-1 0 1 0 0,-1-1-887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0:14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83 145 224 0 0,'-16'-5'4834'0'0,"15"4"-4802"0"0,1 0 0 0 0,0 0 0 0 0,-1 0 0 0 0,1 0 0 0 0,-1 0 0 0 0,1 0 0 0 0,-1 0-1 0 0,1 0 1 0 0,-1 0 0 0 0,0 0 0 0 0,0 0 0 0 0,1 1 0 0 0,-1-1 0 0 0,0 0 0 0 0,0 0-1 0 0,0 1 1 0 0,0-1 0 0 0,0 1 0 0 0,0-1 0 0 0,0 0 0 0 0,0 1 0 0 0,0 0 0 0 0,0-1 0 0 0,0 1-1 0 0,0 0 1 0 0,-1-1 0 0 0,1 1 0 0 0,0 0 0 0 0,0 0 0 0 0,-2 0 0 0 0,-19-8 478 0 0,20 5-497 0 0,0 1-1 0 0,0-1 0 0 0,1 1 0 0 0,-1-1 0 0 0,1 1 0 0 0,0-1 0 0 0,0 0 0 0 0,0 0 0 0 0,0 0 1 0 0,0 0-1 0 0,0 0 0 0 0,1 0 0 0 0,-1 0 0 0 0,1 0 0 0 0,0 0 0 0 0,0 0 0 0 0,0 0 1 0 0,1 0-1 0 0,-1 1 0 0 0,0-1 0 0 0,2-4 0 0 0,1-21-43 0 0,-3 27 90 0 0,1 0 0 0 0,-1 0-1 0 0,1 0 1 0 0,0 0-1 0 0,-1 0 1 0 0,1 0-1 0 0,0 0 1 0 0,0 0 0 0 0,0 0-1 0 0,0 0 1 0 0,0 0-1 0 0,0 1 1 0 0,0-1-1 0 0,0 0 1 0 0,0 1 0 0 0,0-1-1 0 0,0 1 1 0 0,0-1-1 0 0,1 1 1 0 0,-1-1-1 0 0,0 1 1 0 0,0 0 0 0 0,3 0-1 0 0,-4 0 103 0 0,18 21 542 0 0,28 65-323 0 0,-34-62-362 0 0,16 41 128 0 0,-22-49-39 0 0,1 0 0 0 0,10 17-1 0 0,-12-26-57 0 0,0 0-1 0 0,1 0 1 0 0,0-1-1 0 0,10 9 0 0 0,18 20 168 0 0,-11-11-159 0 0,-20-22-53 0 0,0 0 0 0 0,-1 0-1 0 0,0 1 1 0 0,1-1 0 0 0,-1 0-1 0 0,0 1 1 0 0,0-1-1 0 0,0 1 1 0 0,-1 0 0 0 0,1 0-1 0 0,-1 0 1 0 0,1-1 0 0 0,-1 2-1 0 0,1 3 1 0 0,-1-4 1 0 0,1 0-1 0 0,-1 0 1 0 0,0 0 0 0 0,1 0 0 0 0,0 0-1 0 0,-1-1 1 0 0,1 1 0 0 0,0 0 0 0 0,5 4-1 0 0,-4-4 2 0 0,0 0 1 0 0,0 0-1 0 0,-1 0 0 0 0,1 1 0 0 0,-1 0 0 0 0,3 6 1 0 0,-2-4-69 0 0,-1 0 0 0 0,0-1 0 0 0,1 1 0 0 0,0-1 0 0 0,0 1 1 0 0,1-1-1 0 0,0 0 0 0 0,6 6 0 0 0,-8-9-200 0 0,1 0 0 0 0,-1 0-1 0 0,1 0 1 0 0,0 0 0 0 0,0 0 0 0 0,0-1-1 0 0,0 1 1 0 0,0-1 0 0 0,0 0 0 0 0,0 0-1 0 0,5 1 1 0 0,1-2-917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4:00.092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136 1 0 0,'-135'0'0'0,"525"0"0"0,-380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4:01.147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36 1 0 0,'-33'0'0'0,"30"0"0"0,22 0 0 0,273 0 0 0,-290 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4:02.031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 1 0 0,'152'0'0'0,"72"0"0"0,-217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4:02.765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 1 0 0,'300'0'0'0,"-185"0"0"0,-109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4:03.509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32 1 0 0,'-32'0'0'0,"47"0"0"0,155 0 0 0,-168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4:06.184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117 1 0 0,'-45'0'0'0,"42"0"0"0,6 0 0 0,23 0 0 0,25 0 0 0,-149 0 0 0,56 0 0 0,33 0 0 0,12 0 0 0,97 0 0 0,-144 0 0 0,92 0 0 0,-123 0 0 0,152 0 0 0,-47 0 0 0,-26 0 0 0,-11 0 0 0,-86 0 0 0,106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4:10.8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141 82 792 0 0,'0'-2'311'0'0,"-1"0"0"0"0,-1 1 1 0 0,1-1-1 0 0,0 1 0 0 0,0-1 0 0 0,0 1 0 0 0,-1-1 0 0 0,1 1 0 0 0,-1 0 0 0 0,1 0 0 0 0,-1 0 1 0 0,0 0-1 0 0,1 0 0 0 0,-1 0 0 0 0,0 0 0 0 0,1 0 0 0 0,-1 1 0 0 0,0-1 0 0 0,-2 0 1 0 0,-39-1 1326 0 0,29 2-1968 0 0,13 0 329 0 0,0 1 0 0 0,0-1 0 0 0,0 1-1 0 0,0-1 1 0 0,0 1 0 0 0,0-1 0 0 0,0 1-1 0 0,0 0 1 0 0,0-1 0 0 0,0 1 0 0 0,1 0 0 0 0,-1 0-1 0 0,0-1 1 0 0,0 1 0 0 0,1 0 0 0 0,-1 0 0 0 0,0 0-1 0 0,1 0 1 0 0,-1 0 0 0 0,1 0 0 0 0,-1 2 0 0 0,-7 26 15 0 0,9-29-15 0 0,-1 1 0 0 0,0 0 0 0 0,1 0 0 0 0,-1-1 0 0 0,1 1 0 0 0,0 0-1 0 0,-1-1 1 0 0,1 1 0 0 0,-1-1 0 0 0,1 1 0 0 0,0 0 0 0 0,-1-1 0 0 0,1 0 0 0 0,0 1 0 0 0,0-1 0 0 0,-1 1-1 0 0,1-1 1 0 0,0 0 0 0 0,0 0 0 0 0,0 1 0 0 0,0-1 0 0 0,-1 0 0 0 0,1 0 0 0 0,1 0 0 0 0,22 2-11 0 0,-21-3 11 0 0,0-1-1 0 0,-1 1 0 0 0,1 0 0 0 0,-1-1 1 0 0,1 1-1 0 0,-1-1 0 0 0,0 0 0 0 0,0 0 0 0 0,0 0 1 0 0,0 0-1 0 0,0 0 0 0 0,0 0 0 0 0,0 0 0 0 0,-1-1 1 0 0,1 1-1 0 0,-1-1 0 0 0,2-3 0 0 0,-1 0 139 0 0,1 1 0 0 0,-2-1 0 0 0,1 1 1 0 0,-1-1-1 0 0,1 0 0 0 0,-2 0 0 0 0,2-10 0 0 0,-3 15-138 0 0,0 0 1 0 0,1-1 0 0 0,-1 1 0 0 0,0 0-1 0 0,0 0 1 0 0,0-1 0 0 0,0 1 0 0 0,0 0-1 0 0,0 0 1 0 0,0 0 0 0 0,0 0 0 0 0,0 0-1 0 0,0 0 1 0 0,-1 1 0 0 0,1-1 0 0 0,0 0-1 0 0,0 1 1 0 0,-1-1 0 0 0,1 0 0 0 0,-1 1-1 0 0,1 0 1 0 0,-1-1 0 0 0,1 1 0 0 0,0 0 0 0 0,-1 0-1 0 0,1 0 1 0 0,-1 0 0 0 0,1 0 0 0 0,-1 0-1 0 0,1 0 1 0 0,-1 0 0 0 0,1 1 0 0 0,-1-1-1 0 0,1 0 1 0 0,-1 1 0 0 0,1-1 0 0 0,-2 2-1 0 0,-1 2-6 0 0,1-1-1 0 0,0 1 0 0 0,0 0 0 0 0,1 0 0 0 0,-1 0 0 0 0,1 0 1 0 0,0 0-1 0 0,-3 7 0 0 0,4-9-3 0 0,1 0 1 0 0,-1 0-1 0 0,1 0 1 0 0,0-1-1 0 0,-1 1 0 0 0,1 0 1 0 0,0 0-1 0 0,0 0 1 0 0,0 0-1 0 0,0 0 1 0 0,0 0-1 0 0,1 0 0 0 0,-1 0 1 0 0,1-1-1 0 0,-1 1 1 0 0,1 0-1 0 0,0 0 1 0 0,-1 0-1 0 0,1-1 0 0 0,0 1 1 0 0,0 0-1 0 0,0-1 1 0 0,1 1-1 0 0,1 1 1 0 0,-1-1 10 0 0,1 0 0 0 0,-1 0 1 0 0,1 0-1 0 0,0 0 1 0 0,0 0-1 0 0,0-1 0 0 0,0 1 1 0 0,0-1-1 0 0,6 2 1 0 0,-8-3 10 0 0,1 0 0 0 0,-1 1 1 0 0,0-1-1 0 0,1 0 1 0 0,-1 0-1 0 0,0 0 0 0 0,0 0 1 0 0,1 0-1 0 0,-1 0 0 0 0,0 0 1 0 0,1 0-1 0 0,-1 0 0 0 0,0-1 1 0 0,1 1-1 0 0,-1 0 0 0 0,0-1 1 0 0,0 1-1 0 0,0-1 0 0 0,1 0 1 0 0,-1 1-1 0 0,0-1 1 0 0,0 0-1 0 0,0 0 0 0 0,0 1 1 0 0,0-1-1 0 0,1-2 0 0 0,0 1-8 0 0,-1 1-1 0 0,0-1 1 0 0,0 0-1 0 0,0 0 1 0 0,0 0-1 0 0,0 1 1 0 0,0-1-1 0 0,-1 0 1 0 0,1 0-1 0 0,0 0 0 0 0,-1 0 1 0 0,0-1-1 0 0,1 1 1 0 0,-1 0-1 0 0,0 0 1 0 0,0 0-1 0 0,0 0 1 0 0,0 0-1 0 0,-1 0 1 0 0,1 0-1 0 0,0 0 1 0 0,-1 0-1 0 0,0 0 0 0 0,1 0 1 0 0,-1 0-1 0 0,0 0 1 0 0,0 0-1 0 0,0 0 1 0 0,0 1-1 0 0,-1-1 1 0 0,1 0-1 0 0,-2-1 1 0 0,1 1-1 0 0,-1 0 0 0 0,1 0 0 0 0,-1 1 1 0 0,1-1-1 0 0,-1 1 0 0 0,1-1 0 0 0,-1 1 1 0 0,0 0-1 0 0,0 0 0 0 0,0 0 0 0 0,0 1 1 0 0,0-1-1 0 0,0 1 0 0 0,0 0 0 0 0,0-1 1 0 0,0 1-1 0 0,0 0 0 0 0,0 1 0 0 0,0-1 1 0 0,0 1-1 0 0,-4 0 0 0 0,5 1-1 0 0,-1-1 0 0 0,1 1 0 0 0,-1 0 0 0 0,1 0 0 0 0,0 0 0 0 0,0 0-1 0 0,0 0 1 0 0,0 1 0 0 0,0-1 0 0 0,1 0 0 0 0,-1 1 0 0 0,-2 4 0 0 0,-16 36 11 0 0,19-40-14 0 0,0 0 1 0 0,0 0-1 0 0,0 1 0 0 0,1-1 0 0 0,-1 0 1 0 0,1 1-1 0 0,0-1 0 0 0,0 6 1 0 0,0-7 0 0 0,0-1 0 0 0,0 0 0 0 0,1 1 0 0 0,-1-1 0 0 0,1 0 0 0 0,-1 1 0 0 0,1-1 0 0 0,-1 0 0 0 0,1 0 0 0 0,0 1 0 0 0,0-1 0 0 0,-1 0 0 0 0,1 0 0 0 0,0 0 0 0 0,0 0 0 0 0,0 0 0 0 0,0 0 0 0 0,0 0 0 0 0,1-1 1 0 0,-1 1-1 0 0,0 0 0 0 0,3 1 0 0 0,-1-1 9 0 0,2 1 1 0 0,-1 0-1 0 0,0-1 0 0 0,0 1 1 0 0,0-1-1 0 0,1 0 1 0 0,-1-1-1 0 0,6 1 1 0 0,-8-1-10 0 0,-1 0 1 0 0,1-1-1 0 0,0 1 0 0 0,-1 0 1 0 0,1-1-1 0 0,-1 1 1 0 0,1-1-1 0 0,-1 0 1 0 0,1 0-1 0 0,-1 1 0 0 0,1-1 1 0 0,-1 0-1 0 0,1 0 1 0 0,-1 0-1 0 0,0-1 1 0 0,0 1-1 0 0,0 0 1 0 0,1 0-1 0 0,-1-1 0 0 0,-1 1 1 0 0,1 0-1 0 0,0-1 1 0 0,0 1-1 0 0,0-1 1 0 0,0-1-1 0 0,21-58 10 0 0,-19 56 4 0 0,-1-1 0 0 0,0 1 0 0 0,0-1 0 0 0,-1 1 0 0 0,2-10 0 0 0,-3 14-9 0 0,0 0 0 0 0,1 0 0 0 0,-1-1 1 0 0,0 1-1 0 0,0 0 0 0 0,0 0 0 0 0,0 0 0 0 0,0-1 0 0 0,0 1 0 0 0,0 0 0 0 0,-1 0 0 0 0,1 0 0 0 0,0 0 0 0 0,-1-1 0 0 0,1 1 0 0 0,-1 0 0 0 0,1 0 0 0 0,-1 0 0 0 0,0 0 1 0 0,1 0-1 0 0,-1 0 0 0 0,0 0 0 0 0,1 0 0 0 0,-1 0 0 0 0,0 1 0 0 0,0-1 0 0 0,0 0 0 0 0,0 0 0 0 0,0 1 0 0 0,0-1 0 0 0,0 1 0 0 0,0-1 0 0 0,-2 0 0 0 0,2 1-3 0 0,-1 0 0 0 0,1 0-1 0 0,-1 0 1 0 0,0 1-1 0 0,1-1 1 0 0,-1 0-1 0 0,1 1 1 0 0,-1-1-1 0 0,1 1 1 0 0,0-1-1 0 0,-1 1 1 0 0,1 0-1 0 0,0 0 1 0 0,-1 0 0 0 0,1 0-1 0 0,0-1 1 0 0,0 2-1 0 0,-1-1 1 0 0,1 0-1 0 0,0 0 1 0 0,0 0-1 0 0,1 0 1 0 0,-3 3-1 0 0,-20 35-14 0 0,23-39 14 0 0,-1 4 12 0 0,-1 0 0 0 0,1-1 0 0 0,-1 1-1 0 0,1 0 1 0 0,1 0 0 0 0,-1 0 0 0 0,0 0 0 0 0,1 5 0 0 0,0-9-32 0 0,2-1-574 0 0,0 0 390 0 0,0 0-1 0 0,-1 0 1 0 0,1 0 0 0 0,0-1-1 0 0,0 1 1 0 0,-1-1 0 0 0,1 1 0 0 0,-1-1-1 0 0,1 1 1 0 0,-1-1 0 0 0,1 0-1 0 0,-1 0 1 0 0,0 0 0 0 0,0 1-1 0 0,0-1 1 0 0,0 0 0 0 0,-1 0-1 0 0,2-3 1 0 0,3-8-672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4:12.5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41 336 0 0,'-4'17'3898'0'0,"4"6"-3232"0"0,0-7-198 0 0,1-15-453 0 0,0 0-1 0 0,-1 0 1 0 0,1 0 0 0 0,0-1 0 0 0,-1 1-1 0 0,1 0 1 0 0,0-1 0 0 0,0 1 0 0 0,0 0 0 0 0,-1-1-1 0 0,1 1 1 0 0,0-1 0 0 0,0 0 0 0 0,0 1-1 0 0,0-1 1 0 0,0 0 0 0 0,0 1 0 0 0,0-1 0 0 0,0 0-1 0 0,2 0 1 0 0,21 4 682 0 0,-22-4-637 0 0,0 0 0 0 0,0-1 0 0 0,0 1 0 0 0,0-1 0 0 0,0 1 0 0 0,0-1 0 0 0,0 0 0 0 0,0 0 0 0 0,-1 0 0 0 0,1 0 0 0 0,0 0 0 0 0,-1 0 0 0 0,1 0 0 0 0,-1-1 0 0 0,1 1 0 0 0,-1-1 0 0 0,1 1 0 0 0,-1-1 0 0 0,0 1 0 0 0,0-1 0 0 0,0 0 1 0 0,0 1-1 0 0,0-1 0 0 0,0 0 0 0 0,0 0 0 0 0,-1 0 0 0 0,2-2 0 0 0,0-4-110 0 0,0-1 0 0 0,0 1 0 0 0,-1-1 0 0 0,0 1 0 0 0,0-14 0 0 0,-1 22 53 0 0,1 0 1 0 0,-1-1-1 0 0,0 1 0 0 0,0-1 0 0 0,0 1 0 0 0,0 0 0 0 0,0-1 0 0 0,0 1 0 0 0,0-1 0 0 0,0 1 0 0 0,0 0 1 0 0,0-1-1 0 0,0 1 0 0 0,0 0 0 0 0,-1-1 0 0 0,1 1 0 0 0,0-1 0 0 0,0 1 0 0 0,0 0 0 0 0,0-1 1 0 0,-1 1-1 0 0,1 0 0 0 0,0-1 0 0 0,0 1 0 0 0,-1 0 0 0 0,1 0 0 0 0,0-1 0 0 0,-1 1 0 0 0,1 0 0 0 0,0 0 1 0 0,0-1-1 0 0,-1 1 0 0 0,1 0 0 0 0,-1 0 0 0 0,1 0 0 0 0,0 0 0 0 0,-1-1 0 0 0,1 1 0 0 0,0 0 0 0 0,-1 0 1 0 0,1 0-1 0 0,-1 0 0 0 0,1 0 0 0 0,0 0 0 0 0,-1 0 0 0 0,1 0 0 0 0,-1 0 0 0 0,1 0 0 0 0,0 0 1 0 0,-1 0-1 0 0,1 1 0 0 0,0-1 0 0 0,-1 0 0 0 0,1 0 0 0 0,0 0 0 0 0,-1 0 0 0 0,1 1 0 0 0,0-1 0 0 0,-1 0 1 0 0,1 0-1 0 0,0 1 0 0 0,-1-1 0 0 0,1 0 0 0 0,0 0 0 0 0,0 1 0 0 0,-1 0 0 0 0,-18 18 207 0 0,10-5 76 0 0,1 1 0 0 0,0 0 1 0 0,-9 27-1 0 0,9-1-2670 0 0,9-41 1765 0 0,4 1-216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4:15.4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436 6 1264 0 0,'-21'-3'5628'0'0,"-5"1"-3385"0"0,23 57 463 0 0,-8-30-2404 0 0,10-21-253 0 0,-1-1 1 0 0,1 0-1 0 0,0 0 1 0 0,-1 1-1 0 0,0-1 1 0 0,0 0-1 0 0,0 0 0 0 0,0 0 1 0 0,-2 2-1 0 0,-5 4 75 0 0,7-7-67 0 0,-1 1-1 0 0,1 0 1 0 0,-1-1-1 0 0,0 0 1 0 0,0 0-1 0 0,0 0 1 0 0,-3 2-1 0 0,-2 1 33 0 0,7-4-84 0 0,0 0 0 0 0,0-1-1 0 0,1 1 1 0 0,-1-1 0 0 0,0 1 0 0 0,-1-1 0 0 0,1 1-1 0 0,0-1 1 0 0,0 0 0 0 0,0 1 0 0 0,0-1 0 0 0,0 0-1 0 0,0 0 1 0 0,0 0 0 0 0,-2 0 0 0 0,-45 12 20 0 0,47-13-27 0 0,0 1 0 0 0,0 1-1 0 0,0-1 1 0 0,0 0 0 0 0,0 0-1 0 0,0 0 1 0 0,0 0 0 0 0,0 1 0 0 0,0-1-1 0 0,0 0 1 0 0,0 1 0 0 0,0-1 0 0 0,0 1-1 0 0,0-1 1 0 0,0 1 0 0 0,1 0-1 0 0,-1-1 1 0 0,0 1 0 0 0,0 0 0 0 0,1-1-1 0 0,-1 1 1 0 0,0 0 0 0 0,1 0-1 0 0,-1 0 1 0 0,1-1 0 0 0,-1 1 0 0 0,0 2-1 0 0,1-2 3 0 0,-1 1 0 0 0,0-1 0 0 0,0 0-1 0 0,0 1 1 0 0,1-1 0 0 0,-1 0 0 0 0,0 0 0 0 0,-1 0-1 0 0,1 0 1 0 0,0 0 0 0 0,0 0 0 0 0,0 0 0 0 0,-2 0 0 0 0,-10 4 22 0 0,12-5-20 0 0,0 0 0 0 0,0 0 1 0 0,-1 0-1 0 0,1 1 1 0 0,0-1-1 0 0,0 0 0 0 0,0 1 1 0 0,0-1-1 0 0,1 1 0 0 0,-1-1 1 0 0,0 1-1 0 0,0-1 1 0 0,0 1-1 0 0,0 0 0 0 0,0-1 1 0 0,0 2-1 0 0,0-1-11 0 0,0 0 0 0 0,-1 0 0 0 0,1 0 0 0 0,0 0 0 0 0,0 0 0 0 0,0 0 0 0 0,-1-1 0 0 0,1 1-1 0 0,0-1 1 0 0,-1 1 0 0 0,1-1 0 0 0,-3 1 0 0 0,3-1 2 0 0,0 0-1 0 0,0 1 1 0 0,0-1 0 0 0,0 0-1 0 0,0 0 1 0 0,0 1 0 0 0,1-1-1 0 0,-1 0 1 0 0,0 1 0 0 0,0-1-1 0 0,0 1 1 0 0,0 0-1 0 0,0-1 1 0 0,0 1 0 0 0,1-1-1 0 0,-1 1 1 0 0,0 0 0 0 0,1 0-1 0 0,-1-1 1 0 0,0 1 0 0 0,1 0-1 0 0,-1 0 1 0 0,1 0 0 0 0,-1 0-1 0 0,1 0 1 0 0,0 0 0 0 0,-1 0-1 0 0,1 0 1 0 0,-1 2-1 0 0,1-3 11 0 0,0 0-7 0 0,0 2 1 0 0,0-1-3 0 0,0-1 0 0 0,0 10 6 0 0,0-10 22 0 0,1 1-20 0 0,-1 0 0 0 0,0 0 0 0 0,0 0 0 0 0,0 0 0 0 0,0 1 0 0 0,0-1 0 0 0,0 0 0 0 0,-1 0 0 0 0,1 0 0 0 0,0 0 0 0 0,0 0 0 0 0,-1 0 0 0 0,1 0 0 0 0,-1 0 0 0 0,1 0 0 0 0,-1 0 0 0 0,1 0 0 0 0,-1 0 0 0 0,1 0 0 0 0,-1 0 0 0 0,0-1 0 0 0,-1 2 0 0 0,1 21 0 0 0,-1-19 23 0 0,0 0 0 0 0,0 0 0 0 0,-1 0 0 0 0,1 0 1 0 0,-1-1-1 0 0,-4 6 0 0 0,-22 12-1 0 0,22-9-52 0 0,7-11 31 0 0,-1 1 0 0 0,1-1 0 0 0,0 0 0 0 0,-1 0 0 0 0,1 0 0 0 0,-1 0-1 0 0,1-1 1 0 0,-1 1 0 0 0,0 0 0 0 0,1 0 0 0 0,-1 0 0 0 0,0 0 0 0 0,0 0-1 0 0,1-1 1 0 0,-1 1 0 0 0,0 0 0 0 0,-1 0 0 0 0,-10 6 39 0 0,10-5-41 0 0,1-1 1 0 0,0 0-1 0 0,-1 0 0 0 0,0-1 0 0 0,1 1 1 0 0,-1 0-1 0 0,1 0 0 0 0,-1-1 1 0 0,0 1-1 0 0,0-1 0 0 0,1 1 0 0 0,-1-1 1 0 0,0 0-1 0 0,-2 0 0 0 0,3 1 1 0 0,-1-1 0 0 0,1 1 0 0 0,0 0 0 0 0,-1-1 0 0 0,1 1 0 0 0,0 0-1 0 0,0 0 1 0 0,0-1 0 0 0,0 1 0 0 0,0 0 0 0 0,0 0 0 0 0,0 0 0 0 0,0 1 0 0 0,0-1 0 0 0,0 0-1 0 0,0 1 1 0 0,0 4-3736 0 0,3-5 3355 0 0,23 0-1224 0 0,21-5 314 0 0,-17-8-433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24:32.7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97 0 312 0 0,'-96'0'8991'0'0,"97"38"-7458"0"0,-1-37-1344 0 0,3 30-66 0 0,16 22-51 0 0,-18-51-55 0 0,1 0 1 0 0,-1 0 0 0 0,0 0-1 0 0,1 0 1 0 0,-1-1 0 0 0,1 1-1 0 0,-1 0 1 0 0,1-1-1 0 0,-1 0 1 0 0,1 1 0 0 0,0-1-1 0 0,0 0 1 0 0,0 0 0 0 0,0 0-1 0 0,0 0 1 0 0,0 0-1 0 0,4 1 1 0 0,-6-2-1 0 0,36 13 138 0 0,-18-12-104 0 0,-16-1-44 0 0,0-1 1 0 0,0 1-1 0 0,0 0 0 0 0,0 0 0 0 0,0 0 0 0 0,0 1 1 0 0,0-1-1 0 0,0 0 0 0 0,0 1 0 0 0,0-1 1 0 0,-1 1-1 0 0,1-1 0 0 0,0 1 0 0 0,0 0 1 0 0,2 1-1 0 0,-4-1 0 0 0,13 19 14 0 0,-13-19-4 0 0,1 1 25 0 0,0 1 0 0 0,0 0 0 0 0,0-1 0 0 0,0 1 0 0 0,0-1 0 0 0,0 1 0 0 0,1-1 0 0 0,2 4 0 0 0,6 13 24 0 0,0 6 67 0 0,-8-20-115 0 0,0 1-1 0 0,1-1 1 0 0,-2 1-1 0 0,1 0 1 0 0,-1 0-1 0 0,0 0 1 0 0,0 0 0 0 0,0 7-1 0 0,0 8 4 0 0,-1-15-5 0 0,1 0 0 0 0,-1-1 0 0 0,0 1 0 0 0,-1 0 0 0 0,1 0 0 0 0,-1 0 0 0 0,0 0 0 0 0,-3 9 0 0 0,2-11 1 0 0,0 1-1 0 0,0 0 0 0 0,1 0 0 0 0,-1-1 1 0 0,1 1-1 0 0,1 0 0 0 0,-1 0 0 0 0,1 0 1 0 0,-1 0-1 0 0,1 0 0 0 0,1 0 0 0 0,-1 0 1 0 0,1 0-1 0 0,0 0 0 0 0,0 0 0 0 0,2 5 0 0 0,-1-7-8 0 0,0 0 0 0 0,0 0 0 0 0,1 0 0 0 0,-1 0 0 0 0,1 0 0 0 0,-1-1 0 0 0,1 1-1 0 0,6 4 1 0 0,9 7-5 0 0,-17-12 0 0 0,1-1 0 0 0,0 1 0 0 0,0-1 0 0 0,1 0 0 0 0,-1 1 0 0 0,0-1 1 0 0,0 0-1 0 0,1 0 0 0 0,-1-1 0 0 0,5 2 0 0 0,4 1 59 0 0,-10-2 409 0 0,3-1-355 0 0,1 0 0 0 0,0 1 1 0 0,0 0-1 0 0,0 0 1 0 0,-1 0-1 0 0,10 4 0 0 0,2 36 390 0 0,-16-37-816 0 0,4 9 778 0 0,-3-13-603 0 0,-1 0 1 0 0,0 0 0 0 0,0 0-1 0 0,1 0 1 0 0,-1 1 0 0 0,0-1 0 0 0,0 0-1 0 0,1 0 1 0 0,-1 0 0 0 0,0 0-1 0 0,0 0 1 0 0,1 0 0 0 0,-1 0 0 0 0,0 0-1 0 0,1 0 1 0 0,-1 0 0 0 0,0 0-1 0 0,0 0 1 0 0,1 0 0 0 0,-1 0 0 0 0,0 0-1 0 0,0 0 1 0 0,1 0 0 0 0,-1 0-1 0 0,0 0 1 0 0,1 0 0 0 0,-1 0-1 0 0,0 0 1 0 0,0-1 0 0 0,1 1 0 0 0,-1 0-1 0 0,36-19-941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7:44.26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  <inkml:context xml:id="ctx1">
      <inkml:inkSource xml:id="inkSrc2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4-06-03T09:47:44.262"/>
    </inkml:context>
    <inkml:brush xml:id="br1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 55 0 0,'0'-54'0'0,"0"2873"0"0,0-2814 0 0</inkml:trace>
  <inkml:trace contextRef="#ctx0" brushRef="#br0" timeOffset="1">143 34 0 0,'0'376'0'0,"0"-691"0"0,0 599 0 0,0-489 0 0,0 495 0 0,0-691 0 0,0 711 0 0,0-628 0 0,0 625 0 0,0-305 0 0</inkml:trace>
  <inkml:trace contextRef="#ctx1" brushRef="#br1">165 31 1696 0 0,'-4'-2'687'0'0,"-15"3"4042"0"0,13 19-4615 0 0,-10 119 74 0 0,-37 83 893 0 0,11-98-301 0 0,67-248-181 0 0,17-123-582 0 0,-40 131 81 0 0,-2 114-110 0 0,0 3 17 0 0,1-1 0 0 0,-1 1 0 0 0,0-1 0 0 0,0 0 0 0 0,1 0 0 0 0,-1 1 0 0 0,0-1 0 0 0,0 1 0 0 0,1-1 0 0 0,-1 0 0 0 0,1 0 0 0 0,-1 0 0 0 0,0 0 0 0 0,1 0-1 0 0,-1 1 1 0 0,1-1 0 0 0,-1 0 0 0 0,0 0 0 0 0,1 0 0 0 0,-1 0 0 0 0,0 0 0 0 0,1 0 0 0 0,-1 0 0 0 0,1 0 0 0 0,-1 0 0 0 0,0 0 0 0 0,1 0 0 0 0,0 0 0 0 0,-1 0 0 0 0,0-1 0 0 0,0 1 0 0 0,1 0 0 0 0,0 0 0 0 0,-1 0 0 0 0,0 0 0 0 0,0 0 0 0 0,1-1 0 0 0,-1 1 0 0 0,0-1 0 0 0,0 1 0 0 0,1 0 0 0 0,-1 0 0 0 0,1 0 0 0 0,-1-1 0 0 0,0 0 0 0 0,0 1 0 0 0,0 0 0 0 0,0 0 0 0 0,1-1 0 0 0,-1 1 0 0 0,0-1 0 0 0,0 1 0 0 0,0 0 0 0 0,1-1 0 0 0,-1 0 0 0 0,0 1-5 0 0,48 76 125 0 0,37 63-17 0 0,-44-80-1 0 0,-38-55-60 0 0,0 1 1 0 0,0 0 0 0 0,-1 0 0 0 0,1 0 0 0 0,-1 0 0 0 0,0 1 0 0 0,0-1 0 0 0,-1 1 0 0 0,1-1-1 0 0,0 1 1 0 0,-2 0 0 0 0,1-1 0 0 0,0 1 0 0 0,-1 0 0 0 0,0 0 0 0 0,0 0 0 0 0,-1-1 0 0 0,0 1-1 0 0,1 0 1 0 0,-2-1 0 0 0,0 4-48 0 0,1-3 58 0 0,-1 0-1 0 0,0 1 1 0 0,-1-1-1 0 0,1 0 1 0 0,-1 0-1 0 0,0 0 1 0 0,-1-1 0 0 0,1 1-1 0 0,-1-1 1 0 0,1 1-1 0 0,-2-2 1 0 0,1 1-1 0 0,-3 2-57 0 0,-49-12 379 0 0,22-5-497 0 0,-63-12-896 0 0,32 29-3919 0 0,57-4 3607 0 0</inkml:trace>
  <inkml:trace contextRef="#ctx1" brushRef="#br1" timeOffset="1">109 490 1712 0 0,'9'10'3401'0'0,"20"5"-2974"0"0,-15-8 17 0 0,91 74-139 0 0,78 55-310 0 0,-26-5 1 0 0,-113-98 54 0 0,0-1 1 0 0,2-3-1 0 0,26 12-50 0 0,-31-18 25 0 0,201 104 192 0 0,155 41 918 0 0,-222-109-693 0 0,97 32-121 0 0,-14-12 22 0 0,-4 0 158 0 0,64 13-107 0 0,62-1-225 0 0,-3-4 359 0 0,-142-44-82 0 0,-213-37-381 0 0,47 11 378 0 0,2-3 0 0 0,45 3-443 0 0,174 35 876 0 0,-40-30-699 0 0,-33 10-116 0 0,149 10-42 0 0,-268-22 4 0 0,223 58 228 0 0,-173-31-69 0 0,-95-25 58 0 0,1-2 0 0 0,0-3 0 0 0,31 3-240 0 0,50 4 226 0 0,50 19 4 0 0,29-15-120 0 0,-11-38-29 0 0,30 2-58 0 0,-8 16-30 0 0,-90 11 11 0 0,-109-14-3 0 0,0 0-1 0 0,-1-1 1 0 0,2-2 0 0 0,-1 0 0 0 0,10-3-1 0 0,195-2 15 0 0,45 29-72 0 0,-38 25 59 0 0,-86-23 38 0 0,-97-19-24 0 0,-45-8-7 0 0,-1 0-1 0 0,1 0 1 0 0,-1 0 0 0 0,1-1-1 0 0,0-1 1 0 0,-1 0 0 0 0,1-1-1 0 0,0 0 1 0 0,-1 0 0 0 0,9-4-9 0 0,39-7 47 0 0,0 6-18 0 0,31-11 102 0 0,-18 16 439 0 0,-20-11-442 0 0,15 21-104 0 0,-41 5-237 0 0,-6-3-1578 0 0,0-3-4177 0 0,-16-6 3890 0 0</inkml:trace>
  <inkml:trace contextRef="#ctx1" brushRef="#br1" timeOffset="2">2808 804 2409 0 0,'-47'-16'3791'0'0,"47"17"-3767"0"0,0-1 1 0 0,0 0-1 0 0,0 0 1 0 0,0 0-1 0 0,0 1 1 0 0,1-1-1 0 0,-1 1 1 0 0,0-1-1 0 0,0 0 1 0 0,0 0-1 0 0,0 1 1 0 0,0-1-1 0 0,0 1 1 0 0,0-1-1 0 0,0 0 1 0 0,0 0-1 0 0,0 1 1 0 0,0-1-1 0 0,0 1 0 0 0,0-1 1 0 0,0 1-1 0 0,0-1 1 0 0,0 0-1 0 0,0 0 1 0 0,-1 1-1 0 0,1-1 1 0 0,0 0-1 0 0,0 1 1 0 0,0-1-1 0 0,0 0 1 0 0,0 0-1 0 0,0 0 1 0 0,-1 1-1 0 0,1-1 1 0 0,-1 0-1 0 0,1 1 0 0 0,0-1 1 0 0,0 0-1 0 0,0 0 1 0 0,-1 0-1 0 0,1 0 1 0 0,0 0-1 0 0,0 0 1 0 0,0 1-1 0 0,-1-1 1 0 0,1 0-1 0 0,-1 0 1 0 0,1 0-1 0 0,0 0 1 0 0,0 0-1 0 0,-1 0 1 0 0,1 0-1 0 0,-1 0 1 0 0,1 0-1 0 0,0 0 0 0 0,0 0 1 0 0,-1 0-25 0 0,76 114 724 0 0,-61-91-244 0 0,1-1-1 0 0,-3 2 1 0 0,0 0-1 0 0,0 2 1 0 0,6 25-480 0 0,-16-47 35 0 0,0 1-1 0 0,-2-1 1 0 0,1 0 0 0 0,0 1-1 0 0,0 0 1 0 0,-1-1 0 0 0,0 1-1 0 0,0 0 1 0 0,0 0 0 0 0,0-1-1 0 0,-1 1 1 0 0,0-1 0 0 0,0 1-1 0 0,0 0 1 0 0,0-1 0 0 0,-1 3-35 0 0,-24-12-435 0 0,12-39 402 0 0,14 39 40 0 0,0 1-1 0 0,-1-1 0 0 0,0 1 0 0 0,0 0 0 0 0,0-1 0 0 0,0 1 0 0 0,-1 0 0 0 0,0 0 1 0 0,1 1-1 0 0,-2-1 0 0 0,1 0 0 0 0,0 0 0 0 0,-1 1 0 0 0,1-1 0 0 0,-1 1 0 0 0,1 0 1 0 0,-2 0-1 0 0,1 0 0 0 0,0 1 0 0 0,0-1 0 0 0,-1 0-6 0 0,1 3 10 0 0,1 0-1 0 0,-1 1 1 0 0,1-1 0 0 0,-1 1-1 0 0,0-1 1 0 0,0 1 0 0 0,1 0 0 0 0,-1 0-1 0 0,1 0 1 0 0,0 1 0 0 0,-1-1-1 0 0,1 0 1 0 0,0 1 0 0 0,0-1-1 0 0,0 1 1 0 0,0 0 0 0 0,-1 0-1 0 0,1 0 1 0 0,1 1 0 0 0,-1-1 0 0 0,0 0-1 0 0,1 0 1 0 0,-1 3-10 0 0,0-3 10 0 0,-60 92 28 0 0,14-33-92 0 0,20-30-588 0 0,28-30 571 0 0,-5 2-715 0 0,3-3-2597 0 0,2-2 2148 0 0</inkml:trace>
  <inkml:trace contextRef="#ctx1" brushRef="#br1" timeOffset="3">3191 726 4161 0 0,'-1'0'93'0'0,"1"0"1"0"0,0 0 0 0 0,0 1-1 0 0,0-1 1 0 0,0 0-1 0 0,0 0 1 0 0,0 1 0 0 0,-1-1-1 0 0,1 0 1 0 0,0 0-1 0 0,-1 0 1 0 0,1 0 0 0 0,0 0-1 0 0,0 0 1 0 0,0 0-1 0 0,0 0 1 0 0,0 0 0 0 0,-1 0-1 0 0,1 0 1 0 0,-1 0-1 0 0,1 0 1 0 0,0 0 0 0 0,0 0-1 0 0,0 0 1 0 0,0 0-1 0 0,-1 0 1 0 0,1 0 0 0 0,0 0-1 0 0,0 0 1 0 0,0 0-1 0 0,0 0 1 0 0,-1 0 0 0 0,1 0-1 0 0,0 0 1 0 0,-1 0-1 0 0,1 0 1 0 0,0-1 0 0 0,0 1-1 0 0,0 0 1 0 0,0 0-1 0 0,0-1 1 0 0,0 1-94 0 0,-5 23-44 0 0,5-23 92 0 0,-68 222 1386 0 0,34-110-1384 0 0,-5-3 0 0 0,-7 7-50 0 0,16-42-77 0 0,-3 8-1373 0 0,33-84-1086 0 0,0 1 1658 0 0</inkml:trace>
  <inkml:trace contextRef="#ctx1" brushRef="#br1" timeOffset="4">3188 1521 728 0 0,'-29'59'2573'0'0,"26"-68"2045"0"0,52-96-3655 0 0,-31 48-624 0 0,-2 1 1 0 0,-2-2-1 0 0,-2 0 1 0 0,1-33-340 0 0,-10 74-2 0 0,-3 30-58 0 0,0 6 68 0 0,1 30 30 0 0,-2-37-30 0 0,1 0 1 0 0,1 1-1 0 0,0-2 1 0 0,0 2-1 0 0,1-1 0 0 0,0 0 1 0 0,1 0-1 0 0,0 0 1 0 0,5 8-9 0 0,-7-18 9 0 0,-1-1 1 0 0,2 1 0 0 0,-2-1 0 0 0,1 0 0 0 0,1 0 0 0 0,-1 0 0 0 0,0 0 0 0 0,0 0 0 0 0,0 0 0 0 0,0 0 0 0 0,1 0 0 0 0,-1 0 0 0 0,1 0 0 0 0,-1-1 0 0 0,0 1 0 0 0,1 0 0 0 0,-1-1 0 0 0,1 0 0 0 0,0 0-1 0 0,-1 1 1 0 0,1-1 0 0 0,-1 0 0 0 0,1 0 0 0 0,-1 0 0 0 0,1 0 0 0 0,-1 0 0 0 0,0-1 0 0 0,1 1 0 0 0,0 0 0 0 0,-1-1 0 0 0,1 1 0 0 0,-1-1 0 0 0,0 1 0 0 0,1-1 0 0 0,-1-1 0 0 0,1 2 0 0 0,-1-1 0 0 0,1-1-10 0 0,49-39 286 0 0,-43 33-265 0 0,0-1 1 0 0,0 1 0 0 0,-2-1 0 0 0,1 0 0 0 0,0 0-1 0 0,-1-2 1 0 0,0 2 0 0 0,-1-2 0 0 0,0 0-1 0 0,-1 0 1 0 0,0 0 0 0 0,1-7-22 0 0,5-32 17 0 0,-13 56-121 0 0,-19 95 159 0 0,20-95-45 0 0,0 0 1 0 0,0 0-1 0 0,0 0 0 0 0,1 0 0 0 0,0 0 1 0 0,0 0-1 0 0,0 1 0 0 0,1-1 1 0 0,0 0-1 0 0,0 0 0 0 0,0 0 1 0 0,1 1-1 0 0,0-1 0 0 0,0 1 0 0 0,1-1 1 0 0,-1-1-1 0 0,1 1 0 0 0,0 1 1 0 0,0-2-1 0 0,1 1 0 0 0,2 3-10 0 0,18 8-25 0 0,-22-17 9 0 0,6-5-734 0 0,56-32-3688 0 0,-56 30 3203 0 0</inkml:trace>
  <inkml:trace contextRef="#ctx1" brushRef="#br1" timeOffset="5">3695 795 4489 0 0,'17'27'4004'0'0,"7"17"-2139"0"0,16 24-1003 0 0,-22-41-471 0 0,-6-13-283 0 0,-1 2 0 0 0,0 0 0 0 0,-1 1 0 0 0,-1-1 0 0 0,-1 1 0 0 0,1 1 0 0 0,-2 0 0 0 0,-1 0 0 0 0,0 1 0 0 0,-1 0 0 0 0,-1 0 0 0 0,2 12-108 0 0,-5-20 20 0 0,-1 0 0 0 0,0 0 0 0 0,-1 0 1 0 0,0 0-1 0 0,0-1 0 0 0,-1 1 0 0 0,-1-1 0 0 0,1 1 0 0 0,-2-1 1 0 0,0 2-21 0 0,-41 52-2824 0 0,21-43 1350 0 0,11-10 369 0 0</inkml:trace>
  <inkml:trace contextRef="#ctx1" brushRef="#br1" timeOffset="6">2562 671 4577 0 0,'-29'-14'3311'0'0,"24"16"-3224"0"0,1-1-1 0 0,-1 1 0 0 0,1 0 1 0 0,0 0-1 0 0,-1 0 1 0 0,1 1-1 0 0,0-1 0 0 0,0 1 1 0 0,0 0-1 0 0,0 0 0 0 0,1 1 1 0 0,-1-1-1 0 0,1 1 0 0 0,0 0 1 0 0,0 0-1 0 0,0 1-86 0 0,-11 22 72 0 0,2 1 0 0 0,1 1 0 0 0,1 1 1 0 0,1-1-1 0 0,1 1 0 0 0,1 1 0 0 0,2 0 0 0 0,2 0 0 0 0,-1 0 0 0 0,3 27-72 0 0,-4-19-50 0 0,2 2-1 0 0,2-1 0 0 0,1 0 1 0 0,2 0-1 0 0,1 0 0 0 0,2 0 1 0 0,2 0-1 0 0,9 30 51 0 0,-12-59-137 0 0,0 0 1 0 0,1-1-1 0 0,0 0 0 0 0,0 0 1 0 0,1-1-1 0 0,0 0 0 0 0,1 0 1 0 0,0 0-1 0 0,1-1 0 0 0,-1 0 1 0 0,1 0-1 0 0,0-1 0 0 0,1 0 1 0 0,-1-1-1 0 0,2 0 0 0 0,-1 0 1 0 0,1-1-1 0 0,-1-1 0 0 0,1 1 1 0 0,0-2-1 0 0,0 0 0 0 0,0 0 1 0 0,7 0 136 0 0,8-2-994 0 0</inkml:trace>
  <inkml:trace contextRef="#ctx1" brushRef="#br1" timeOffset="7">3894 635 2689 0 0,'-10'3'1328'0'0,"9"-3"-1119"0"0,0 0 0 0 0,0 1-1 0 0,0 0 1 0 0,0-1 0 0 0,-1 0 0 0 0,2 0 0 0 0,-2 0-1 0 0,1 1 1 0 0,0-1 0 0 0,0 0 0 0 0,-1 0 0 0 0,1 0-1 0 0,1 0 1 0 0,-2-1 0 0 0,1 1 0 0 0,0 0 0 0 0,0 0-1 0 0,-1 0 1 0 0,2-1 0 0 0,-2 0 0 0 0,1 1-1 0 0,0 0 1 0 0,0-1 0 0 0,0 0 0 0 0,0 1 0 0 0,0-1-1 0 0,0 0 1 0 0,1 0 0 0 0,-1 0 0 0 0,-1 0-209 0 0,3 1-4 0 0,-1 0 1 0 0,1 1 0 0 0,-1-1-1 0 0,0 1 1 0 0,0-1 0 0 0,1 0-1 0 0,-1 0 1 0 0,0 1-1 0 0,0-1 1 0 0,1 0 0 0 0,-1 1-1 0 0,1-1 1 0 0,-1 0-1 0 0,0 1 1 0 0,1-1 0 0 0,0 0-1 0 0,-1 0 1 0 0,0 0-1 0 0,1 0 1 0 0,-1 0 0 0 0,0 0-1 0 0,1 0 1 0 0,-1 0 0 0 0,1 0-1 0 0,-1 0 1 0 0,0 0-1 0 0,1 0 1 0 0,0 0 0 0 0,-1 0-1 0 0,0 0 1 0 0,1 0-1 0 0,-1-1 1 0 0,1 1 0 0 0,-1 0-1 0 0,0-1 1 0 0,1 1 0 0 0,-1 0-1 0 0,0-1 1 0 0,0 1-1 0 0,1 0 1 0 0,-1 0 0 0 0,1-1-1 0 0,-1 1 1 0 0,0-1-1 0 0,0 1 1 0 0,1 0 0 0 0,-1 0-1 0 0,0-1 1 0 0,1 0-1 0 0,-1 1 1 0 0,0 0 0 0 0,0-1-1 0 0,0 1 1 0 0,0-1 0 0 0,0 1-1 0 0,0 0 1 0 0,0-1-1 0 0,0 0 1 0 0,0 1 0 0 0,0 0-1 0 0,0-1 1 0 0,0 0-1 0 0,0 1 1 0 0,0-1 0 0 0,0 1-1 0 0,0 0 1 0 0,0-1 0 0 0,0 0-1 0 0,-1 1 1 0 0,1 0 3 0 0,41 17 81 0 0,-38-15-85 0 0,36 23 55 0 0,-5 7-35 0 0,12 28 49 0 0,-41-51-17 0 0,0 0 0 0 0,1-2 1 0 0,0 1-1 0 0,0-1 1 0 0,1 0-1 0 0,0 0 0 0 0,0 0 1 0 0,-1-2-1 0 0,2 1 1 0 0,0 0-1 0 0,7 2-48 0 0,-13-6-11 0 0,0-2 0 0 0,0 1 0 0 0,0 0 0 0 0,0-1 0 0 0,1 0 0 0 0,-1 1 0 0 0,0-1 0 0 0,0 0 1 0 0,1 0-1 0 0,-2 0 0 0 0,2 0 0 0 0,-1-1 0 0 0,0 1 0 0 0,0 0 0 0 0,0-1 0 0 0,1 0 0 0 0,-1 1 0 0 0,-1-2 0 0 0,1 2 0 0 0,0-2 0 0 0,2 0 11 0 0,17-26-3654 0 0,-18 22 2704 0 0,1 1-272 0 0</inkml:trace>
  <inkml:trace contextRef="#ctx1" brushRef="#br1" timeOffset="8">4164 603 4569 0 0,'-20'8'2850'0'0,"-75"116"-81"0"0,-6 4-1841 0 0,65-81-3342 0 0,31-41-392 0 0,4-6 1391 0 0</inkml:trace>
  <inkml:trace contextRef="#ctx1" brushRef="#br1" timeOffset="9">1772 1188 3497 0 0,'-1'0'100'0'0,"0"1"1"0"0,-1-1-1 0 0,1 0 1 0 0,0 0-1 0 0,0-1 1 0 0,-1 1-1 0 0,1 0 1 0 0,0 0-1 0 0,0 0 1 0 0,-1-1-1 0 0,2 1 1 0 0,-2-1-1 0 0,1 1 1 0 0,0-1-1 0 0,0 0 1 0 0,0 1 0 0 0,0-1-1 0 0,-1-1 1 0 0,2 2-1 0 0,-1-1 1 0 0,0 0-1 0 0,0 0 1 0 0,0 0-1 0 0,0 0 1 0 0,1 0-1 0 0,-1-1 1 0 0,1 2-1 0 0,-1-2 1 0 0,0 1-1 0 0,1-1 1 0 0,0 1-1 0 0,-1 0 1 0 0,1-1-1 0 0,-1 1 1 0 0,1 0-1 0 0,0-1 1 0 0,0 1-1 0 0,0-1 1 0 0,0 1-1 0 0,0 0 1 0 0,0-1-1 0 0,0 1 1 0 0,0 0-1 0 0,1-1 1 0 0,-1 1-1 0 0,1 0 1 0 0,-1 0-1 0 0,0-1 1 0 0,1 1 0 0 0,0 0-1 0 0,-1-1 1 0 0,1 2-1 0 0,-1-2 1 0 0,2 0-101 0 0,0-3 21 0 0,-1-5 28 0 0,2 1 1 0 0,0-1 0 0 0,0 2-1 0 0,1-1 1 0 0,0 0 0 0 0,0 0-1 0 0,1 1 1 0 0,0-1 0 0 0,2 0-50 0 0,0 2-9 0 0,1 1 0 0 0,0-1 0 0 0,1 2 0 0 0,-1 0 0 0 0,1 0 0 0 0,0 1 0 0 0,0 0 0 0 0,1 0 0 0 0,-1 1 1 0 0,1 0-1 0 0,-1 1 0 0 0,1 1 0 0 0,0 0 0 0 0,0 0 0 0 0,0 1 0 0 0,0 0 0 0 0,-1 1 0 0 0,1 0 0 0 0,0 0 0 0 0,0 1 1 0 0,-1 1-1 0 0,0 0 0 0 0,1 0 0 0 0,-1 2 0 0 0,4 1 9 0 0,115 80 64 0 0,-126-85-29 0 0,-1 0-1 0 0,1 0 1 0 0,-1 0 0 0 0,1-1 0 0 0,0 2-1 0 0,-1-2 1 0 0,1 0 0 0 0,0 1-1 0 0,0 0 1 0 0,0-1 0 0 0,0 0 0 0 0,0 0-1 0 0,-1 0 1 0 0,1 0 0 0 0,0 0 0 0 0,-1 0-1 0 0,1 0 1 0 0,0 0 0 0 0,0 0-1 0 0,0-1 1 0 0,0 0 0 0 0,-1 1 0 0 0,1-1-1 0 0,0 0 1 0 0,-1 0 0 0 0,1 0 0 0 0,1-1-35 0 0,41-34 222 0 0,-38 26-334 0 0,-1-1-1 0 0,1 1 1 0 0,-1-1-1 0 0,-1 0 1 0 0,0-1-1 0 0,0 1 1 0 0,-1-1-1 0 0,0 0 113 0 0,7-26-1171 0 0,-5 22 282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9:23.0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7 100 520 0 0,'-3'-16'715'0'0,"2"12"-599"0"0,0 1-1 0 0,1-1 0 0 0,-1 1 0 0 0,1-1 1 0 0,-1 0-1 0 0,1 1 0 0 0,0-1 0 0 0,1 1 1 0 0,-1-1-1 0 0,0 0 0 0 0,1 1 0 0 0,0-1 1 0 0,0 1-1 0 0,0-1 0 0 0,2-3 0 0 0,-2-8 990 0 0,-1 8 192 0 0,3 20-726 0 0,-1 4-454 0 0,0 0 1 0 0,-1 0-1 0 0,-1 0 0 0 0,-1 17 1 0 0,-2 21 337 0 0,6 60 0 0 0,-1-19 38 0 0,-2-92-480 0 0,1-1 0 0 0,-1 0 1 0 0,1 0-1 0 0,-1 1 1 0 0,1-1-1 0 0,0 0 0 0 0,0 0 1 0 0,0 0-1 0 0,1 0 1 0 0,2 4-1 0 0,-2-2 0 0 0,-1-1 1 0 0,-1-3 40 0 0,8 0 1 0 0,-6 0-49 0 0,0 0-1 0 0,0-1 0 0 0,0 1 1 0 0,0-1-1 0 0,0 1 1 0 0,0-1-1 0 0,0 0 0 0 0,0 0 1 0 0,0 0-1 0 0,0 0 0 0 0,0-1 1 0 0,3 0-1 0 0,-3 0-88 0 0,-1 0 0 0 0,1-1 0 0 0,0 1 0 0 0,-1 0 0 0 0,1 0 0 0 0,0 0 0 0 0,0 0 0 0 0,0 0 0 0 0,0 0 0 0 0,0 1 0 0 0,4-1 0 0 0,10-6-1596 0 0,-15 5 1107 0 0,-1 1-79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9:32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54 736 0 0,'-13'-3'4444'0'0,"9"3"-4239"0"0,18-3 163 0 0,1 1 108 0 0,54-12 843 0 0,-63 12-1268 0 0,-1 1 1 0 0,1-1-1 0 0,-1-1 1 0 0,1 1-1 0 0,-1-1 1 0 0,0 0-1 0 0,0 0 1 0 0,0-1 0 0 0,5-4-1 0 0,4 7-2129 0 0,-10 1 1350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9:08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0 6617 0 0,'12'52'1547'0'0,"-8"-30"-1359"0"0,-2 5-59 0 0,-6 15 37 0 0,1-5-30 0 0,0 61 435 0 0,-7 49 463 0 0,-26 221 673 0 0,30-266-1578 0 0,7-96-314 0 0,11-12-4620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9:09.5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150 199 2777 0 0,'-52'-3'2591'0'0,"34"2"-1809"0"0,1 0 0 0 0,-33-6 0 0 0,50 7-725 0 0,-1 0-1 0 0,1 0 1 0 0,-1-1 0 0 0,0 1 0 0 0,1 0 0 0 0,-1 0 0 0 0,1-1 0 0 0,-1 1 0 0 0,0 0 0 0 0,1-1 0 0 0,-1 1 0 0 0,1 0 0 0 0,-1-1-1 0 0,1 1 1 0 0,0-1 0 0 0,-1 1 0 0 0,1-1 0 0 0,-1 1 0 0 0,1-1 0 0 0,0 1 0 0 0,-1-1 0 0 0,1 1 0 0 0,0-1 0 0 0,0 0 0 0 0,-1 1-1 0 0,1-1 1 0 0,0 1 0 0 0,0-1 0 0 0,0 0 0 0 0,5-21 393 0 0,18-13-560 0 0,-22 34 210 0 0,4-5-53 0 0,0 0-1 0 0,1 0 1 0 0,0 0 0 0 0,0 1-1 0 0,0 0 1 0 0,1 0 0 0 0,13-7 0 0 0,-2 2-6 0 0,-5 2-37 0 0,1 1 0 0 0,0 0 0 0 0,0 1 0 0 0,1 1 0 0 0,0 0 0 0 0,0 1 0 0 0,0 1 0 0 0,29-3 0 0 0,13 3 16 0 0,57 3 0 0 0,-110 0-18 0 0,3 0 2 0 0,13 1-1 0 0,0 0 0 0 0,0 1 1 0 0,27 5-1 0 0,-42-5 2 0 0,0-1 1 0 0,0 1 0 0 0,0 0-1 0 0,0 0 1 0 0,-1 0 0 0 0,1 0-1 0 0,0 1 1 0 0,-1 0 0 0 0,0 0-1 0 0,0 0 1 0 0,0 1 0 0 0,0-1-1 0 0,0 1 1 0 0,-1 0 0 0 0,1 0-1 0 0,-1 0 1 0 0,0 0 0 0 0,2 6-1 0 0,-1-3 40 0 0,0 0-1 0 0,-1 0 1 0 0,-1 0 0 0 0,1 0-1 0 0,-1 1 1 0 0,0-1 0 0 0,-1 1-1 0 0,1-1 1 0 0,-2 1-1 0 0,1 0 1 0 0,-1-1 0 0 0,0 1-1 0 0,-1 0 1 0 0,1-1-1 0 0,-2 1 1 0 0,1 0 0 0 0,-1-1-1 0 0,0 1 1 0 0,-1-1 0 0 0,1 0-1 0 0,-8 13 1 0 0,-5 3 183 0 0,-1-1-1 0 0,-1-1 1 0 0,0 0 0 0 0,-2-2 0 0 0,0 0 0 0 0,-39 29-1 0 0,25-25 30 0 0,-1-1-1 0 0,-1-1 0 0 0,-71 30 0 0 0,87-43-297 0 0,-1-1 1 0 0,-1-1-1 0 0,1 0 1 0 0,-1-2-1 0 0,0 0 1 0 0,-40 1-1 0 0,60-5-42 0 0,-1 0 0 0 0,1 0-1 0 0,0-1 1 0 0,-1 1 0 0 0,1-1 0 0 0,-1 1 0 0 0,1-1 0 0 0,0 1-1 0 0,-1-1 1 0 0,1 0 0 0 0,0 1 0 0 0,-1-1 0 0 0,1 0-1 0 0,0 0 1 0 0,-2-2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9:10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66 2056 0 0,'-2'-10'755'0'0,"0"0"-1"0"0,1 0 1 0 0,0-18-1 0 0,1 27-739 0 0,0 1-1 0 0,0 0 0 0 0,0-1 0 0 0,-1 1 0 0 0,1 0 0 0 0,0 0 0 0 0,0-1 1 0 0,0 1-1 0 0,0 0 0 0 0,0-1 0 0 0,0 1 0 0 0,0 0 0 0 0,0 0 1 0 0,-1-1-1 0 0,1 1 0 0 0,0 0 0 0 0,0 0 0 0 0,0-1 0 0 0,-1 1 0 0 0,1 0 1 0 0,0 0-1 0 0,0 0 0 0 0,-1 0 0 0 0,1-1 0 0 0,0 1 0 0 0,0 0 1 0 0,-1 0-1 0 0,1 0 0 0 0,0 0 0 0 0,0 0 0 0 0,-1 0 0 0 0,1 0 0 0 0,0 0 1 0 0,-1-1-1 0 0,1 1 0 0 0,0 0 0 0 0,-1 0 0 0 0,1 0 0 0 0,0 1 1 0 0,0-1-1 0 0,-1 0 0 0 0,1 0 0 0 0,0 0 0 0 0,-1 0 0 0 0,1 0 0 0 0,0 0 1 0 0,0 0-1 0 0,-1 0 0 0 0,1 1 0 0 0,0-1 0 0 0,0 0 0 0 0,-1 0 1 0 0,1 0-1 0 0,0 0 0 0 0,0 1 0 0 0,-1-1 0 0 0,1 0 0 0 0,0 0 0 0 0,0 1 1 0 0,0-1-1 0 0,-1 1 0 0 0,-8 12 33 0 0,1 1 1 0 0,0 0-1 0 0,1 1 0 0 0,1 0 0 0 0,0 0 1 0 0,-7 28-1 0 0,-18 106 698 0 0,16-10 84 0 0,5 0-1 0 0,9 147 1 0 0,2-242-751 0 0,1-1 0 0 0,10 44-1 0 0,-10-72-71 0 0,1-1-1 0 0,1 0 0 0 0,0 0 1 0 0,1-1-1 0 0,1 0 0 0 0,0 1 1 0 0,1-2-1 0 0,0 1 0 0 0,1-1 1 0 0,10 12-1 0 0,-16-20-86 0 0,1-1 0 0 0,0 0 0 0 0,0 0 0 0 0,0 0 0 0 0,1 0 0 0 0,-1-1 0 0 0,1 1 0 0 0,-1-1 0 0 0,1 0 1 0 0,0 0-1 0 0,0 0 0 0 0,0 0 0 0 0,0-1 0 0 0,0 0 0 0 0,0 0 0 0 0,1 0 0 0 0,-1 0 0 0 0,0-1 0 0 0,0 1 0 0 0,1-1 0 0 0,-1 0 0 0 0,0 0 0 0 0,1-1 0 0 0,-1 1 0 0 0,0-1 0 0 0,7-2 0 0 0,2-1-586 0 0,-2 3-205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9:11.2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15 880 0 0,'-4'-15'4940'0'0,"15"36"-3785"0"0,7 12-844 0 0,-2 2 1 0 0,13 39 0 0 0,24 61 136 0 0,-32-85-242 0 0,23 80 0 0 0,-42-120-209 0 0,-1-2-92 0 0,4-19-4472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9:11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0 4977 0 0,'-10'11'3800'0'0,"-4"13"-3600"0"0,0 1 0 0 0,2 0 0 0 0,1 0 0 0 0,1 2 1 0 0,-8 29-1 0 0,-18 45-51 0 0,-23 34-31 0 0,-39 106-222 0 0,95-233-244 0 0,-4 14 98 0 0,8-9-3868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9:28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78 960 0 0,'-5'0'1339'0'0,"-18"-1"1187"0"0,23 1-2511 0 0,0 0-1 0 0,-1 0 0 0 0,1 0 1 0 0,0 0-1 0 0,-1 0 1 0 0,1-1-1 0 0,0 1 0 0 0,-1 0 1 0 0,1 0-1 0 0,0 0 0 0 0,-1 0 1 0 0,1-1-1 0 0,0 1 0 0 0,-1 0 1 0 0,1 0-1 0 0,0-1 1 0 0,0 1-1 0 0,-1 0 0 0 0,1 0 1 0 0,0-1-1 0 0,0 1 0 0 0,0 0 1 0 0,-1-1-1 0 0,1 1 0 0 0,0 0 1 0 0,0-1-1 0 0,0 1 1 0 0,0 0-1 0 0,0-1 0 0 0,0 1 1 0 0,0 0-1 0 0,-1-1 0 0 0,1 1 1 0 0,0-1-1 0 0,0 1 0 0 0,0 0 1 0 0,1-1-1 0 0,-1 1 1 0 0,0 0-1 0 0,0-1 0 0 0,0 1 1 0 0,0 0-1 0 0,0-1 0 0 0,0 1 1 0 0,0 0-1 0 0,1-1 0 0 0,-1 1 1 0 0,0-1-1 0 0,5-1 23 0 0,-1 0 0 0 0,0 1 0 0 0,0-1 0 0 0,1 1 1 0 0,-1 0-1 0 0,9-1 0 0 0,-8 1 10 0 0,19-5 246 0 0,47-13 660 0 0,-60 15-899 0 0,-1 0 1 0 0,1 1 0 0 0,0 0 0 0 0,0 0 0 0 0,0 2 0 0 0,13-2 0 0 0,-23 3-50 0 0,5-5-748 0 0,2 5 456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9:29.1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36 1608 0 0,'-27'-1'930'0'0,"13"2"121"0"0,17-14 488 0 0,18 8-1473 0 0,1 1 0 0 0,38-1 0 0 0,4-1-266 0 0,-59 5 72 0 0,0-1-61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9:38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49 96 0 0,'-1'-1'173'0'0,"-1"1"0"0"0,1-1 0 0 0,0 0 0 0 0,0 0 0 0 0,-1 0 0 0 0,1 0 0 0 0,0 0 0 0 0,0 0 0 0 0,0 0 0 0 0,0 0 0 0 0,0 0 0 0 0,0 0 0 0 0,1-1 0 0 0,-1 1 0 0 0,0 0 0 0 0,1 0 0 0 0,-1-1 0 0 0,0 1 0 0 0,1-1 0 0 0,0 1 0 0 0,-1 0 0 0 0,1-1 0 0 0,0 1 0 0 0,0-1 0 0 0,0 1 0 0 0,0-1 0 0 0,0 1 0 0 0,0-1-1 0 0,0 1 1 0 0,1-3 0 0 0,-1 2-143 0 0,0 2-28 0 0,1-1 0 0 0,-1 0 0 0 0,1 1 1 0 0,0-1-1 0 0,-1 1 0 0 0,1-1 0 0 0,0 1 0 0 0,0 0 1 0 0,-1-1-1 0 0,1 1 0 0 0,0 0 0 0 0,0 0 0 0 0,0-1 1 0 0,-1 1-1 0 0,1 0 0 0 0,0 0 0 0 0,0 0 0 0 0,0 0 1 0 0,-1 0-1 0 0,1 0 0 0 0,0 0 0 0 0,0 0 0 0 0,0 0 1 0 0,0 0-1 0 0,0 1 0 0 0,23 3 354 0 0,-19-1-260 0 0,0 1-1 0 0,-1 0 0 0 0,0 0 1 0 0,0 1-1 0 0,0-1 0 0 0,-1 1 1 0 0,1 0-1 0 0,-1 0 0 0 0,0 0 1 0 0,-1 0-1 0 0,1 1 0 0 0,1 6 1 0 0,10 15 237 0 0,-5-5-160 0 0,-8-18-154 0 0,1 1 0 0 0,0-1 0 0 0,0 1 0 0 0,0-1 0 0 0,0 0 0 0 0,1 0 0 0 0,4 6 0 0 0,-1-3-12 0 0,0 1 11 0 0,1 0-1 0 0,-1 0 1 0 0,-1 1 0 0 0,1 0-1 0 0,-1 0 1 0 0,6 17 0 0 0,-10-21 96 0 0,-1-3-143 0 0,1 0-1 0 0,-1-1 0 0 0,1 1 1 0 0,-1 0-1 0 0,1 0 0 0 0,0-1 1 0 0,-1 1-1 0 0,1-1 0 0 0,0 1 0 0 0,0 0 1 0 0,0-1-1 0 0,1 2 0 0 0,0-3-49 0 0,-1 1-1 0 0,0-1 1 0 0,1 0 0 0 0,-1 0-1 0 0,1 0 1 0 0,-1 0-1 0 0,0 0 1 0 0,1 0-1 0 0,-1 0 1 0 0,0 0 0 0 0,1-1-1 0 0,-1 1 1 0 0,0 0-1 0 0,1-1 1 0 0,-1 1-1 0 0,2-2 1 0 0,6-2-438 0 0,1 0-169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9:39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10 816 0 0,'-1'-1'202'0'0,"0"0"0"0"0,0 0 1 0 0,0 0-1 0 0,0 1 0 0 0,0-1 0 0 0,0 0 0 0 0,0 1 0 0 0,0-1 0 0 0,0 0 0 0 0,-1 1 0 0 0,1 0 1 0 0,0-1-1 0 0,0 1 0 0 0,-1 0 0 0 0,1-1 0 0 0,0 1 0 0 0,-1 0 0 0 0,1 0 0 0 0,0 0 1 0 0,-1 0-1 0 0,1 0 0 0 0,0 1 0 0 0,-2-1 0 0 0,0 1-35 0 0,0 1 0 0 0,0-1 0 0 0,0 1 0 0 0,0-1 1 0 0,0 1-1 0 0,0 0 0 0 0,1 0 0 0 0,-1 0 0 0 0,1 0 0 0 0,-1 1 0 0 0,-2 3 0 0 0,-61 78 684 0 0,37-47-209 0 0,11-15-301 0 0,0 1 1 0 0,-19 34-1 0 0,13-15-250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49:40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69 504 0 0,'-7'-7'575'0'0,"6"5"-347"0"0,-1 0-1 0 0,0 0 1 0 0,0 0 0 0 0,1 0 0 0 0,-1 0-1 0 0,1 0 1 0 0,-1-1 0 0 0,1 1-1 0 0,0 0 1 0 0,0-1 0 0 0,0 1 0 0 0,0-1-1 0 0,0 1 1 0 0,1-1 0 0 0,-1-4-1 0 0,4 5-34 0 0,0-1-1 0 0,1 1 0 0 0,-1 0 0 0 0,1 0 0 0 0,-1 1 0 0 0,1-1 1 0 0,0 1-1 0 0,0-1 0 0 0,6 0 0 0 0,-5 1-123 0 0,-1 1-1 0 0,1 0 1 0 0,-1 0 0 0 0,1 0-1 0 0,-1 0 1 0 0,0 1 0 0 0,1 0-1 0 0,-1 0 1 0 0,0 0-1 0 0,1 0 1 0 0,-1 1 0 0 0,0-1-1 0 0,0 1 1 0 0,0 0 0 0 0,0 0-1 0 0,0 1 1 0 0,3 2 0 0 0,2 2-2 0 0,-1 1 0 0 0,0 0 0 0 0,0 0 0 0 0,-1 0 0 0 0,13 19 0 0 0,-6-4 88 0 0,0 1 1 0 0,-1 0-1 0 0,-1 1 1 0 0,-2 0-1 0 0,0 1 1 0 0,-2 0-1 0 0,0 1 1 0 0,-2 0-1 0 0,-1 0 1 0 0,-2 0-1 0 0,0 0 1 0 0,-2 1-1 0 0,-1-1 1 0 0,-1 1-1 0 0,-1-1 1 0 0,-2 1 0 0 0,-9 39-1 0 0,-3-15 565 0 0,-34 80-1 0 0,37-105-599 0 0,-1-1 0 0 0,-1 0-1 0 0,-1-1 1 0 0,-29 34 0 0 0,-39 36-364 0 0,91-102-1390 0 0,28-15 1019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02.4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43 864 0 0,'-57'-32'8989'0'0,"47"23"-8257"0"0,13 7-211 0 0,22 7-273 0 0,-23-4-281 0 0,3 0 40 0 0,0 0 0 0 0,0 0 0 0 0,0 1 0 0 0,-1-1 0 0 0,1 1 0 0 0,-1 0 0 0 0,1 1 0 0 0,-1-1 0 0 0,0 1 0 0 0,5 4 0 0 0,-6-4-1 0 0,-1 0 1 0 0,1 1-1 0 0,-1 0 1 0 0,0-1-1 0 0,0 1 1 0 0,0 0-1 0 0,0 0 1 0 0,-1 0-1 0 0,1 0 1 0 0,-1 1-1 0 0,1 7 1 0 0,-1-6-6 0 0,1-1 0 0 0,0 0 1 0 0,0 1-1 0 0,0-1 0 0 0,0 0 1 0 0,1 0-1 0 0,0-1 0 0 0,3 6 1 0 0,-2-6-2 0 0,-1 1 0 0 0,0 0 1 0 0,-1-1-1 0 0,1 1 0 0 0,-1 0 0 0 0,0 0 1 0 0,-1 0-1 0 0,1 0 0 0 0,1 11 0 0 0,4 35-1 0 0,-5-22 6 0 0,2 0-1 0 0,1 0 1 0 0,1 0-1 0 0,2-1 0 0 0,17 43 1 0 0,-22-63-14 0 0,18 29 36 0 0,-20-36-28 0 0,1 1 0 0 0,-1-1-1 0 0,0 1 1 0 0,1-1 0 0 0,-1 0 0 0 0,1 0-1 0 0,-1 0 1 0 0,1 0 0 0 0,0 0 0 0 0,-1 0-1 0 0,1 0 1 0 0,0 0 0 0 0,0-1 0 0 0,0 1-1 0 0,-1-1 1 0 0,1 1 0 0 0,0-1 0 0 0,0 0-1 0 0,3 1 1 0 0,3-20-4693 0 0,-2 10 3504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02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390 31 312 0 0,'-2'-4'430'0'0,"-12"-19"4291"0"0,14 22-4627 0 0,-1 1-1 0 0,0-1 1 0 0,1 1 0 0 0,-1 0-1 0 0,1-1 1 0 0,-1 1-1 0 0,0 0 1 0 0,1 0 0 0 0,-1 0-1 0 0,0 0 1 0 0,1-1-1 0 0,-1 1 1 0 0,0 0 0 0 0,1 0-1 0 0,-1 0 1 0 0,0 0-1 0 0,1 0 1 0 0,-1 0 0 0 0,0 1-1 0 0,1-1 1 0 0,-1 0-1 0 0,0 0 1 0 0,1 0 0 0 0,-1 1-1 0 0,0-1 1 0 0,1 0-1 0 0,-1 1 1 0 0,1-1 0 0 0,-1 0-1 0 0,0 1 1 0 0,1-1 0 0 0,-1 1-1 0 0,1-1 1 0 0,-1 1-1 0 0,1-1 1 0 0,0 1 0 0 0,-1-1-1 0 0,1 1 1 0 0,0 0-1 0 0,-1-1 1 0 0,1 1 0 0 0,0-1-1 0 0,-1 1 1 0 0,1 1-1 0 0,-17 25 75 0 0,-88 125 1078 0 0,-6-32-552 0 0,83-91-545 0 0,-4 13 10 0 0,26-33-152 0 0,0 0-1 0 0,0-1 1 0 0,-16 15-1 0 0,21-20-183 0 0,-8 9 67 0 0,9-12 69 0 0,0-1 0 0 0,0 1 1 0 0,0 0-1 0 0,0 0 0 0 0,0 0 1 0 0,0 0-1 0 0,-1 0 0 0 0,1 0 1 0 0,0 0-1 0 0,0-1-325 0 0,-1 1 325 0 0,1 0 0 0 0,0 0 0 0 0,0 0 1 0 0,0 0-1 0 0,0 0 0 0 0,0 0 1 0 0,0 0-1 0 0,-1 0 0 0 0,1 0 1 0 0,0 0-1 0 0,0 0 0 0 0,0 0 1 0 0,0 0-1 0 0,0 0 0 0 0,0 0 0 0 0,-1 0 1 0 0,1 0-1 0 0,0 0 0 0 0,0 0 1 0 0,0 0-1 0 0,0 0 0 0 0,0 0 1 0 0,0 0-1 0 0,0 0 0 0 0,0 0 1 0 0,-1 0-1 0 0,1 1-325 0 0,0-1 325 0 0,0 0 0 0 0,0 0 0 0 0,0 1 1 0 0,-1-1-1 0 0,1 0 0 0 0,0 0 1 0 0,0 0-1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18.3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63 960 0 0,'-6'-18'2571'0'0,"3"3"93"0"0,3 15-2625 0 0,1-1-1 0 0,-1 0 1 0 0,1 1-1 0 0,-1-1 0 0 0,1 0 1 0 0,0 1-1 0 0,-1-1 1 0 0,1 1-1 0 0,0-1 0 0 0,-1 1 1 0 0,1-1-1 0 0,0 1 1 0 0,0 0-1 0 0,0-1 0 0 0,-1 1 1 0 0,1 0-1 0 0,0-1 1 0 0,0 1-1 0 0,0 0 0 0 0,0 0 1 0 0,1 0-1 0 0,26-5 21 0 0,0 0 0 0 0,37 0 1 0 0,110-1-3857 0 0,-164 6 3009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18.8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 2609 0 0,'10'-2'459'0'0,"0"0"0"0"0,0 1 0 0 0,-1 0 0 0 0,1 1 0 0 0,0 0 1 0 0,0 1-1 0 0,0 0 0 0 0,0 0 0 0 0,17 5 0 0 0,-20-5-398 0 0,0 0 1 0 0,0 0-1 0 0,0-1 0 0 0,0 0 1 0 0,0-1-1 0 0,0 0 0 0 0,-1 0 0 0 0,1 0 1 0 0,0-1-1 0 0,0 0 0 0 0,8-3 1 0 0,-5 1-41 0 0,0 1 1 0 0,0 1-1 0 0,18-3 1 0 0,90-3-3319 0 0,-103 6 2325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19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3857 0 0,'29'0'2872'0'0,"-22"1"-2786"0"0,31 3 20 0 0,-22-1-67 0 0,1-1 0 0 0,0-1 0 0 0,0-1 0 0 0,0 0-1 0 0,0-1 1 0 0,0-1 0 0 0,18-3 0 0 0,-19 1-623 0 0,0 1 0 0 0,1 1 0 0 0,-1 1 0 0 0,28 0 0 0 0,-37 1 134 0 0,5 0-411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1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 4513 0 0,'1'1'131'0'0,"-1"-1"1"0"0,1 1-1 0 0,-1-1 0 0 0,1 1 1 0 0,0 0-1 0 0,-1-1 0 0 0,1 1 1 0 0,0-1-1 0 0,0 0 0 0 0,-1 1 1 0 0,1-1-1 0 0,0 1 1 0 0,0-1-1 0 0,-1 0 0 0 0,1 0 1 0 0,0 0-1 0 0,0 1 0 0 0,0-1 1 0 0,0 0-1 0 0,1 0 0 0 0,27 4-493 0 0,-20-3 576 0 0,8 0-339 0 0,0-1-1 0 0,0 0 1 0 0,1-1 0 0 0,-1-1 0 0 0,0 0 0 0 0,27-9-1 0 0,-39 10 0 0 0,4-1-257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19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4369 0 0,'46'1'2973'0'0,"59"8"-2499"0"0,27 2-209 0 0,-109-10-227 0 0,-9-1-422 0 0,1-1-1 0 0,-1 0 1 0 0,26-6-1 0 0,-10 1-971 0 0,-16 6 308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20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 3625 0 0,'36'2'4157'0'0,"-35"-2"-4047"0"0,7 3-66 0 0,6 1-18 0 0,-1-1-1 0 0,1 0 0 0 0,0-1 0 0 0,0-1 0 0 0,0 0 1 0 0,0 0-1 0 0,0-2 0 0 0,0 0 0 0 0,19-3 0 0 0,107-31-2301 0 0,-123 32 1485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20.6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5265 0 0,'4'1'723'0'0,"-3"-1"-633"0"0,-1 0 0 0 0,1 1 0 0 0,0-1 0 0 0,0 0 0 0 0,0 0 1 0 0,0 0-1 0 0,0 0 0 0 0,0 0 0 0 0,0 0 0 0 0,0 0 0 0 0,0 0 0 0 0,0 0 1 0 0,0 0-1 0 0,-1-1 0 0 0,1 1 0 0 0,2-1 0 0 0,-3 1-71 0 0,11 1 5 0 0,37 7-12 0 0,-27-4 158 0 0,-1-1 0 0 0,1-1 0 0 0,0 0 0 0 0,0-2 0 0 0,22-2 0 0 0,43-2-253 0 0,-32 2-1562 0 0,-41 1 1110 0 0,-2 1-148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20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4793 0 0,'33'3'3025'0'0,"0"11"-2663"0"0,12 6-355 0 0,-32-17-17 0 0,0-1 0 0 0,0 0 0 0 0,0-1 1 0 0,1-1-1 0 0,-1 0 0 0 0,0 0 0 0 0,0-2 0 0 0,0 1 0 0 0,23-7 0 0 0,37-3-1871 0 0,-52 9 1195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21.3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4729 0 0,'8'2'311'0'0,"0"0"1"0"0,0-1-1 0 0,0 0 1 0 0,0 0-1 0 0,0-1 0 0 0,1 0 1 0 0,12-1-1 0 0,12 0-103 0 0,44 2 711 0 0,-46-2-1978 0 0,49 5 0 0 0,-71-2 191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21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31 7218 0 0,'4'2'370'0'0,"1"-1"0"0"0,-1 0 0 0 0,1-1 0 0 0,-1 1 0 0 0,1-1 1 0 0,-1 1-1 0 0,1-1 0 0 0,4-1 0 0 0,20 1-471 0 0,4 5-15 0 0,-6 0 191 0 0,-1-2-1 0 0,30 0 1 0 0,-46-3-210 0 0,-1-1 1 0 0,0 0 0 0 0,1 0-1 0 0,-1-1 1 0 0,0-1 0 0 0,0 1 0 0 0,0-2-1 0 0,0 1 1 0 0,14-8 0 0 0,-16 8-323 0 0,0 0 0 0 0,1 0 0 0 0,-1 1 0 0 0,1 0 0 0 0,-1 0 0 0 0,12 0 1 0 0,0-1-630 0 0</inkml:trace>
  <inkml:trace contextRef="#ctx0" brushRef="#br0" timeOffset="1">714 1 3945 0 0,'6'5'2480'0'0,"4"-5"-1239"0"0,3-2-817 0 0,-1 2 768 0 0,1 2-984 0 0,2-2-72 0 0,-1 3-8 0 0,-3-6-40 0 0,9 4-40 0 0,-3 4-120 0 0,1-5-104 0 0,-5 0-152 0 0,5 0-216 0 0,-2 0 408 0 0,-2 3-312 0 0,6-3-136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38.1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127 86 1000 0 0,'-1'-3'464'0'0,"-1"0"0"0"0,1 0-1 0 0,-1 0 1 0 0,0 1 0 0 0,0-1 0 0 0,0 0-1 0 0,-1 1 1 0 0,1 0 0 0 0,-1-1-1 0 0,1 1 1 0 0,-1 0 0 0 0,0 0 0 0 0,-4-2-1 0 0,4 12-429 0 0,-26 52-37 0 0,18-32 287 0 0,2 0 0 0 0,-8 36 0 0 0,14-52-108 0 0,-7 13 232 0 0,9-21-366 0 0,-1-1 0 0 0,1 1 0 0 0,-1-1 0 0 0,1 1-1 0 0,0-1 1 0 0,1 1 0 0 0,-1 0 0 0 0,0 5-1 0 0,1-7-35 0 0,0-1 0 0 0,1 1 0 0 0,-1 0 0 0 0,0 0 0 0 0,0-1 0 0 0,1 1 0 0 0,-1-1-1 0 0,1 1 1 0 0,-1 0 0 0 0,1-1 0 0 0,0 1 0 0 0,0-1 0 0 0,0 1 0 0 0,0-1 0 0 0,0 0 0 0 0,0 1 0 0 0,0-1-1 0 0,0 0 1 0 0,0 0 0 0 0,1 0 0 0 0,-1 0 0 0 0,0 0 0 0 0,1 0 0 0 0,-1 0 0 0 0,1 0 0 0 0,-1 0-1 0 0,1-1 1 0 0,-1 1 0 0 0,1 0 0 0 0,2 0 0 0 0,-3-1 73 0 0,26-4 157 0 0,-22 1-199 0 0,1 0 0 0 0,-1 0 0 0 0,0 0 0 0 0,0-1 0 0 0,0 0 1 0 0,0 0-1 0 0,-1-1 0 0 0,7-6 0 0 0,29-43 78 0 0,-28 38-69 0 0,-9 11 24 0 0,1 0 0 0 0,-1-1 1 0 0,0 1-1 0 0,-1-1 1 0 0,1 0-1 0 0,-1 0 0 0 0,0 0 1 0 0,-1 0-1 0 0,1 0 1 0 0,-1 0-1 0 0,0-12 1 0 0,-1 3 92 0 0,0 0 0 0 0,-1 1 0 0 0,-4-20 0 0 0,3 26-111 0 0,1 0-1 0 0,-2 0 0 0 0,1 1 1 0 0,-6-12-1 0 0,8 17-63 0 0,-1 1 1 0 0,0-1 0 0 0,0 0-1 0 0,0 1 1 0 0,0-1-1 0 0,0 0 1 0 0,0 1-1 0 0,-1 0 1 0 0,1-1-1 0 0,0 1 1 0 0,-1 0 0 0 0,1-1-1 0 0,-1 1 1 0 0,1 0-1 0 0,-1 0 1 0 0,0 0-1 0 0,1 1 1 0 0,-1-1-1 0 0,0 0 1 0 0,0 1 0 0 0,0-1-1 0 0,0 1 1 0 0,1-1-1 0 0,-3 1 1 0 0,-3 9-233 0 0,-10 18-1379 0 0,1 0 1 0 0,-20 50-1 0 0,31-60 172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55.6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37 175 480 0 0,'-37'-4'7926'0'0,"41"-9"-6579"0"0,-1 11-1323 0 0,1-1 0 0 0,-1 0 1 0 0,0 1-1 0 0,0-1 0 0 0,0-1 0 0 0,-1 1 1 0 0,1 0-1 0 0,1-5 0 0 0,-1 5-6 0 0,-1-1 1 0 0,1 1-1 0 0,-1-1 0 0 0,1 1 1 0 0,0 0-1 0 0,0 0 0 0 0,0 0 1 0 0,1 1-1 0 0,2-3 0 0 0,2 0-14 0 0,-1-1 0 0 0,1 1 0 0 0,-2-1 0 0 0,1-1 0 0 0,-1 1-1 0 0,0-1 1 0 0,0 0 0 0 0,0-1 0 0 0,5-10 0 0 0,-10 16-4 0 0,0 1 0 0 0,-1 0 0 0 0,1 0 0 0 0,0-1 0 0 0,0 1 0 0 0,0 0 0 0 0,0 0 0 0 0,0 0 0 0 0,0 0 0 0 0,0 0 0 0 0,0 0 0 0 0,0 0 0 0 0,1 1 0 0 0,-1-1 0 0 0,0 0 0 0 0,3 0 0 0 0,-2 4 8 0 0,0 1-1 0 0,-1 0 1 0 0,1-1 0 0 0,-1 1 0 0 0,1 0-1 0 0,-1 0 1 0 0,0 5 0 0 0,0-7 18 0 0,0 7 14 0 0,1-1 0 0 0,-2 1 0 0 0,1 0 0 0 0,-1 0 0 0 0,0-1 0 0 0,-1 1 0 0 0,-3 15 0 0 0,-19 59 257 0 0,21-77-763 0 0,1 0-1 0 0,1 1 1 0 0,-1-1-1 0 0,1 0 1 0 0,0 0-1 0 0,1 0 1 0 0,-1 1-1 0 0,1-1 0 0 0,0 0 1 0 0,1 0-1 0 0,3 11 1 0 0,-3-14-553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28.6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206 33 712 0 0,'-1'-1'126'0'0,"1"1"1"0"0,-1-1-1 0 0,1 0 0 0 0,0 0 1 0 0,-1 1-1 0 0,1-1 0 0 0,-1 1 1 0 0,1-1-1 0 0,-1 0 0 0 0,0 1 1 0 0,1-1-1 0 0,-1 1 0 0 0,0-1 1 0 0,1 1-1 0 0,-1 0 0 0 0,0-1 0 0 0,0 1 1 0 0,1 0-1 0 0,-1-1 0 0 0,0 1 1 0 0,0 0-1 0 0,1 0 0 0 0,-1 0 1 0 0,0 0-1 0 0,0 0 0 0 0,0 0 1 0 0,1 0-1 0 0,-1 0 0 0 0,-1 0 1 0 0,0 1-71 0 0,1-1 0 0 0,0 1 0 0 0,0 0 1 0 0,0-1-1 0 0,0 1 0 0 0,0 0 1 0 0,0 0-1 0 0,0 0 0 0 0,0 0 0 0 0,0 0 1 0 0,0 0-1 0 0,0 0 0 0 0,1 0 1 0 0,-1 0-1 0 0,0 1 0 0 0,0 0 1 0 0,-12 14 133 0 0,9-12-197 0 0,-6 7 284 0 0,0 0 1 0 0,0 0 0 0 0,1 1 0 0 0,1 0-1 0 0,-13 25 1 0 0,13-20 120 0 0,1 1-1 0 0,0 0 0 0 0,1 0 1 0 0,1 0-1 0 0,1 1 1 0 0,1-1-1 0 0,-2 26 1 0 0,5-42-373 0 0,0 1 0 0 0,0 0 0 0 0,0-1-1 0 0,0 1 1 0 0,0 0 0 0 0,0-1 0 0 0,1 1 0 0 0,0 0 0 0 0,-1-1 0 0 0,1 1 0 0 0,0-1 0 0 0,0 1 0 0 0,0-1 0 0 0,1 1 0 0 0,-1-1 0 0 0,0 0 0 0 0,1 1 0 0 0,0-1 0 0 0,-1 0 0 0 0,1 0 0 0 0,0 0 0 0 0,0-1 0 0 0,0 1 0 0 0,0 0 0 0 0,1-1 0 0 0,-1 1 0 0 0,0-1 0 0 0,1 0 0 0 0,-1 0 0 0 0,1 0 0 0 0,-1 0 0 0 0,1 0 0 0 0,-1 0 0 0 0,1-1 0 0 0,0 1 0 0 0,3-1 0 0 0,3 0 1 0 0,0-1 0 0 0,0-1 0 0 0,1 0 0 0 0,-2 0 1 0 0,1 0-1 0 0,0-1 0 0 0,0-1 0 0 0,-1 1 0 0 0,16-11 1 0 0,6-5-21 0 0,33-28 0 0 0,-43 31-2 0 0,-15 12-1 0 0,-1 1 0 0 0,0-1-1 0 0,0 1 1 0 0,-1-1-1 0 0,1 0 1 0 0,-1-1-1 0 0,0 1 1 0 0,0 0-1 0 0,0-1 1 0 0,0 0 0 0 0,-1 1-1 0 0,0-1 1 0 0,0 0-1 0 0,0 0 1 0 0,-1-1-1 0 0,0 1 1 0 0,0 0-1 0 0,0 0 1 0 0,0-1-1 0 0,-1 1 1 0 0,0 0 0 0 0,0-1-1 0 0,0 1 1 0 0,-1 0-1 0 0,0-1 1 0 0,0 1-1 0 0,0 0 1 0 0,-1 0-1 0 0,0 0 1 0 0,0 0 0 0 0,0 0-1 0 0,0 0 1 0 0,-5-6-1 0 0,4 6 1 0 0,-33-49 22 0 0,33 50-22 0 0,-1 0 0 0 0,1 0-1 0 0,-1 1 1 0 0,0 0 0 0 0,0 0-1 0 0,-1 0 1 0 0,1 0 0 0 0,0 1-1 0 0,-1-1 1 0 0,-6-1 0 0 0,-2-1-5 0 0,10 3 0 0 0,1 1 1 0 0,-1 0-1 0 0,0 0 0 0 0,0 0 1 0 0,0 0-1 0 0,0 0 1 0 0,0 1-1 0 0,-1-1 0 0 0,1 1 1 0 0,0 0-1 0 0,0 0 1 0 0,0 0-1 0 0,0 0 0 0 0,0 1 1 0 0,-1-1-1 0 0,1 1 0 0 0,-4 1 1 0 0,1 1-2 0 0,1-2-3 0 0,0 1-1 0 0,0-1 1 0 0,0 1-1 0 0,1 1 1 0 0,-1-1 0 0 0,1 1-1 0 0,-1-1 1 0 0,1 1 0 0 0,0 1-1 0 0,0-1 1 0 0,0 0 0 0 0,0 1-1 0 0,-5 7 1 0 0,2-2-29 0 0,-13 15-198 0 0,2 2 0 0 0,0-1 0 0 0,-24 52 0 0 0,39-60-222 0 0,3-16 340 0 0,-1-1-1 0 0,1 1 1 0 0,0-1-1 0 0,0 1 1 0 0,0-1-1 0 0,0 1 1 0 0,0-1-1 0 0,0 0 0 0 0,0 1 1 0 0,0-1-1 0 0,0 1 1 0 0,0-1-1 0 0,0 1 1 0 0,0-1-1 0 0,1 1 0 0 0,-1-1 1 0 0,0 1-1 0 0,0-1 1 0 0,0 1-1 0 0,1-1 1 0 0,-1 1-1 0 0,0-1 1 0 0,0 0-1 0 0,1 1 0 0 0,-1-1 1 0 0,0 0-1 0 0,1 1 1 0 0,-1-1-1 0 0,1 0 1 0 0,-1 1-1 0 0,0-1 0 0 0,1 0 1 0 0,0 1-1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0:28.9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 5017 0 0,'-10'3'2297'0'0,"-3"2"-1457"0"0,11-4-592 0 0,-6 1 288 0 0,7-2-360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1:05.5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0 400 0 0,'0'0'357'0'0,"-8"0"3002"0"0,0 28-2936 0 0,2-9-267 0 0,-15 35-1 0 0,18-50-648 0 0,1-2 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09:51:06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52 528 0 0,'-14'1'530'0'0,"12"-1"-271"0"0,0 1-1 0 0,0-1 0 0 0,0 0 0 0 0,0 0 0 0 0,0 0 0 0 0,0 0 0 0 0,0 0 1 0 0,-1 0-1 0 0,1-1 0 0 0,0 1 0 0 0,0-1 0 0 0,-3 0 0 0 0,1-2 138 0 0,7 3 665 0 0,12 2-572 0 0,-5-2-418 0 0,1-2-1 0 0,0 1 1 0 0,-1-1 0 0 0,1-1 0 0 0,-1 0-1 0 0,19-8 1 0 0,25-7 51 0 0,-42 15-617 0 0,0 1 0 0 0,1 0-1 0 0,19-1 1 0 0,-27 3-316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8:38:17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3777 0 0,'1'46'3841'0'0,"9"55"-2697"0"0,-5-39-376 0 0,-3 0 1 0 0,-9 101-1 0 0,-1 2-199 0 0,8-156-595 0 0,1 1 0 0 0,0-1 0 0 0,0 0 0 0 0,0-1 0 0 0,1 1 0 0 0,1 0 0 0 0,0 0 0 0 0,6 13 0 0 0,-4-9-95 0 0,0-4-178 0 0,1-21 130 0 0,-4 3 173 0 0,-2 6-4 0 0,1 0 0 0 0,-1 1 0 0 0,1-1 0 0 0,0 1 0 0 0,0-1 0 0 0,0 1 0 0 0,0 0 0 0 0,0-1 0 0 0,0 1 0 0 0,1 0 0 0 0,2-3 0 0 0,2-4-1 0 0,-1 3-2 0 0,-1 0 1 0 0,1 0 0 0 0,-1 0 0 0 0,-1-1-1 0 0,1 0 1 0 0,-1 1 0 0 0,-1-1-1 0 0,1 0 1 0 0,1-10 0 0 0,17-51-62 0 0,-20 62 58 0 0,1-1 0 0 0,1 1-1 0 0,-1 0 1 0 0,1 0 0 0 0,0 0 0 0 0,1 1 0 0 0,-1-1-1 0 0,1 1 1 0 0,0 0 0 0 0,9-9 0 0 0,9-14-10 0 0,12-4-4 0 0,-13 13 13 0 0,-8 9 5 0 0,-1 1 0 0 0,2-1-1 0 0,-1 2 1 0 0,1 0-1 0 0,27-11 1 0 0,17-10 2 0 0,-27 9-10 0 0,-1-1 0 0 0,-1-2 0 0 0,42-40 0 0 0,-71 63-4 0 0,1 0 0 0 0,-1-1 0 0 0,0 1 1 0 0,0 0-1 0 0,1 0 0 0 0,-1 0 0 0 0,0 0 0 0 0,0-1 1 0 0,0 1-1 0 0,1 0 0 0 0,-1 0 0 0 0,0 0 1 0 0,0-1-1 0 0,0 1 0 0 0,0 0 0 0 0,1 0 1 0 0,-1-1-1 0 0,0 1 0 0 0,0 0 0 0 0,0 0 1 0 0,0-1-1 0 0,0 1 0 0 0,0 0 0 0 0,0 0 0 0 0,0-1 1 0 0,0 1-1 0 0,0 0 0 0 0,0 0 0 0 0,0-1 1 0 0,0 1-1 0 0,0 0 0 0 0,0-1 0 0 0,0 1 1 0 0,0 0-1 0 0,0 0 0 0 0,0-1 0 0 0,0 1 1 0 0,0 0-1 0 0,-1 0 0 0 0,1-1 0 0 0,0 1 0 0 0,0 0 1 0 0,0 0-1 0 0,0 0 0 0 0,-1-1 0 0 0,1 1 1 0 0,0 0-1 0 0,0 0 0 0 0,0 0 0 0 0,-1-1 1 0 0,1 1-1 0 0,0 0 0 0 0,0 0 0 0 0,-1 0 1 0 0,1 0-1 0 0,0 0 0 0 0,0 0 0 0 0,-1 0 0 0 0,1 0 1 0 0,0 0-1 0 0,-1 0 0 0 0,1 0 0 0 0,0 0 1 0 0,0 0-1 0 0,-1 0 0 0 0,1 0 0 0 0,0 0 1 0 0,-1 0-1 0 0,-18 0-649 0 0,4 3 575 0 0,-1 1-1 0 0,1 0 1 0 0,0 1-1 0 0,-26 12 1 0 0,-55 35-97 0 0,0 12 495 0 0,89-60-223 0 0,0 0 41 0 0,1-1 1 0 0,0 1-1 0 0,-1 0 1 0 0,1 1-1 0 0,1-1 1 0 0,-1 1-1 0 0,1 0 1 0 0,0 0 0 0 0,-9 12-1 0 0,14-16-82 0 0,0-1 0 0 0,-1 0-1 0 0,1 1 1 0 0,0-1 0 0 0,0 1 0 0 0,0-1 0 0 0,0 0-1 0 0,0 1 1 0 0,0-1 0 0 0,0 1 0 0 0,0-1-1 0 0,0 1 1 0 0,0-1 0 0 0,0 0 0 0 0,0 1 0 0 0,0-1-1 0 0,0 1 1 0 0,0-1 0 0 0,0 0 0 0 0,0 1-1 0 0,1-1 1 0 0,-1 0 0 0 0,0 1 0 0 0,0-1 0 0 0,0 0-1 0 0,1 1 1 0 0,16 19-31 0 0,-11-13-1 0 0,6 6 30 0 0,0 0 1 0 0,1-1-1 0 0,0-1 1 0 0,19 13-1 0 0,-3-5 81 0 0,0 2 0 0 0,-1 1 0 0 0,-1 1-1 0 0,42 47 1 0 0,-61-61-181 0 0,0 1 0 0 0,0-2 0 0 0,1 1 0 0 0,0-1 0 0 0,1-1 0 0 0,0 1 0 0 0,0-2 0 0 0,15 8 0 0 0,-24-13-10 0 0,0-1 1 0 0,-1 0-1 0 0,1 0 0 0 0,0 0 0 0 0,0 0 0 0 0,-1 1 1 0 0,1-1-1 0 0,0 0 0 0 0,0-1 0 0 0,-1 1 0 0 0,1 0 1 0 0,0 0-1 0 0,0 0 0 0 0,-1 0 0 0 0,1 0 0 0 0,0-1 1 0 0,0 1-1 0 0,-1 0 0 0 0,1-1 0 0 0,0 1 1 0 0,-1-1-1 0 0,1 1 0 0 0,-1 0 0 0 0,1-1 0 0 0,0 0 1 0 0,-1 1-1 0 0,1-1 0 0 0,-1 1 0 0 0,1-1 0 0 0,-1 1 1 0 0,0-1-1 0 0,1 0 0 0 0,-1 1 0 0 0,0-1 0 0 0,1 0 1 0 0,-1 0-1 0 0,0 1 0 0 0,1-2 0 0 0,3-13-923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8:38:20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24 2409 0 0,'-14'1'987'0'0,"-23"0"2031"0"0,36-1-2953 0 0,0-1-1 0 0,0 1 1 0 0,0 0-1 0 0,1 0 1 0 0,-1 0-1 0 0,0 0 1 0 0,0-1-1 0 0,0 1 1 0 0,0 0-1 0 0,1-1 1 0 0,-1 1-1 0 0,0-1 1 0 0,0 1-1 0 0,1-1 1 0 0,-1 1-1 0 0,0-1 1 0 0,1 0-1 0 0,-1 1 1 0 0,0-1-1 0 0,1 0 1 0 0,-1 1-1 0 0,1-1 1 0 0,0 0-1 0 0,-1 0 1 0 0,1 0-1 0 0,-1 1 1 0 0,1-1-1 0 0,0 0 1 0 0,0 0-1 0 0,-1 0 1 0 0,1 0-1 0 0,0 0 1 0 0,0-1-1 0 0,28 1 267 0 0,88 10 170 0 0,34 2 285 0 0,-133-10-756 0 0,-10 0-72 0 0,0-1 0 0 0,-1 0 1 0 0,1 0-1 0 0,0 0 1 0 0,0-1-1 0 0,0 0 0 0 0,-1 0 1 0 0,1-1-1 0 0,-1 0 0 0 0,11-4 1 0 0,-16-7-4108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8:38:21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5217 0 0,'-1'3'4173'0'0,"1"-3"-4092"0"0,14 6 146 0 0,0 0-70 0 0,-1-1 0 0 0,1 0-1 0 0,0 0 1 0 0,0-2 0 0 0,1 0-1 0 0,-1 0 1 0 0,25 0 0 0 0,6-5 216 0 0,59-9 0 0 0,-68 6-437 0 0,14 1-919 0 0,-32 3-878 0 0,0-1 1 0 0,23-4-1 0 0,-28 0 689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8:38:22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31 306 4505 0 0,'-1'1'230'0'0,"1"0"-1"0"0,-1 0 1 0 0,0-1 0 0 0,0 1-1 0 0,0 0 1 0 0,1-1 0 0 0,-1 1-1 0 0,0-1 1 0 0,0 1 0 0 0,0-1-1 0 0,0 1 1 0 0,0-1 0 0 0,0 0-1 0 0,0 1 1 0 0,0-1 0 0 0,0 0 0 0 0,0 0-1 0 0,-1 0 1 0 0,1 0 0 0 0,0 0-1 0 0,0 0 1 0 0,0 0 0 0 0,-1 0-1 0 0,-4-1 139 0 0,9-4-32 0 0,5-7-230 0 0,1-1 0 0 0,-2 0-1 0 0,0 0 1 0 0,0-1 0 0 0,6-21 0 0 0,-3 3-27 0 0,9-50 0 0 0,-1 4-159 0 0,-18 77 66 0 0,0 1-1 0 0,0-1 0 0 0,0 0 0 0 0,1 0 0 0 0,-1 1 0 0 0,0-1 0 0 0,0 0 0 0 0,1 1 1 0 0,-1-1-1 0 0,0 0 0 0 0,0 1 0 0 0,1-1 0 0 0,-1 1 0 0 0,1-1 0 0 0,-1 0 1 0 0,1 1-1 0 0,-1-1 0 0 0,1 1 0 0 0,-1-1 0 0 0,1 1 0 0 0,-1-1 0 0 0,1 1 0 0 0,0 0 1 0 0,-1-1-1 0 0,1 1 0 0 0,0 0 0 0 0,-1-1 0 0 0,1 1 0 0 0,0 0 0 0 0,-1 0 0 0 0,1 0 1 0 0,0 0-1 0 0,0 0 0 0 0,-1 0 0 0 0,1 0 0 0 0,0 0 0 0 0,1 0 0 0 0,-1 0 4 0 0,0 1 0 0 0,0-1 0 0 0,0 1 0 0 0,0 0 0 0 0,0-1 0 0 0,0 1 0 0 0,0 0 0 0 0,0 0 0 0 0,0 0 0 0 0,0 0 0 0 0,-1-1 1 0 0,1 1-1 0 0,0 0 0 0 0,-1 1 0 0 0,1-1 0 0 0,0 0 0 0 0,-1 0 0 0 0,1 0 0 0 0,-1 0 0 0 0,0 0 0 0 0,1 2 0 0 0,0 2 9 0 0,0-1 1 0 0,1 1 0 0 0,0-1-1 0 0,-1 1 1 0 0,1-1 0 0 0,1 0-1 0 0,-1 0 1 0 0,1 1 0 0 0,5 5-1 0 0,4 7 2 0 0,-10-13 5 0 0,-1 1-1 0 0,1-1 0 0 0,-1 1 0 0 0,0 0 1 0 0,0 0-1 0 0,0-1 0 0 0,0 1 0 0 0,-1 0 1 0 0,0 0-1 0 0,0 0 0 0 0,0 0 0 0 0,-1 0 1 0 0,-1 5-1 0 0,0 10 43 0 0,-4 99 331 0 0,-1 83 335 0 0,8-195-630 0 0,-1-1 0 0 0,2 1 0 0 0,-1-1 0 0 0,1 1 1 0 0,0-1-1 0 0,0 0 0 0 0,1 0 0 0 0,3 6 0 0 0,-10-11-308 0 0,0-1 0 0 0,0 0 0 0 0,0 0 0 0 0,0 0 1 0 0,0-1-1 0 0,0 1 0 0 0,-7-3 0 0 0,-34-12-592 0 0,34 10 841 0 0,0 1-1 0 0,0 0 1 0 0,0 1-1 0 0,-1 1 1 0 0,1 0-1 0 0,-20-1 1 0 0,31 3-12 0 0,0 0 0 0 0,0 0 1 0 0,0 0-1 0 0,0 0 0 0 0,-1 0 1 0 0,1 0-1 0 0,0 1 0 0 0,0-1 1 0 0,0 0-1 0 0,0 0 0 0 0,0 0 1 0 0,0 0-1 0 0,-1 1 0 0 0,1-1 0 0 0,0 0 1 0 0,0 0-1 0 0,0 0 0 0 0,0 1 1 0 0,0-1-1 0 0,0 0 0 0 0,0 0 1 0 0,0 0-1 0 0,0 1 0 0 0,0-1 1 0 0,0 0-1 0 0,0 0 0 0 0,0 0 0 0 0,0 1 1 0 0,0-1-1 0 0,0 0 0 0 0,0 0 1 0 0,0 0-1 0 0,0 0 0 0 0,0 1 1 0 0,1-1-1 0 0,-1 0 0 0 0,0 0 1 0 0,0 0-1 0 0,0 1 0 0 0,0-1 1 0 0,0 0-1 0 0,0 0 0 0 0,1 0 0 0 0,-1 0 1 0 0,0 1-1 0 0,8 8 270 0 0,2-5-148 0 0,0 0-1 0 0,1-1 1 0 0,12 2 0 0 0,-14-4-91 0 0,-1 1 0 0 0,0 0 0 0 0,1 0 0 0 0,-1 1 0 0 0,0 0 0 0 0,10 7 0 0 0,-14-8-187 0 0,-1 0-1 0 0,0 0 0 0 0,0 0 1 0 0,1 0-1 0 0,-1-1 1 0 0,1 0-1 0 0,-1 1 0 0 0,1-1 1 0 0,0 0-1 0 0,0-1 1 0 0,4 2-1 0 0,4-4-4976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8:38:22.7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85 216 4873 0 0,'-9'7'1706'0'0,"6"-4"-1562"0"0,0-1 0 0 0,1 0 0 0 0,-1 0 0 0 0,0 1 0 0 0,1 0-1 0 0,0-1 1 0 0,-1 1 0 0 0,1 0 0 0 0,0 0 0 0 0,-2 6 0 0 0,-9 15-135 0 0,10-19 4 0 0,0 0 0 0 0,0 0-1 0 0,1 0 1 0 0,0 0 0 0 0,0 0 0 0 0,-2 8-1 0 0,-3 16 159 0 0,5-22-98 0 0,0 1 1 0 0,1-1-1 0 0,-1 1 0 0 0,2 0 0 0 0,-1-1 0 0 0,1 16 0 0 0,3 5 300 0 0,1 0 0 0 0,14 47 0 0 0,-15-66-228 0 0,0 0 0 0 0,0 0 0 0 0,1-1 0 0 0,1 1 0 0 0,-1-1 0 0 0,1 0 0 0 0,1 0 0 0 0,-1-1 0 0 0,1 0 0 0 0,1 0 0 0 0,13 12 1 0 0,-16-16-126 0 0,0 0 0 0 0,0-1 0 0 0,1 1 0 0 0,-1-1 0 0 0,1 0 0 0 0,-1 0 0 0 0,1-1 0 0 0,0 1 0 0 0,0-1 0 0 0,0 0 0 0 0,0 0 0 0 0,0-1 0 0 0,0 0 1 0 0,-1 1-1 0 0,1-2 0 0 0,0 1 0 0 0,0 0 0 0 0,0-1 0 0 0,0 0 0 0 0,0 0 0 0 0,0-1 0 0 0,0 1 0 0 0,-1-1 0 0 0,1 0 0 0 0,-1-1 0 0 0,1 1 0 0 0,4-4 1 0 0,4-3-6 0 0,0-1 0 0 0,0 0 1 0 0,-1 0-1 0 0,0-2 1 0 0,-1 1-1 0 0,-1-2 1 0 0,11-13-1 0 0,-13 12-13 0 0,0 0 0 0 0,0 0 0 0 0,-1-1 0 0 0,-1 0 0 0 0,-1 0 0 0 0,0 0 0 0 0,0-1-1 0 0,1-19 1 0 0,-1-2-23 0 0,-1 1 1 0 0,-3-57-1 0 0,-2 75 11 0 0,0 0 1 0 0,-2 0 0 0 0,0 1 0 0 0,-1-1 0 0 0,-12-32 0 0 0,14 43-13 0 0,-1 1 0 0 0,1-1 1 0 0,-2 1-1 0 0,1 0 1 0 0,-1 0-1 0 0,0 0 1 0 0,0 0-1 0 0,-1 1 1 0 0,1-1-1 0 0,-1 1 1 0 0,0 0-1 0 0,-1 1 1 0 0,1-1-1 0 0,-1 1 0 0 0,0 0 1 0 0,0 1-1 0 0,-12-6 1 0 0,14 8 6 0 0,-1 0 0 0 0,0 1 0 0 0,1-1 0 0 0,-1 1 0 0 0,0 0 0 0 0,1 0 0 0 0,-1 1 0 0 0,1-1 0 0 0,-1 1 0 0 0,0 0 0 0 0,1 0 0 0 0,-1 1 0 0 0,1-1 0 0 0,0 1 0 0 0,0 0 0 0 0,-1 0 0 0 0,1 0 0 0 0,0 1 0 0 0,1-1 0 0 0,-1 1 0 0 0,0 0 0 0 0,1 0-1 0 0,-5 6 1 0 0,-3 2-30 0 0,1 1-1 0 0,0 0 0 0 0,1 0 0 0 0,1 1 0 0 0,-13 24 0 0 0,13-19-498 0 0,1 1 0 0 0,1-1 0 0 0,1 1 0 0 0,0 0 0 0 0,1 1 0 0 0,2-1 0 0 0,0 1 0 0 0,0-1 0 0 0,3 31 0 0 0,1-27-595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8:40:06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138 304 400 0 0,'-3'-2'629'0'0,"-1"-1"-1"0"0,1 0 1 0 0,-1 0-1 0 0,1-1 1 0 0,0 1 0 0 0,0 0-1 0 0,-4-8 1 0 0,3 3-398 0 0,0 1-1 0 0,0-1 1 0 0,1 0 0 0 0,0 0 0 0 0,1-1 0 0 0,-3-12 0 0 0,3 4-103 0 0,0-1 0 0 0,1 1 0 0 0,1-1 0 0 0,4-33 1 0 0,-3 48-38 0 0,-1-1 0 0 0,1 1 1 0 0,0-1-1 0 0,0 1 1 0 0,0-1-1 0 0,1 1 0 0 0,-1 0 1 0 0,1 0-1 0 0,0 0 1 0 0,-1 0-1 0 0,1 0 0 0 0,1 0 1 0 0,-1 0-1 0 0,0 1 1 0 0,1-1-1 0 0,3-2 0 0 0,-2 1-92 0 0,11-18 948 0 0,-16 30-932 0 0,0 1 1 0 0,-1-1-1 0 0,-1 1 1 0 0,1-1 0 0 0,-1 0-1 0 0,-1 0 1 0 0,1 0-1 0 0,-7 8 1 0 0,-11 32 84 0 0,10-13-50 0 0,2 1 0 0 0,-8 59 0 0 0,12-60 307 0 0,-1-1-1 0 0,-21 63 1 0 0,26-94-294 0 0,0 0 0 0 0,0 0 0 0 0,0 0 0 0 0,0 0 0 0 0,1 0-1 0 0,-1 0 1 0 0,1 0 0 0 0,0 0 0 0 0,0 1 0 0 0,0-1 0 0 0,0 0 0 0 0,0 0 0 0 0,1 0 0 0 0,-1 0 0 0 0,1 0-1 0 0,0 0 1 0 0,0 0 0 0 0,0 0 0 0 0,1 0 0 0 0,-1-1 0 0 0,0 1 0 0 0,1 0 0 0 0,0-1 0 0 0,0 1-1 0 0,0-1 1 0 0,0 1 0 0 0,0-1 0 0 0,0 0 0 0 0,0 0 0 0 0,1 0 0 0 0,-1 0 0 0 0,1 0 0 0 0,0-1-1 0 0,-1 1 1 0 0,1-1 0 0 0,0 0 0 0 0,5 2 0 0 0,10 5 85 0 0,-16-7-136 0 0,1 0 0 0 0,0 1-1 0 0,0-1 1 0 0,-1 0-1 0 0,1 0 1 0 0,0 0-1 0 0,0-1 1 0 0,0 1-1 0 0,5-1 1 0 0,-7 0-8 0 0,29 10-7778 0 0,-25-8 6790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8:40:07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91 5393 0 0,'-9'3'3984'0'0,"12"0"-3092"0"0,16 4-857 0 0,23 9 82 0 0,-38-15-104 0 0,-1 0 0 0 0,1-1 1 0 0,-1 1-1 0 0,1-1 0 0 0,-1 0 0 0 0,1 0 1 0 0,-1-1-1 0 0,0 1 0 0 0,1 0 1 0 0,-1-1-1 0 0,1 0 0 0 0,-1 0 0 0 0,6-3 1 0 0,4 0 15 0 0,26-9-387 0 0,-1-1 1 0 0,56-30-1 0 0,-31 14-1457 0 0,-41 21 892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7 195 1152 0 0,'-6'-54'7195'0'0,"6"53"-7070"0"0,0 1 29 0 0,23 0 710 0 0,-19 0-848 0 0,0 0 0 0 0,1-1 0 0 0,-1 0 0 0 0,0 0 0 0 0,1-1 1 0 0,-2 1-1 0 0,1 0 0 0 0,1-2 0 0 0,-2 1 0 0 0,1-1 0 0 0,0 0 0 0 0,0 0 0 0 0,-1 0 0 0 0,0 0 0 0 0,1-1 0 0 0,-1 0 0 0 0,1-1-16 0 0,4-61 16 0 0,-8 66-13 0 0,0 0-11 0 0,0 0 12 0 0,0 0 1 0 0,0 0-10 0 0,0 0 0 0 0,28 14 167 0 0,25-28 377 0 0,-53 14-539 0 0,-1 1 0 0 0,0-1 0 0 0,1 1 0 0 0,0-1 0 0 0,-1 0 0 0 0,0 1 0 0 0,0-1 0 0 0,1 0 0 0 0,0 1 0 0 0,-1-1 0 0 0,0 0 0 0 0,0 0 0 0 0,1 0 0 0 0,-1 0 0 0 0,0 0 0 0 0,0 0 0 0 0,1 0 0 0 0,0 0 0 0 0,-1 0 0 0 0,0 0 0 0 0,0 0 0 0 0,1-1 0 0 0,-1 1 0 0 0,0 0 0 0 0,0 0 0 0 0,1-1 0 0 0,0 1 0 0 0,-1-1 0 0 0,0 1 0 0 0,1-1 0 0 0,-1 1 0 0 0,1-1 0 0 0,0 0 0 0 0,-1 1 0 0 0,0-1 0 0 0,1 0-1 0 0,-1 1 1 0 0,1-1 0 0 0,0 0 0 0 0,0 0 0 0 0,-1 1 0 0 0,1-1 0 0 0,0 0 0 0 0,0 0 0 0 0,-1 0 0 0 0,1 0 0 0 0,0 0 0 0 0,0 1 0 0 0,0-1 0 0 0,0 0 0 0 0,0 1 0 0 0,0-1 0 0 0,0 0 0 0 0,0 0 0 0 0,0 0 0 0 0,0 0 0 0 0,0 1 0 0 0,0-1 0 0 0,1 0 0 0 0,-1 0 0 0 0,0 0 0 0 0,1 0 0 0 0,-1 1 0 0 0,0-2 0 0 0,-52 47 56 0 0,29-28 187 0 0,22-17-215 0 0,1 0-8 0 0,0 0 1 0 0,0 0-4 0 0,0 0 1 0 0,0 0 2 0 0,26-1 24 0 0,155-53 849 0 0,-172 50-870 0 0,1 1 0 0 0,-1 1 0 0 0,1 0 0 0 0,0 0 0 0 0,-1 2 0 0 0,1-1-1 0 0,0 2 1 0 0,-1 0 0 0 0,1 0 0 0 0,0 1 0 0 0,0 1 0 0 0,7 3-23 0 0,44 51 191 0 0,-47-47-157 0 0,0-2 0 0 0,0-1 0 0 0,1 0 0 0 0,0-1 0 0 0,0 0 0 0 0,0-2 0 0 0,1 0 0 0 0,-1-2-34 0 0,104-27 72 0 0,-65 54-32 0 0,-15-6-24 0 0,-1 7-18 0 0,-33-25 1 0 0,-1 0 1 0 0,1-1-1 0 0,0 0 1 0 0,0 0-1 0 0,1 0 1 0 0,-1-2-1 0 0,1 1 1 0 0,-1 0-1 0 0,1-1 1 0 0,-1 0-1 0 0,1 0 0 0 0,0-1 1 0 0,0 0-1 0 0,2-1 1 0 0,52-12 50 0 0,-16 12-29 0 0,-4 67-28 0 0,-26-34 41 0 0,7 13 19 0 0,50 18-32 0 0,-3-18-233 0 0,-38-41-4670 0 0,-26-6 3068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11"/>
    </inkml:context>
    <inkml:brush xml:id="br0">
      <inkml:brushProperty name="width" value="0.1" units="cm"/>
      <inkml:brushProperty name="height" value="0.1" units="cm"/>
      <inkml:brushProperty name="color" value="#00A0D7"/>
    </inkml:brush>
    <inkml:brush xml:id="br1">
      <inkml:brushProperty name="width" value="0.1" units="cm"/>
      <inkml:brushProperty name="height" value="0.1" units="cm"/>
      <inkml:brushProperty name="color" value="#004F8B"/>
    </inkml:brush>
    <inkml:brush xml:id="br2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0 146 1552 0 0,'7'10'4377'0'0,"15"2"-3756"0"0,-6-4-355 0 0,-13-7-229 0 0,-1 0 1 0 0,1 1-1 0 0,0-1 0 0 0,0 0 0 0 0,0-1 0 0 0,0 1 0 0 0,1-1 1 0 0,-1 0-1 0 0,0 0 0 0 0,0 0 0 0 0,0 0 0 0 0,0-1 1 0 0,0 0-1 0 0,0 0 0 0 0,0 0 0 0 0,0 0 0 0 0,0 0 1 0 0,0-1-1 0 0,-1 0 0 0 0,3 0-37 0 0,14-7 22 0 0,14-17 6 0 0,-13 5-19 0 0,-3-7 71 0 0,-4-3 814 0 0,-12 29-886 0 0,0 0 0 0 0,-1 0 0 0 0,1 0 0 0 0,0 0 0 0 0,0 0 0 0 0,0 0 0 0 0,1 0 0 0 0,-2 0 0 0 0,2 1 0 0 0,-1-1 0 0 0,0 1 0 0 0,1-1 0 0 0,-1 1 0 0 0,1 0 0 0 0,-1-1 0 0 0,1 1 0 0 0,-1 0 0 0 0,1 0 0 0 0,0 1 0 0 0,-1-1 0 0 0,1 0 0 0 0,-1 1 0 0 0,1-1 0 0 0,0 1 0 0 0,-1 0 0 0 0,2 0 0 0 0,-2-1 0 0 0,1 2 0 0 0,0-1 0 0 0,-1 0 0 0 0,1 0 0 0 0,0 1 0 0 0,0 0-8 0 0,15-3 64 0 0,87-20-62 0 0,-66 22 37 0 0,-37 0-47 0 0,-1 0 0 0 0,0 0-1 0 0,0 0-5 0 0,0 0 8 0 0,0 0 11 0 0,0 0 3 0 0,0 0 1 0 0,0 0 2 0 0,0 0-12 0 0,0 0 3 0 0,15 63-15 0 0,-8-5-44 0 0,19 23 89 0 0,-23-70-27 0 0,0 2 0 0 0,0 0 0 0 0,-1-1 0 0 0,-1 2 1 0 0,1-1-1 0 0,-1-1 0 0 0,-1 2 0 0 0,0-1 0 0 0,0 0 1 0 0,-2 0-1 0 0,1 0 0 0 0,-1 0 0 0 0,0 0 0 0 0,-1 1-5 0 0,-4 34 9 0 0,11 93 38 0 0,-2-115-7 0 0,-8 28 70 0 0,-48 4 446 0 0,21-22-386 0 0,-36 49 217 0 0,-16 14-125 0 0,46-58-272 0 0,38-38 12 0 0,-1-1 0 0 0,2 1 0 0 0,-2-1 0 0 0,1 1 0 0 0,1 0 0 0 0,-1 0 0 0 0,0 0 0 0 0,1 0 0 0 0,-1-1 0 0 0,1 0 0 0 0,0 1 0 0 0,0 0 0 0 0,0 0 0 0 0,0 0 0 0 0,0 0 0 0 0,0 0 0 0 0,0 0 0 0 0,1 0 0 0 0,0 0 0 0 0,-1 0 0 0 0,1 0 0 0 0,0-1 0 0 0,0 1 0 0 0,0-1 0 0 0,0 0 0 0 0,0 1 0 0 0,0-1 0 0 0,1 1-2 0 0,-1-2 8 0 0,11 30 16 0 0,-10-24-24 0 0,-1 1 0 0 0,0-1 0 0 0,0 1 0 0 0,0-2 0 0 0,-1 2 0 0 0,0 0 0 0 0,0 0 0 0 0,0-1 0 0 0,-1 0 0 0 0,0 0 0 0 0,0 1 0 0 0,-1-1 0 0 0,1 1 0 0 0,-2-2 0 0 0,1 1 0 0 0,0 0 0 0 0,0 0 0 0 0,-1 0 0 0 0,0-1 0 0 0,0 0 0 0 0,-1 0 0 0 0,0 0 0 0 0,0 0 0 0 0,-17 39-14 0 0,4-1-3669 0 0,16-42 2961 0 0</inkml:trace>
  <inkml:trace contextRef="#ctx0" brushRef="#br1" timeOffset="1">900 1407 1968 0 0,'-8'3'1503'0'0,"11"1"2542"0"0,6-5-4034 0 0,0-1 0 0 0,0 0 0 0 0,0 0 0 0 0,0-1 0 0 0,-1-1 0 0 0,0 0 0 0 0,1 1 0 0 0,0-2 0 0 0,-2 0 0 0 0,6-5-11 0 0,-9 7 6 0 0,83-43 6 0 0,-67 37-1 0 0,1 0-1 0 0,0 1 0 0 0,0 2 0 0 0,0 0 0 0 0,0 2 1 0 0,17 1-11 0 0,-27-3 32 0 0,-8 7 6 0 0,-1 0 0 0 0,0-1-1 0 0,1 1 1 0 0,0 1 0 0 0,0-1 0 0 0,-1 0 0 0 0,0 0 0 0 0,0 1 0 0 0,1 0 0 0 0,-1 0 0 0 0,0 0 0 0 0,-1 0 0 0 0,2 1 0 0 0,-1-1 0 0 0,-1 1-1 0 0,1 0 1 0 0,-1-1 0 0 0,1 1 0 0 0,-1 0 0 0 0,2 1-38 0 0,9 17 31 0 0,-10-17-21 0 0,0 0 0 0 0,0 0 0 0 0,-1 0-1 0 0,1 0 1 0 0,-1 0 0 0 0,0 0 0 0 0,0 1 0 0 0,0 0-1 0 0,0-1 1 0 0,0 1 0 0 0,-1 0 0 0 0,0-1 0 0 0,0 0 0 0 0,0 1-1 0 0,0 0 1 0 0,0-1 0 0 0,-1 1 0 0 0,0 0 0 0 0,0-1-1 0 0,1 1 1 0 0,-2-1 0 0 0,1 0 0 0 0,0 0 0 0 0,-1 0-1 0 0,0 1 1 0 0,1-1 0 0 0,-2 0 0 0 0,0 1-10 0 0,-8 2 103 0 0,-89 149 207 0 0,23-33 213 0 0,64-75-485 0 0,12-42-23 0 0,1 1-1 0 0,-2-1 1 0 0,1 0-1 0 0,-2 0 1 0 0,2 1-1 0 0,-1-1 1 0 0,-1 0-1 0 0,0 0 1 0 0,1-2-1 0 0,-1 2 1 0 0,0-1-1 0 0,-1 1 1 0 0,-2 2-15 0 0,-90 58 319 0 0,-33-9 301 0 0,28-21-394 0 0,23 29-267 0 0,55-49-8 0 0,22 30-89 0 0,12-16 166 0 0,-10-28-29 0 0,1 1 0 0 0,-1 0 0 0 0,1 0 0 0 0,-1 1 1 0 0,1-1-1 0 0,-1 1 0 0 0,-1-1 0 0 0,1 1 0 0 0,0-1 0 0 0,0 1 0 0 0,-1-1 0 0 0,0 0 1 0 0,1 1-1 0 0,-1 0 0 0 0,0-1 0 0 0,0 1 0 0 0,-1 0 0 0 0,1 0 0 0 0,0-1 1 0 0,-1 1-1 0 0,0 0 1 0 0,-1 3 3 0 0,-1 1 1 0 0,0 0 0 0 0,0 0-1 0 0,-1 0 1 0 0,1-2 0 0 0,-1 1-1 0 0,0 0 1 0 0,-1-1 0 0 0,1 1-1 0 0,-1-2 1 0 0,-1 0 0 0 0,-3 5-4 0 0,-63 77-2294 0 0,64-73-877 0 0,6-7 2049 0 0</inkml:trace>
  <inkml:trace contextRef="#ctx0" brushRef="#br2" timeOffset="2">1685 1239 2056 0 0,'9'-1'5713'0'0,"33"-11"-5322"0"0,44-18-295 0 0,-37-2-62 0 0,-3 5-37 0 0,6 7-76 0 0,-47 9 74 0 0,137-85 188 0 0,-31 48-94 0 0,-24 53 322 0 0,-16 54 608 0 0,-37-3-667 0 0,-7-41-284 0 0,-6 40 25 0 0,-2 31-66 0 0,-13-68-31 0 0,-6-17 0 0 0,0-1 9 0 0,0 0 5 0 0,20 16-10 0 0,-19-14-7 0 0,1 1 0 0 0,-1-1-1 0 0,1 0 1 0 0,-1 0 0 0 0,0 1 0 0 0,0 0 0 0 0,0 0 0 0 0,1 0 0 0 0,-2 0 0 0 0,1 0 0 0 0,0 0 0 0 0,-1 0 0 0 0,1 0 0 0 0,-1 0 0 0 0,0 0 0 0 0,0-1 0 0 0,0 1 0 0 0,0 1 0 0 0,0-1 0 0 0,0 0 0 0 0,0 0 0 0 0,0 0 0 0 0,-1 0 0 0 0,0 0 0 0 0,0 0 0 0 0,1 0 0 0 0,-1 0 0 0 0,-1 0 0 0 0,2-1 0 0 0,-2 1 0 0 0,1-1 0 0 0,-1 1 0 0 0,1 0 7 0 0,-79 74 6 0 0,77-74 13 0 0,-1 1-1 0 0,0 0 1 0 0,0 0-1 0 0,1 1 1 0 0,0-1-1 0 0,0 0 1 0 0,0 1 0 0 0,0 0-1 0 0,0 0 1 0 0,1 1-1 0 0,0-1 1 0 0,0 1-1 0 0,0-1 1 0 0,1 1-1 0 0,-1 0 1 0 0,1 0 0 0 0,0 0-1 0 0,0 0 1 0 0,0 0-1 0 0,1-1 1 0 0,0 2-1 0 0,0-1 1 0 0,0 0-1 0 0,0 0 1 0 0,0 1-1 0 0,1-2 1 0 0,1 1 0 0 0,-2 0-1 0 0,2 0 1 0 0,-1 0-1 0 0,1 0 1 0 0,0-1-1 0 0,1 3-18 0 0,51 45-84 0 0,-38-24-819 0 0,3 6-3750 0 0,-17-29 3320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1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383 0 288 0 0,'-20'6'5185'0'0,"17"-4"-5608"0"0,6 21 864 0 0,-2-23-437 0 0,18 9 940 0 0,-19-5-930 0 0,0 0 0 0 0,1 1 1 0 0,-1-1-1 0 0,0-1 0 0 0,0 2 1 0 0,-1-1-1 0 0,1 0 0 0 0,0 1 1 0 0,-1-1-1 0 0,0 0 0 0 0,0 0 0 0 0,0 0 1 0 0,-1-1-1 0 0,1 1 0 0 0,-1 0 1 0 0,1 0-1 0 0,-1 0 0 0 0,0-1 1 0 0,0 1-1 0 0,0-1 0 0 0,0 0 1 0 0,0 0-1 0 0,-1 0 0 0 0,1-1 0 0 0,-1 1 1 0 0,-1 0-15 0 0,-90 108-47 0 0,37-36 15 0 0,40-38-37 0 0,10 10 66 0 0,7-47 8 0 0,0 0 5 0 0,-2 34 138 0 0,-2-7-123 0 0,1 1 290 0 0,-25 18 941 0 0,28-46-1211 0 0,0 0-3 0 0,0 0 0 0 0,0 0 12 0 0,0 0 1 0 0,0 0-6 0 0,0 0-1 0 0,2 11 573 0 0,28-40-3909 0 0,-25 25 2562 0 0</inkml:trace>
  <inkml:trace contextRef="#ctx0" brushRef="#br0" timeOffset="1">111 340 2136 0 0,'-28'-6'5070'0'0,"28"-6"-3515"0"0,24 72-1038 0 0,23 35 62 0 0,13 84 332 0 0,-60-178-923 0 0,0-1-7 0 0,0 0-41 0 0,0 0-39 0 0,0 0-49 0 0,0 0-100 0 0,0 0-223 0 0,0 0-225 0 0,0 0-101 0 0,0 0 277 0 0,0 0-325 0 0,0 0-271 0 0</inkml:trace>
  <inkml:trace contextRef="#ctx0" brushRef="#br0" timeOffset="2">2 513 1952 0 0,'-1'-23'6461'0'0,"18"11"-4478"0"0,31 7-2901 0 0,-39 4 1502 0 0,124-29-404 0 0,19 6-2778 0 0,-134 21 1867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55 1232 0 0,'-25'2'4984'0'0,"-7"-2"-5055"0"0,54 19 447 0 0,26 5 610 0 0,-18-6 397 0 0,-30-18-1354 0 0,0 0-10 0 0,26 7 164 0 0,27-11-13 0 0,-9-18-155 0 0,7-18 9 0 0,-35-19 191 0 0,-16 59-222 0 0,0 0-1 0 0,0 0-1 0 0,0 0-5 0 0,0 0 8 0 0,42 0 27 0 0,-42 0-13 0 0,0 0 0 0 0,8 19-40 0 0,8 70 76 0 0,-8-62-151 0 0,1 8 183 0 0,-9-35-65 0 0,0 0-3 0 0,0 0 0 0 0,0 0 0 0 0,0 0-1 0 0,0 2-127 0 0,0 1 1 0 0,0 0 0 0 0,0-1-1 0 0,0 1 1 0 0,1 0-1 0 0,0 0 1 0 0,-1 0 0 0 0,1-1-1 0 0,-1 1 1 0 0,1 0-1 0 0,1-1 1 0 0,-2 1 0 0 0,1-1-1 0 0,1 1 1 0 0,-1-2 0 0 0,0 1-1 0 0,0 0 1 0 0,1 0-1 0 0,-1 0 1 0 0,1 0 0 0 0,0 0-1 0 0,0 0 1 0 0,0 0 119 0 0,5 2-742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18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136 1 0 0,'-135'0'0'0,"525"0"0"0,-380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19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36 1 0 0,'-33'0'0'0,"30"0"0"0,22 0 0 0,273 0 0 0,-290 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20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 1 0 0,'152'0'0'0,"72"0"0"0,-217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21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 1 0 0,'300'0'0'0,"-185"0"0"0,-109 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22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32 1 0 0,'-32'0'0'0,"47"0"0"0,155 0 0 0,-168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23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117 1 0 0,'-45'0'0'0,"42"0"0"0,6 0 0 0,23 0 0 0,25 0 0 0,-149 0 0 0,56 0 0 0,33 0 0 0,12 0 0 0,97 0 0 0,-144 0 0 0,92 0 0 0,-123 0 0 0,152 0 0 0,-47 0 0 0,-26 0 0 0,-11 0 0 0,-86 0 0 0,106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141 82 792 0 0,'0'-2'311'0'0,"-1"0"0"0"0,-1 1 1 0 0,1-1-1 0 0,0 1 0 0 0,0-1 0 0 0,0 1 0 0 0,-1-1 0 0 0,1 1 0 0 0,-1 0 0 0 0,1 0 0 0 0,-1 0 1 0 0,0 0-1 0 0,1 0 0 0 0,-1 0 0 0 0,0 0 0 0 0,1 0 0 0 0,-1 1 0 0 0,0-1 0 0 0,-2 0 1 0 0,-39-1 1326 0 0,29 2-1968 0 0,13 0 329 0 0,0 1 0 0 0,0-1 0 0 0,0 1-1 0 0,0-1 1 0 0,0 1 0 0 0,0-1 0 0 0,0 1-1 0 0,0 0 1 0 0,0-1 0 0 0,0 1 0 0 0,1 0 0 0 0,-1 0-1 0 0,0-1 1 0 0,0 1 0 0 0,1 0 0 0 0,-1 0 0 0 0,0 0-1 0 0,1 0 1 0 0,-1 0 0 0 0,1 0 0 0 0,-1 2 0 0 0,-7 26 15 0 0,9-29-15 0 0,-1 1 0 0 0,0 0 0 0 0,1 0 0 0 0,-1-1 0 0 0,1 1 0 0 0,0 0-1 0 0,-1-1 1 0 0,1 1 0 0 0,-1-1 0 0 0,1 1 0 0 0,0 0 0 0 0,-1-1 0 0 0,1 0 0 0 0,0 1 0 0 0,0-1 0 0 0,-1 1-1 0 0,1-1 1 0 0,0 0 0 0 0,0 0 0 0 0,0 1 0 0 0,0-1 0 0 0,-1 0 0 0 0,1 0 0 0 0,1 0 0 0 0,22 2-11 0 0,-21-3 11 0 0,0-1-1 0 0,-1 1 0 0 0,1 0 0 0 0,-1-1 1 0 0,1 1-1 0 0,-1-1 0 0 0,0 0 0 0 0,0 0 0 0 0,0 0 1 0 0,0 0-1 0 0,0 0 0 0 0,0 0 0 0 0,0 0 0 0 0,-1-1 1 0 0,1 1-1 0 0,-1-1 0 0 0,2-3 0 0 0,-1 0 139 0 0,1 1 0 0 0,-2-1 0 0 0,1 1 1 0 0,-1-1-1 0 0,1 0 0 0 0,-2 0 0 0 0,2-10 0 0 0,-3 15-138 0 0,0 0 1 0 0,1-1 0 0 0,-1 1 0 0 0,0 0-1 0 0,0 0 1 0 0,0-1 0 0 0,0 1 0 0 0,0 0-1 0 0,0 0 1 0 0,0 0 0 0 0,0 0 0 0 0,0 0-1 0 0,0 0 1 0 0,-1 1 0 0 0,1-1 0 0 0,0 0-1 0 0,0 1 1 0 0,-1-1 0 0 0,1 0 0 0 0,-1 1-1 0 0,1 0 1 0 0,-1-1 0 0 0,1 1 0 0 0,0 0 0 0 0,-1 0-1 0 0,1 0 1 0 0,-1 0 0 0 0,1 0 0 0 0,-1 0-1 0 0,1 0 1 0 0,-1 0 0 0 0,1 1 0 0 0,-1-1-1 0 0,1 0 1 0 0,-1 1 0 0 0,1-1 0 0 0,-2 2-1 0 0,-1 2-6 0 0,1-1-1 0 0,0 1 0 0 0,0 0 0 0 0,1 0 0 0 0,-1 0 0 0 0,1 0 1 0 0,0 0-1 0 0,-3 7 0 0 0,4-9-3 0 0,1 0 1 0 0,-1 0-1 0 0,1 0 1 0 0,0-1-1 0 0,-1 1 0 0 0,1 0 1 0 0,0 0-1 0 0,0 0 1 0 0,0 0-1 0 0,0 0 1 0 0,0 0-1 0 0,1 0 0 0 0,-1 0 1 0 0,1-1-1 0 0,-1 1 1 0 0,1 0-1 0 0,0 0 1 0 0,-1 0-1 0 0,1-1 0 0 0,0 1 1 0 0,0 0-1 0 0,0-1 1 0 0,1 1-1 0 0,1 1 1 0 0,-1-1 10 0 0,1 0 0 0 0,-1 0 1 0 0,1 0-1 0 0,0 0 1 0 0,0 0-1 0 0,0-1 0 0 0,0 1 1 0 0,0-1-1 0 0,6 2 1 0 0,-8-3 10 0 0,1 0 0 0 0,-1 1 1 0 0,0-1-1 0 0,1 0 1 0 0,-1 0-1 0 0,0 0 0 0 0,0 0 1 0 0,1 0-1 0 0,-1 0 0 0 0,0 0 1 0 0,1 0-1 0 0,-1 0 0 0 0,0-1 1 0 0,1 1-1 0 0,-1 0 0 0 0,0-1 1 0 0,0 1-1 0 0,0-1 0 0 0,1 0 1 0 0,-1 1-1 0 0,0-1 1 0 0,0 0-1 0 0,0 0 0 0 0,0 1 1 0 0,0-1-1 0 0,1-2 0 0 0,0 1-8 0 0,-1 1-1 0 0,0-1 1 0 0,0 0-1 0 0,0 0 1 0 0,0 0-1 0 0,0 1 1 0 0,0-1-1 0 0,-1 0 1 0 0,1 0-1 0 0,0 0 0 0 0,-1 0 1 0 0,0-1-1 0 0,1 1 1 0 0,-1 0-1 0 0,0 0 1 0 0,0 0-1 0 0,0 0 1 0 0,0 0-1 0 0,-1 0 1 0 0,1 0-1 0 0,0 0 1 0 0,-1 0-1 0 0,0 0 0 0 0,1 0 1 0 0,-1 0-1 0 0,0 0 1 0 0,0 0-1 0 0,0 0 1 0 0,0 1-1 0 0,-1-1 1 0 0,1 0-1 0 0,-2-1 1 0 0,1 1-1 0 0,-1 0 0 0 0,1 0 0 0 0,-1 1 1 0 0,1-1-1 0 0,-1 1 0 0 0,1-1 0 0 0,-1 1 1 0 0,0 0-1 0 0,0 0 0 0 0,0 0 0 0 0,0 1 1 0 0,0-1-1 0 0,0 1 0 0 0,0 0 0 0 0,0-1 1 0 0,0 1-1 0 0,0 0 0 0 0,0 1 0 0 0,0-1 1 0 0,0 1-1 0 0,-4 0 0 0 0,5 1-1 0 0,-1-1 0 0 0,1 1 0 0 0,-1 0 0 0 0,1 0 0 0 0,0 0 0 0 0,0 0-1 0 0,0 0 1 0 0,0 1 0 0 0,0-1 0 0 0,1 0 0 0 0,-1 1 0 0 0,-2 4 0 0 0,-16 36 11 0 0,19-40-14 0 0,0 0 1 0 0,0 0-1 0 0,0 1 0 0 0,1-1 0 0 0,-1 0 1 0 0,1 1-1 0 0,0-1 0 0 0,0 6 1 0 0,0-7 0 0 0,0-1 0 0 0,0 0 0 0 0,1 1 0 0 0,-1-1 0 0 0,1 0 0 0 0,-1 1 0 0 0,1-1 0 0 0,-1 0 0 0 0,1 0 0 0 0,0 1 0 0 0,0-1 0 0 0,-1 0 0 0 0,1 0 0 0 0,0 0 0 0 0,0 0 0 0 0,0 0 0 0 0,0 0 0 0 0,0 0 0 0 0,1-1 1 0 0,-1 1-1 0 0,0 0 0 0 0,3 1 0 0 0,-1-1 9 0 0,2 1 1 0 0,-1 0-1 0 0,0-1 0 0 0,0 1 1 0 0,0-1-1 0 0,1 0 1 0 0,-1-1-1 0 0,6 1 1 0 0,-8-1-10 0 0,-1 0 1 0 0,1-1-1 0 0,0 1 0 0 0,-1 0 1 0 0,1-1-1 0 0,-1 1 1 0 0,1-1-1 0 0,-1 0 1 0 0,1 0-1 0 0,-1 1 0 0 0,1-1 1 0 0,-1 0-1 0 0,1 0 1 0 0,-1 0-1 0 0,0-1 1 0 0,0 1-1 0 0,0 0 1 0 0,1 0-1 0 0,-1-1 0 0 0,-1 1 1 0 0,1 0-1 0 0,0-1 1 0 0,0 1-1 0 0,0-1 1 0 0,0-1-1 0 0,21-58 10 0 0,-19 56 4 0 0,-1-1 0 0 0,0 1 0 0 0,0-1 0 0 0,-1 1 0 0 0,2-10 0 0 0,-3 14-9 0 0,0 0 0 0 0,1 0 0 0 0,-1-1 1 0 0,0 1-1 0 0,0 0 0 0 0,0 0 0 0 0,0 0 0 0 0,0-1 0 0 0,0 1 0 0 0,0 0 0 0 0,-1 0 0 0 0,1 0 0 0 0,0 0 0 0 0,-1-1 0 0 0,1 1 0 0 0,-1 0 0 0 0,1 0 0 0 0,-1 0 0 0 0,0 0 1 0 0,1 0-1 0 0,-1 0 0 0 0,0 0 0 0 0,1 0 0 0 0,-1 0 0 0 0,0 1 0 0 0,0-1 0 0 0,0 0 0 0 0,0 0 0 0 0,0 1 0 0 0,0-1 0 0 0,0 1 0 0 0,0-1 0 0 0,-2 0 0 0 0,2 1-3 0 0,-1 0 0 0 0,1 0-1 0 0,-1 0 1 0 0,0 1-1 0 0,1-1 1 0 0,-1 0-1 0 0,1 1 1 0 0,-1-1-1 0 0,1 1 1 0 0,0-1-1 0 0,-1 1 1 0 0,1 0-1 0 0,0 0 1 0 0,-1 0 0 0 0,1 0-1 0 0,0-1 1 0 0,0 2-1 0 0,-1-1 1 0 0,1 0-1 0 0,0 0 1 0 0,0 0-1 0 0,1 0 1 0 0,-3 3-1 0 0,-20 35-14 0 0,23-39 14 0 0,-1 4 12 0 0,-1 0 0 0 0,1-1 0 0 0,-1 1-1 0 0,1 0 1 0 0,1 0 0 0 0,-1 0 0 0 0,0 0 0 0 0,1 5 0 0 0,0-9-32 0 0,2-1-574 0 0,0 0 390 0 0,0 0-1 0 0,-1 0 1 0 0,1 0 0 0 0,0-1-1 0 0,0 1 1 0 0,-1-1 0 0 0,1 1 0 0 0,-1-1-1 0 0,1 1 1 0 0,-1-1 0 0 0,1 0-1 0 0,-1 0 1 0 0,0 0 0 0 0,0 1-1 0 0,0-1 1 0 0,0 0 0 0 0,-1 0-1 0 0,2-3 1 0 0,3-8-672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41 336 0 0,'-4'17'3898'0'0,"4"6"-3232"0"0,0-7-198 0 0,1-15-453 0 0,0 0-1 0 0,-1 0 1 0 0,1 0 0 0 0,0-1 0 0 0,-1 1-1 0 0,1 0 1 0 0,0-1 0 0 0,0 1 0 0 0,0 0 0 0 0,-1-1-1 0 0,1 1 1 0 0,0-1 0 0 0,0 0 0 0 0,0 1-1 0 0,0-1 1 0 0,0 0 0 0 0,0 1 0 0 0,0-1 0 0 0,0 0-1 0 0,2 0 1 0 0,21 4 682 0 0,-22-4-637 0 0,0 0 0 0 0,0-1 0 0 0,0 1 0 0 0,0-1 0 0 0,0 1 0 0 0,0-1 0 0 0,0 0 0 0 0,0 0 0 0 0,-1 0 0 0 0,1 0 0 0 0,0 0 0 0 0,-1 0 0 0 0,1 0 0 0 0,-1-1 0 0 0,1 1 0 0 0,-1-1 0 0 0,1 1 0 0 0,-1-1 0 0 0,0 1 0 0 0,0-1 0 0 0,0 0 1 0 0,0 1-1 0 0,0-1 0 0 0,0 0 0 0 0,0 0 0 0 0,-1 0 0 0 0,2-2 0 0 0,0-4-110 0 0,0-1 0 0 0,0 1 0 0 0,-1-1 0 0 0,0 1 0 0 0,0-14 0 0 0,-1 22 53 0 0,1 0 1 0 0,-1-1-1 0 0,0 1 0 0 0,0-1 0 0 0,0 1 0 0 0,0 0 0 0 0,0-1 0 0 0,0 1 0 0 0,0-1 0 0 0,0 1 0 0 0,0 0 1 0 0,0-1-1 0 0,0 1 0 0 0,0 0 0 0 0,-1-1 0 0 0,1 1 0 0 0,0-1 0 0 0,0 1 0 0 0,0 0 0 0 0,0-1 1 0 0,-1 1-1 0 0,1 0 0 0 0,0-1 0 0 0,0 1 0 0 0,-1 0 0 0 0,1 0 0 0 0,0-1 0 0 0,-1 1 0 0 0,1 0 0 0 0,0 0 1 0 0,0-1-1 0 0,-1 1 0 0 0,1 0 0 0 0,-1 0 0 0 0,1 0 0 0 0,0 0 0 0 0,-1-1 0 0 0,1 1 0 0 0,0 0 0 0 0,-1 0 1 0 0,1 0-1 0 0,-1 0 0 0 0,1 0 0 0 0,0 0 0 0 0,-1 0 0 0 0,1 0 0 0 0,-1 0 0 0 0,1 0 0 0 0,0 0 1 0 0,-1 0-1 0 0,1 1 0 0 0,0-1 0 0 0,-1 0 0 0 0,1 0 0 0 0,0 0 0 0 0,-1 0 0 0 0,1 1 0 0 0,0-1 0 0 0,-1 0 1 0 0,1 0-1 0 0,0 1 0 0 0,-1-1 0 0 0,1 0 0 0 0,0 0 0 0 0,0 1 0 0 0,-1 0 0 0 0,-18 18 207 0 0,10-5 76 0 0,1 1 0 0 0,0 0 1 0 0,-9 27-1 0 0,9-1-2670 0 0,9-41 1765 0 0,4 1-216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436 6 1264 0 0,'-21'-3'5628'0'0,"-5"1"-3385"0"0,23 57 463 0 0,-8-30-2404 0 0,10-21-253 0 0,-1-1 1 0 0,1 0-1 0 0,0 0 1 0 0,-1 1-1 0 0,0-1 1 0 0,0 0-1 0 0,0 0 0 0 0,0 0 1 0 0,-2 2-1 0 0,-5 4 75 0 0,7-7-67 0 0,-1 1-1 0 0,1 0 1 0 0,-1-1-1 0 0,0 0 1 0 0,0 0-1 0 0,0 0 1 0 0,-3 2-1 0 0,-2 1 33 0 0,7-4-84 0 0,0 0 0 0 0,0-1-1 0 0,1 1 1 0 0,-1-1 0 0 0,0 1 0 0 0,-1-1 0 0 0,1 1-1 0 0,0-1 1 0 0,0 0 0 0 0,0 1 0 0 0,0-1 0 0 0,0 0-1 0 0,0 0 1 0 0,0 0 0 0 0,-2 0 0 0 0,-45 12 20 0 0,47-13-27 0 0,0 1 0 0 0,0 1-1 0 0,0-1 1 0 0,0 0 0 0 0,0 0-1 0 0,0 0 1 0 0,0 0 0 0 0,0 1 0 0 0,0-1-1 0 0,0 0 1 0 0,0 1 0 0 0,0-1 0 0 0,0 1-1 0 0,0-1 1 0 0,0 1 0 0 0,1 0-1 0 0,-1-1 1 0 0,0 1 0 0 0,0 0 0 0 0,1-1-1 0 0,-1 1 1 0 0,0 0 0 0 0,1 0-1 0 0,-1 0 1 0 0,1-1 0 0 0,-1 1 0 0 0,0 2-1 0 0,1-2 3 0 0,-1 1 0 0 0,0-1 0 0 0,0 0-1 0 0,0 1 1 0 0,1-1 0 0 0,-1 0 0 0 0,0 0 0 0 0,-1 0-1 0 0,1 0 1 0 0,0 0 0 0 0,0 0 0 0 0,0 0 0 0 0,-2 0 0 0 0,-10 4 22 0 0,12-5-20 0 0,0 0 0 0 0,0 0 1 0 0,-1 0-1 0 0,1 1 1 0 0,0-1-1 0 0,0 0 0 0 0,0 1 1 0 0,0-1-1 0 0,1 1 0 0 0,-1-1 1 0 0,0 1-1 0 0,0-1 1 0 0,0 1-1 0 0,0 0 0 0 0,0-1 1 0 0,0 2-1 0 0,0-1-11 0 0,0 0 0 0 0,-1 0 0 0 0,1 0 0 0 0,0 0 0 0 0,0 0 0 0 0,0 0 0 0 0,-1-1 0 0 0,1 1-1 0 0,0-1 1 0 0,-1 1 0 0 0,1-1 0 0 0,-3 1 0 0 0,3-1 2 0 0,0 0-1 0 0,0 1 1 0 0,0-1 0 0 0,0 0-1 0 0,0 0 1 0 0,0 1 0 0 0,1-1-1 0 0,-1 0 1 0 0,0 1 0 0 0,0-1-1 0 0,0 1 1 0 0,0 0-1 0 0,0-1 1 0 0,0 1 0 0 0,1-1-1 0 0,-1 1 1 0 0,0 0 0 0 0,1 0-1 0 0,-1-1 1 0 0,0 1 0 0 0,1 0-1 0 0,-1 0 1 0 0,1 0 0 0 0,-1 0-1 0 0,1 0 1 0 0,0 0 0 0 0,-1 0-1 0 0,1 0 1 0 0,-1 2-1 0 0,1-3 11 0 0,0 0-7 0 0,0 2 1 0 0,0-1-3 0 0,0-1 0 0 0,0 10 6 0 0,0-10 22 0 0,1 1-20 0 0,-1 0 0 0 0,0 0 0 0 0,0 0 0 0 0,0 0 0 0 0,0 1 0 0 0,0-1 0 0 0,0 0 0 0 0,-1 0 0 0 0,1 0 0 0 0,0 0 0 0 0,0 0 0 0 0,-1 0 0 0 0,1 0 0 0 0,-1 0 0 0 0,1 0 0 0 0,-1 0 0 0 0,1 0 0 0 0,-1 0 0 0 0,1 0 0 0 0,-1 0 0 0 0,0-1 0 0 0,-1 2 0 0 0,1 21 0 0 0,-1-19 23 0 0,0 0 0 0 0,0 0 0 0 0,-1 0 0 0 0,1 0 1 0 0,-1-1-1 0 0,-4 6 0 0 0,-22 12-1 0 0,22-9-52 0 0,7-11 31 0 0,-1 1 0 0 0,1-1 0 0 0,0 0 0 0 0,-1 0 0 0 0,1 0 0 0 0,-1 0-1 0 0,1-1 1 0 0,-1 1 0 0 0,0 0 0 0 0,1 0 0 0 0,-1 0 0 0 0,0 0 0 0 0,0 0-1 0 0,1-1 1 0 0,-1 1 0 0 0,0 0 0 0 0,-1 0 0 0 0,-10 6 39 0 0,10-5-41 0 0,1-1 1 0 0,0 0-1 0 0,-1 0 0 0 0,0-1 0 0 0,1 1 1 0 0,-1 0-1 0 0,1 0 0 0 0,-1-1 1 0 0,0 1-1 0 0,0-1 0 0 0,1 1 0 0 0,-1-1 1 0 0,0 0-1 0 0,-2 0 0 0 0,3 1 1 0 0,-1-1 0 0 0,1 1 0 0 0,0 0 0 0 0,-1-1 0 0 0,1 1 0 0 0,0 0-1 0 0,0 0 1 0 0,0-1 0 0 0,0 1 0 0 0,0 0 0 0 0,0 0 0 0 0,0 0 0 0 0,0 1 0 0 0,0-1 0 0 0,0 0-1 0 0,0 1 1 0 0,0 4-3736 0 0,3-5 3355 0 0,23 0-1224 0 0,21-5 314 0 0,-17-8-433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4:01:54.7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97 0 312 0 0,'-96'0'8991'0'0,"97"38"-7458"0"0,-1-37-1344 0 0,3 30-66 0 0,16 22-51 0 0,-18-51-55 0 0,1 0 1 0 0,-1 0 0 0 0,0 0-1 0 0,1 0 1 0 0,-1-1 0 0 0,1 1-1 0 0,-1 0 1 0 0,1-1-1 0 0,-1 0 1 0 0,1 1 0 0 0,0-1-1 0 0,0 0 1 0 0,0 0 0 0 0,0 0-1 0 0,0 0 1 0 0,0 0-1 0 0,4 1 1 0 0,-6-2-1 0 0,36 13 138 0 0,-18-12-104 0 0,-16-1-44 0 0,0-1 1 0 0,0 1-1 0 0,0 0 0 0 0,0 0 0 0 0,0 0 0 0 0,0 1 1 0 0,0-1-1 0 0,0 0 0 0 0,0 1 0 0 0,0-1 1 0 0,-1 1-1 0 0,1-1 0 0 0,0 1 0 0 0,0 0 1 0 0,2 1-1 0 0,-4-1 0 0 0,13 19 14 0 0,-13-19-4 0 0,1 1 25 0 0,0 1 0 0 0,0 0 0 0 0,0-1 0 0 0,0 1 0 0 0,0-1 0 0 0,0 1 0 0 0,1-1 0 0 0,2 4 0 0 0,6 13 24 0 0,0 6 67 0 0,-8-20-115 0 0,0 1-1 0 0,1-1 1 0 0,-2 1-1 0 0,1 0 1 0 0,-1 0-1 0 0,0 0 1 0 0,0 0 0 0 0,0 7-1 0 0,0 8 4 0 0,-1-15-5 0 0,1 0 0 0 0,-1-1 0 0 0,0 1 0 0 0,-1 0 0 0 0,1 0 0 0 0,-1 0 0 0 0,0 0 0 0 0,-3 9 0 0 0,2-11 1 0 0,0 1-1 0 0,0 0 0 0 0,1 0 0 0 0,-1-1 1 0 0,1 1-1 0 0,1 0 0 0 0,-1 0 0 0 0,1 0 1 0 0,-1 0-1 0 0,1 0 0 0 0,1 0 0 0 0,-1 0 1 0 0,1 0-1 0 0,0 0 0 0 0,0 0 0 0 0,2 5 0 0 0,-1-7-8 0 0,0 0 0 0 0,0 0 0 0 0,1 0 0 0 0,-1 0 0 0 0,1 0 0 0 0,-1-1 0 0 0,1 1-1 0 0,6 4 1 0 0,9 7-5 0 0,-17-12 0 0 0,1-1 0 0 0,0 1 0 0 0,0-1 0 0 0,1 0 0 0 0,-1 1 0 0 0,0-1 1 0 0,0 0-1 0 0,1 0 0 0 0,-1-1 0 0 0,5 2 0 0 0,4 1 59 0 0,-10-2 409 0 0,3-1-355 0 0,1 0 0 0 0,0 1 1 0 0,0 0-1 0 0,0 0 1 0 0,-1 0-1 0 0,10 4 0 0 0,2 36 390 0 0,-16-37-816 0 0,4 9 778 0 0,-3-13-603 0 0,-1 0 1 0 0,0 0 0 0 0,0 0-1 0 0,1 0 1 0 0,-1 1 0 0 0,0-1 0 0 0,0 0-1 0 0,1 0 1 0 0,-1 0 0 0 0,0 0-1 0 0,0 0 1 0 0,1 0 0 0 0,-1 0 0 0 0,0 0-1 0 0,1 0 1 0 0,-1 0 0 0 0,0 0-1 0 0,0 0 1 0 0,1 0 0 0 0,-1 0 0 0 0,0 0-1 0 0,0 0 1 0 0,1 0 0 0 0,-1 0-1 0 0,0 0 1 0 0,1 0 0 0 0,-1 0-1 0 0,0 0 1 0 0,0-1 0 0 0,1 1 0 0 0,-1 0-1 0 0,36-19-941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3T13:59:14.399"/>
    </inkml:context>
    <inkml:brush xml:id="br0">
      <inkml:brushProperty name="width" value="0.05" units="cm"/>
      <inkml:brushProperty name="height" value="0.05" units="cm"/>
      <inkml:brushProperty name="color" value="#0070C0"/>
      <inkml:brushProperty name="ignorePressure" value="1"/>
    </inkml:brush>
  </inkml:definitions>
  <inkml:trace contextRef="#ctx0" brushRef="#br0">1 1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3T13:59:14.400"/>
    </inkml:context>
    <inkml:brush xml:id="br0">
      <inkml:brushProperty name="width" value="0.05" units="cm"/>
      <inkml:brushProperty name="height" value="0.05" units="cm"/>
      <inkml:brushProperty name="color" value="#0070C0"/>
      <inkml:brushProperty name="ignorePressure" value="1"/>
    </inkml:brush>
  </inkml:definitions>
  <inkml:trace contextRef="#ctx0" brushRef="#br0">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3:59:14.401"/>
    </inkml:context>
    <inkml:brush xml:id="br0">
      <inkml:brushProperty name="width" value="0.05" units="cm"/>
      <inkml:brushProperty name="height" value="0.05" units="cm"/>
      <inkml:brushProperty name="color" value="#0070C0"/>
    </inkml:brush>
  </inkml:definitions>
  <inkml:trace contextRef="#ctx0" brushRef="#br0">54 54 32 0 0,'-10'-6'1553'0'0,"5"3"-1255"0"0,0 0-1 0 0,1 0 0 0 0,-1-1 0 0 0,1 1 1 0 0,0-1-1 0 0,0 0 0 0 0,0 0 1 0 0,-3-5-1 0 0,7 9-276 0 0,0 0-1 0 0,-1 0 1 0 0,1-1 0 0 0,0 1 0 0 0,0 0-1 0 0,0 0 1 0 0,0 0 0 0 0,0-1 0 0 0,0 1-1 0 0,-1 0 1 0 0,1-1 0 0 0,0 1 0 0 0,0 0 0 0 0,0 0-1 0 0,0-1 1 0 0,0 1 0 0 0,0 0 0 0 0,0 0-1 0 0,0-1 1 0 0,0 1 0 0 0,0 0 0 0 0,1-1-1 0 0,-1 1 1 0 0,0 0 0 0 0,0 0 0 0 0,0-1-1 0 0,0 1 1 0 0,0 0 0 0 0,0 0 0 0 0,1 0-1 0 0,-1-1 1 0 0,0 1 0 0 0,0 0 0 0 0,0 0-1 0 0,1 0 1 0 0,-1-1 0 0 0,0 1 0 0 0,0 0-1 0 0,1 0 1 0 0,14-2 318 0 0,16 8 111 0 0,-26-5-418 0 0,-1 1 1 0 0,1-1-1 0 0,-1 1 1 0 0,0 0-1 0 0,0 0 1 0 0,0 1-1 0 0,7 5 1 0 0,-2-1 23 0 0,0-1 20 0 0,-1 1-1 0 0,0-1 1 0 0,0 2 0 0 0,-1-1-1 0 0,0 1 1 0 0,0 0-1 0 0,-1 1 1 0 0,0-1 0 0 0,5 12-1 0 0,-9-18-60 0 0,7 15 74 0 0,-5-10 25 0 0,0 0 0 0 0,0 0 0 0 0,1 0 0 0 0,0 0 0 0 0,0 0 0 0 0,1-1 0 0 0,-1 0 0 0 0,2 0 0 0 0,-1-1 0 0 0,0 1 0 0 0,9 4 0 0 0,2 0 106 0 0,0 2-1 0 0,24 20 1 0 0,10 7 10 0 0,-38-26-165 0 0,-11-12-234 0 0,-1 1 1 0 0,1 0-1 0 0,-1-1 0 0 0,1 1 0 0 0,-1 0 0 0 0,1-1 0 0 0,0 0 0 0 0,0 1 0 0 0,0-1 0 0 0,0 0 0 0 0,0 0 0 0 0,0 0 0 0 0,0 0 0 0 0,3 0 0 0 0,3 6-4379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3:59:14.402"/>
    </inkml:context>
    <inkml:brush xml:id="br0">
      <inkml:brushProperty name="width" value="0.05" units="cm"/>
      <inkml:brushProperty name="height" value="0.05" units="cm"/>
      <inkml:brushProperty name="color" value="#0070C0"/>
    </inkml:brush>
  </inkml:definitions>
  <inkml:trace contextRef="#ctx0" brushRef="#br0">359 1 5593 0 0,'-11'13'356'0'0,"1"0"-1"0"0,0 1 0 0 0,0 0 0 0 0,2 0 1 0 0,0 1-1 0 0,0 0 0 0 0,-7 23 1 0 0,5-13-304 0 0,-23 40 0 0 0,18-41-8 0 0,-124 186-124 0 0,122-184-1176 0 0,1 0 0 0 0,-18 43 0 0 0,26-49 310 0 0,2 0-267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3:59:14.403"/>
    </inkml:context>
    <inkml:brush xml:id="br0">
      <inkml:brushProperty name="width" value="0.05" units="cm"/>
      <inkml:brushProperty name="height" value="0.05" units="cm"/>
      <inkml:brushProperty name="color" value="#0070C0"/>
    </inkml:brush>
  </inkml:definitions>
  <inkml:trace contextRef="#ctx0" brushRef="#br0">101 16 1888 0 0,'-7'5'161'0'0,"0"1"0"0"0,1-1-1 0 0,0 1 1 0 0,0 0-1 0 0,0 1 1 0 0,1-1 0 0 0,-8 14-1 0 0,11-17-71 0 0,0 1 0 0 0,1-1-1 0 0,0 0 1 0 0,0 1 0 0 0,0-1-1 0 0,0 1 1 0 0,0-1 0 0 0,1 1-1 0 0,0 0 1 0 0,0-1 0 0 0,0 1 0 0 0,0-1-1 0 0,0 1 1 0 0,1 0 0 0 0,0-1-1 0 0,-1 1 1 0 0,1-1 0 0 0,1 1-1 0 0,-1-1 1 0 0,2 4 0 0 0,0-6-32 0 0,0 1 0 0 0,0-1 0 0 0,0 0 1 0 0,0 0-1 0 0,0 0 0 0 0,0 0 0 0 0,1-1 0 0 0,-1 1 1 0 0,0-1-1 0 0,5 0 0 0 0,-6 1 39 0 0,1-1-36 0 0,-1 0 0 0 0,1-1 0 0 0,-1 1 0 0 0,1 0-1 0 0,-1-1 1 0 0,0 0 0 0 0,1 1 0 0 0,-1-1 0 0 0,0 0 0 0 0,1 0-1 0 0,-1 0 1 0 0,0 0 0 0 0,0-1 0 0 0,0 1 0 0 0,0-1 0 0 0,0 1-1 0 0,0-1 1 0 0,-1 1 0 0 0,1-1 0 0 0,-1 0 0 0 0,1 0 0 0 0,-1 0-1 0 0,1 0 1 0 0,0-2 0 0 0,1-1-13 0 0,1-1 0 0 0,-2 0 0 0 0,1 0 0 0 0,-1 0 0 0 0,0 0 1 0 0,0 0-1 0 0,2-11 0 0 0,-4 15-43 0 0,0-1 0 0 0,0 1 1 0 0,0 0-1 0 0,0 0 0 0 0,0-1 0 0 0,-1 1 1 0 0,1 0-1 0 0,-1 0 0 0 0,0-1 1 0 0,1 1-1 0 0,-1 0 0 0 0,0 0 1 0 0,0 0-1 0 0,-1 0 0 0 0,1 0 1 0 0,0 0-1 0 0,-1 0 0 0 0,1 0 0 0 0,-1 1 1 0 0,-3-4-1 0 0,0 1-16 0 0,0 1-1 0 0,-1 0 0 0 0,0 0 1 0 0,1 0-1 0 0,-1 0 1 0 0,-9-2-1 0 0,13 4-8 0 0,0 0 0 0 0,0 1 0 0 0,0 0 0 0 0,0-1 0 0 0,0 1 0 0 0,0 0 0 0 0,0 0-1 0 0,0 0 1 0 0,0 0 0 0 0,1 0 0 0 0,-1 0 0 0 0,0 0 0 0 0,0 1 0 0 0,0-1 0 0 0,0 1 0 0 0,0-1-1 0 0,0 1 1 0 0,1 0 0 0 0,-1 0 0 0 0,0 0 0 0 0,1 0 0 0 0,-1 0 0 0 0,-2 2 0 0 0,-2 2-262 0 0,1 0 1 0 0,0 0 0 0 0,1 1 0 0 0,-8 11-1 0 0,5-7-617 0 0,5-6 303 0 0,-1 1-215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3:59:14.404"/>
    </inkml:context>
    <inkml:brush xml:id="br0">
      <inkml:brushProperty name="width" value="0.05" units="cm"/>
      <inkml:brushProperty name="height" value="0.05" units="cm"/>
      <inkml:brushProperty name="color" value="#0070C0"/>
    </inkml:brush>
  </inkml:definitions>
  <inkml:trace contextRef="#ctx0" brushRef="#br0">158 213 680 0 0,'0'0'53'0'0,"0"-1"0"0"0,0 0-1 0 0,0 0 1 0 0,0 1 0 0 0,0-1 0 0 0,-1 0-1 0 0,1 0 1 0 0,0 1 0 0 0,0-1 0 0 0,-1 0-1 0 0,1 1 1 0 0,0-1 0 0 0,-1 0-1 0 0,1 1 1 0 0,0-1 0 0 0,-1 0 0 0 0,1 1-1 0 0,-1-1 1 0 0,1 1 0 0 0,-1-1 0 0 0,1 1-1 0 0,-1-1 1 0 0,0 1 0 0 0,1-1 0 0 0,-1 1-1 0 0,-1-1 1 0 0,0 1-30 0 0,0-1 1 0 0,0 1-1 0 0,0-1 0 0 0,0 1 0 0 0,0 0 1 0 0,0 0-1 0 0,0 0 0 0 0,0 0 0 0 0,0 0 1 0 0,-3 1-1 0 0,-5 1-13 0 0,-1 0 1 0 0,1 1 0 0 0,-10 4-1 0 0,19-6 42 0 0,-1 0-41 0 0,1 0 1 0 0,-1 0 0 0 0,1 0-1 0 0,-1 1 1 0 0,1-1-1 0 0,0 0 1 0 0,-1 1 0 0 0,1-1-1 0 0,0 1 1 0 0,0-1 0 0 0,0 1-1 0 0,0-1 1 0 0,1 1-1 0 0,-2 2 1 0 0,1-2-1 0 0,0 0 1 0 0,0 0-1 0 0,0 0 0 0 0,0 0 1 0 0,0 0-1 0 0,0 0 1 0 0,0 0-1 0 0,-1-1 0 0 0,1 1 1 0 0,-1-1-1 0 0,0 1 1 0 0,1-1-1 0 0,-3 2 0 0 0,-10 12 45 0 0,14-14-38 0 0,-1 0 0 0 0,1 0 0 0 0,-1 0 0 0 0,0 0 0 0 0,0 0 0 0 0,1 0 0 0 0,-1 0 0 0 0,0 0 0 0 0,0 0 0 0 0,0 0 0 0 0,0-1 0 0 0,0 1 0 0 0,0 0 0 0 0,0-1 0 0 0,0 1 0 0 0,-2 0 0 0 0,2-1 144 0 0,1 0-150 0 0,1-3 9 0 0,-1 1 0 0 0,1-1-1 0 0,-1 0 1 0 0,1 0 0 0 0,0 1-1 0 0,0-1 1 0 0,0 0 0 0 0,1 1-1 0 0,-1-1 1 0 0,1 1 0 0 0,-1 0-1 0 0,5-5 1 0 0,28-26-121 0 0,-23 22 145 0 0,-10 10-76 0 0,1 0 74 0 0,-1 0 0 0 0,0 0 1 0 0,0 0-1 0 0,1 0 1 0 0,-1 0-1 0 0,0-1 0 0 0,0 1 1 0 0,0 0-1 0 0,0-1 0 0 0,0 1 1 0 0,-1-1-1 0 0,1 1 0 0 0,0-1 1 0 0,-1 0-1 0 0,1 1 0 0 0,-1-1 1 0 0,0 1-1 0 0,1-1 0 0 0,-1 0 1 0 0,0 1-1 0 0,0-1 1 0 0,0 0-1 0 0,0 1 0 0 0,0-1 1 0 0,-1-2 567 0 0,-2 9-418 0 0,1 0-1 0 0,0 0 1 0 0,0 1 0 0 0,1-1-1 0 0,-1 0 1 0 0,1 1 0 0 0,0-1-1 0 0,1 1 1 0 0,0-1 0 0 0,0 10-1 0 0,0-14-85 0 0,2-34-519 0 0,-4 23 323 0 0,-2 21 210 0 0,-6 11 175 0 0,7-17-10 0 0,5-19-371 0 0,0 0 33 0 0,6 12 100 0 0,6 1 15 0 0,-14 1-62 0 0,1-1 0 0 0,-1 1-1 0 0,0 0 1 0 0,1 0 0 0 0,-1 0 0 0 0,0 0 0 0 0,0 0 0 0 0,0 0-1 0 0,1-1 1 0 0,-1 1 0 0 0,0 0 0 0 0,0 0 0 0 0,0 0 0 0 0,1-1-1 0 0,-1 1 1 0 0,0 0 0 0 0,0 0 0 0 0,0-1 0 0 0,0 1 0 0 0,0 0-1 0 0,1 0 1 0 0,-1-1 0 0 0,0 1 0 0 0,0 0 0 0 0,0 0 0 0 0,0-1-1 0 0,0 1 1 0 0,0 0 0 0 0,0 0 0 0 0,0-1 0 0 0,0 1 0 0 0,0 0-1 0 0,0-1 1 0 0,0 1 0 0 0,0 0 0 0 0,0 0 0 0 0,-1-1 0 0 0,1 1-1 0 0,0-1-1 0 0,0 1 1 0 0,0-1 0 0 0,0 1 0 0 0,0 0 0 0 0,0-1 0 0 0,0 1 0 0 0,0 0 0 0 0,0-1 0 0 0,0 1 0 0 0,0-1 0 0 0,0 1 0 0 0,0 0 0 0 0,0-1 0 0 0,0 1 0 0 0,0-1 0 0 0,1 1 0 0 0,-1 0 0 0 0,0-1 0 0 0,0 1 0 0 0,0 0 0 0 0,1-1 0 0 0,-1 1 0 0 0,0 0 0 0 0,1 0 0 0 0,-1-1 0 0 0,0 1 0 0 0,0 0 0 0 0,1 0 0 0 0,-1-1 0 0 0,1 1 0 0 0,-1 0 0 0 0,0 0 0 0 0,1 0 0 0 0,-1-1 0 0 0,0 1 0 0 0,1 0 0 0 0,-1 0 0 0 0,1 0 0 0 0,-1 0 0 0 0,1 0 0 0 0,-1 0 0 0 0,0 0 0 0 0,1 0 0 0 0,-1 0 0 0 0,1 0 0 0 0,-1 0 0 0 0,0 0 0 0 0,1 0 0 0 0,-1 0 0 0 0,1 1 0 0 0,20-1 85 0 0,-18 1-73 0 0,0-1 1 0 0,1 1 0 0 0,-1-1 0 0 0,0 0-1 0 0,1 0 1 0 0,-1-1 0 0 0,0 1-1 0 0,1 0 1 0 0,-1-1 0 0 0,0 0 0 0 0,0 0-1 0 0,1 0 1 0 0,-1 0 0 0 0,0 0-1 0 0,0-1 1 0 0,0 1 0 0 0,0-1 0 0 0,-1 0-1 0 0,1 0 1 0 0,3-3 0 0 0,-4 3-15 0 0,1-1 50 0 0,0 0 0 0 0,0 0 1 0 0,0 0-1 0 0,0 0 1 0 0,0 0-1 0 0,1 1 1 0 0,-1 0-1 0 0,1-1 0 0 0,0 1 1 0 0,0 0-1 0 0,-1 1 1 0 0,1-1-1 0 0,1 1 1 0 0,-1-1-1 0 0,0 1 0 0 0,0 0 1 0 0,9 0-1 0 0,-3-1 63 0 0,1 0-1 0 0,0 0 1 0 0,15-6-1 0 0,-24 7-94 0 0,2 0-10 0 0,-1-1 0 0 0,0 1 1 0 0,0-1-1 0 0,0 0 0 0 0,0 0 1 0 0,0 0-1 0 0,0 0 1 0 0,0-1-1 0 0,-1 1 0 0 0,4-5 1 0 0,-3 4-3 0 0,-1 0 0 0 0,1 1 0 0 0,-1-1 0 0 0,1 1 0 0 0,0 0 0 0 0,0-1 0 0 0,0 1 0 0 0,0 0 0 0 0,1 1 0 0 0,-1-1 0 0 0,0 1 0 0 0,6-2 0 0 0,0 1 4 0 0,-6 1-7 0 0,1 1 0 0 0,-1-1 0 0 0,0 1 0 0 0,0-1 0 0 0,0 0 0 0 0,0 0 0 0 0,0 0 0 0 0,0-1 0 0 0,0 1 0 0 0,0-1 0 0 0,0 1 0 0 0,-1-1 0 0 0,4-3 0 0 0,-4 4-1 0 0,-1-1 0 0 0,1 0 0 0 0,0 1 0 0 0,-1-1 0 0 0,1 1 1 0 0,0-1-1 0 0,0 1 0 0 0,0 0 0 0 0,1 0 0 0 0,-1 0 0 0 0,0 0 0 0 0,0 0 1 0 0,1 0-1 0 0,-1 1 0 0 0,3-1 0 0 0,12-5 44 0 0,-15 5-42 0 0,0 0 0 0 0,1 1 0 0 0,-1-1 0 0 0,1 1 0 0 0,-1-1 0 0 0,1 1 0 0 0,0 0 0 0 0,-1 0 0 0 0,1 0 0 0 0,-1 1 0 0 0,1-1 0 0 0,-1 0 0 0 0,1 1 0 0 0,4 1 0 0 0,32 14 412 0 0,-38-16-398 0 0,12 7 129 0 0,-2-2-126 0 0,0 0 0 0 0,0 0 0 0 0,0-1-1 0 0,16 4 1 0 0,-15-6-10 0 0,0 0 0 0 0,0-1-1 0 0,0 0 1 0 0,0-1 0 0 0,0 0 0 0 0,0 0-1 0 0,0-2 1 0 0,0 1 0 0 0,0-1-1 0 0,15-5 1 0 0,-24 6-8 0 0,1 0 0 0 0,0 1 0 0 0,0-1 0 0 0,0 1 0 0 0,0 0 0 0 0,0 0 0 0 0,-1 0 0 0 0,1 0 0 0 0,0 1 0 0 0,0-1 0 0 0,0 1 0 0 0,6 2 0 0 0,43 20 70 0 0,-28-11 44 0 0,6 5 52 0 0,-27-14-134 0 0,1 0 0 0 0,0 0 0 0 0,0-1 0 0 0,0 0 1 0 0,0 1-1 0 0,0-2 0 0 0,1 1 0 0 0,6 1 0 0 0,-10-2-4 0 0,0 0 0 0 0,0 0 0 0 0,-1 1 0 0 0,1-1 0 0 0,-1 1 0 0 0,1-1-1 0 0,-1 1 1 0 0,1-1 0 0 0,-1 1 0 0 0,0 0 0 0 0,0-1 0 0 0,0 1 0 0 0,2 3-1 0 0,13 24 194 0 0,-12-24-208 0 0,-1 1 0 0 0,1 0 0 0 0,-1-1 0 0 0,-1 1 0 0 0,5 12 0 0 0,-7-17-14 0 0,2 13 0 0 0,1 0 0 0 0,0 1 0 0 0,1-1 1 0 0,1 0-1 0 0,9 18 0 0 0,-11-28 7 0 0,1 0 0 0 0,0-1-1 0 0,0 1 1 0 0,0-1 0 0 0,0 0-1 0 0,1 0 1 0 0,-1-1 0 0 0,1 1-1 0 0,0-1 1 0 0,6 3 0 0 0,-9-5-6 0 0,0 1 1 0 0,0 0 0 0 0,-1-1-1 0 0,1 1 1 0 0,0 0 0 0 0,0 0-1 0 0,-1 0 1 0 0,1 0 0 0 0,-1 0-1 0 0,1 1 1 0 0,-1-1 0 0 0,1 0 0 0 0,-1 1-1 0 0,0-1 1 0 0,1 1 0 0 0,-1-1-1 0 0,0 1 1 0 0,0-1 0 0 0,-1 1-1 0 0,1 0 1 0 0,1 3 0 0 0,3-2 4 0 0,2 4 13 0 0,-4 2-101 0 0,1 0 0 0 0,0-1 0 0 0,0 1 0 0 0,10 12-1 0 0,-14-20 509 0 0,0 0-250 0 0,31 47-206 0 0,-1-5-9 0 0,21 3 87 0 0,-48-43 16 0 0,0 0 1 0 0,1 0-1 0 0,-1-1 1 0 0,1 1-1 0 0,-1 0 1 0 0,1-1 0 0 0,0 0-1 0 0,0 0 1 0 0,7 2-1 0 0,1 2 79 0 0,-11-6-101 0 0,32 13 342 0 0,-25-9-276 0 0,18 8 3 0 0,-26-12-99 0 0,44 4-5265 0 0,-40-4 4077 0 0,0-1-290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3:59:14.405"/>
    </inkml:context>
    <inkml:brush xml:id="br0">
      <inkml:brushProperty name="width" value="0.05" units="cm"/>
      <inkml:brushProperty name="height" value="0.05" units="cm"/>
      <inkml:brushProperty name="color" value="#0070C0"/>
    </inkml:brush>
  </inkml:definitions>
  <inkml:trace contextRef="#ctx0" brushRef="#br0">286 1 648 0 0,'-2'4'10067'0'0,"0"3"-11144"0"0,1-2 1136 0 0,-1-1 0 0 0,1 0 0 0 0,-1 1 1 0 0,0-1-1 0 0,0 0 0 0 0,0 0 0 0 0,0 0 0 0 0,-1 0 0 0 0,-5 6 0 0 0,-13 20 172 0 0,8-8-47 0 0,-2 0 0 0 0,-1-1-1 0 0,-29 30 1 0 0,-13 17-163 0 0,49-55-32 0 0,2-2-125 0 0,-1-1 0 0 0,0 0 0 0 0,-1-1 1 0 0,0 1-1 0 0,-12 9 0 0 0,20-19-57 0 0,1 0 1 0 0,-1 0-1 0 0,1 0 0 0 0,-1 1 1 0 0,1-1-1 0 0,-1 0 0 0 0,1 0 0 0 0,-1 0 1 0 0,1 0-1 0 0,-1 0 0 0 0,1 0 0 0 0,-1 0 1 0 0,1 0-1 0 0,-1 0 0 0 0,1 0 1 0 0,-1 0-1 0 0,1 0 0 0 0,-1-1 0 0 0,1 1 1 0 0,-1 0-1 0 0,1 0 0 0 0,-1 0 0 0 0,1-1 1 0 0,-1 1-1 0 0,1 0 0 0 0,0 0 1 0 0,-1-1-1 0 0,1 1 0 0 0,-1 0 0 0 0,0-1 1 0 0,0-1-887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3:59:14.406"/>
    </inkml:context>
    <inkml:brush xml:id="br0">
      <inkml:brushProperty name="width" value="0.05" units="cm"/>
      <inkml:brushProperty name="height" value="0.05" units="cm"/>
      <inkml:brushProperty name="color" value="#0070C0"/>
    </inkml:brush>
  </inkml:definitions>
  <inkml:trace contextRef="#ctx0" brushRef="#br0">79 130 224 0 0,'-16'-5'4834'0'0,"16"4"-4802"0"0,0 0 0 0 0,-1 0 0 0 0,1 0 0 0 0,0 1 0 0 0,-1-1 0 0 0,1 0 0 0 0,-1 0-1 0 0,0 0 1 0 0,1 0 0 0 0,-1 0 0 0 0,0 1 0 0 0,0-1 0 0 0,1 0 0 0 0,-1 1 0 0 0,0-1-1 0 0,0 0 1 0 0,0 1 0 0 0,0-1 0 0 0,0 1 0 0 0,0-1 0 0 0,0 1 0 0 0,0 0 0 0 0,0-1 0 0 0,0 1-1 0 0,0 0 1 0 0,0 0 0 0 0,0-1 0 0 0,0 1 0 0 0,0 0 0 0 0,-2 0 0 0 0,-18-7 478 0 0,19 4-497 0 0,0 1-1 0 0,1 0 0 0 0,-1 0 0 0 0,1 0 0 0 0,0-1 0 0 0,-1 1 0 0 0,1-1 0 0 0,0 1 0 0 0,1-1 1 0 0,-1 1-1 0 0,0-1 0 0 0,1 0 0 0 0,-1 1 0 0 0,1-1 0 0 0,0 0 0 0 0,0 1 0 0 0,0-1 1 0 0,1 0-1 0 0,-1 1 0 0 0,0-1 0 0 0,2-3 0 0 0,0-19-43 0 0,-1 24 90 0 0,-1 0 0 0 0,1 0-1 0 0,0 0 1 0 0,-1 0-1 0 0,1 0 1 0 0,0 1-1 0 0,-1-1 1 0 0,1 0 0 0 0,0 0-1 0 0,0 0 1 0 0,0 1-1 0 0,0-1 1 0 0,0 0-1 0 0,0 1 1 0 0,0-1 0 0 0,0 1-1 0 0,0-1 1 0 0,0 1-1 0 0,0 0 1 0 0,1-1-1 0 0,-1 1 1 0 0,0 0 0 0 0,3-1-1 0 0,-4 1 103 0 0,17 19 542 0 0,26 59-323 0 0,-32-57-362 0 0,16 37 128 0 0,-21-44-39 0 0,0 0 0 0 0,10 16-1 0 0,-11-24-57 0 0,0 0-1 0 0,1 0 1 0 0,-1 0-1 0 0,10 7 0 0 0,18 19 168 0 0,-11-11-159 0 0,-19-19-53 0 0,-1 0 0 0 0,0 0-1 0 0,1 0 1 0 0,-1 0 0 0 0,0 0-1 0 0,0 0 1 0 0,0 0-1 0 0,-1 1 1 0 0,1-1 0 0 0,-1 1-1 0 0,1-1 1 0 0,-1 1 0 0 0,0 0-1 0 0,2 3 1 0 0,-2-3 1 0 0,0 0-1 0 0,0 0 1 0 0,0-1 0 0 0,1 1 0 0 0,-1-1-1 0 0,1 1 1 0 0,0-1 0 0 0,0 0 0 0 0,4 4-1 0 0,-3-3 2 0 0,0 0 1 0 0,-1 0-1 0 0,1 0 0 0 0,-1 0 0 0 0,0 0 0 0 0,3 7 1 0 0,-3-5-69 0 0,1 0 0 0 0,-1 0 0 0 0,1 0 0 0 0,-1 0 0 0 0,2-1 1 0 0,-1 1-1 0 0,0-1 0 0 0,7 7 0 0 0,-8-9-200 0 0,1 0 0 0 0,-1-1-1 0 0,1 1 1 0 0,0 0 0 0 0,-1-1 0 0 0,1 0-1 0 0,0 1 1 0 0,0-1 0 0 0,0 0 0 0 0,0 0-1 0 0,4 0 1 0 0,2 0-917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15:55:49.4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4 389 1672 0 0,'0'0'81'0'0,"0"-1"0"0"0,-1 1 0 0 0,1-1 0 0 0,0 1 0 0 0,-1-1 0 0 0,1 1 0 0 0,0-1-1 0 0,0 0 1 0 0,-1 1 0 0 0,1-1 0 0 0,0 1 0 0 0,0-1 0 0 0,0 0 0 0 0,0 1 0 0 0,0-1 0 0 0,0 0 0 0 0,0 1-1 0 0,0-1 1 0 0,0 1 0 0 0,0-1 0 0 0,0 0 0 0 0,0 1 0 0 0,0-1 0 0 0,1 1 0 0 0,-1-1 0 0 0,0 0-1 0 0,0 1 1 0 0,1-1 0 0 0,-1 1 0 0 0,0-1 0 0 0,1 1 0 0 0,-1-1 0 0 0,1 1 0 0 0,-1-1 0 0 0,1 1-1 0 0,-1-1 1 0 0,1 0 0 0 0,25-19-406 0 0,-13 11 480 0 0,14-21-170 0 0,-19 20 25 0 0,1 1 1 0 0,0 0-1 0 0,12-10 0 0 0,-4 4 139 0 0,0 1 0 0 0,20-26-1 0 0,-21 22-50 0 0,34-29 0 0 0,-28 31-39 0 0,1 2 0 0 0,39-20 1 0 0,-17 11-11 0 0,-27 18-40 0 0,-16 4-6 0 0,1 1 0 0 0,-1-1 0 0 0,0 1 0 0 0,0-1 0 0 0,0 0 0 0 0,0 0 0 0 0,0 1 0 0 0,0-2 0 0 0,0 1 0 0 0,3-2 0 0 0,-3-2 37 0 0,-2 4-39 0 0,0 1 0 0 0,0 0 0 0 0,0-1 0 0 0,0 1 0 0 0,0 0 1 0 0,0 0-1 0 0,0-1 0 0 0,1 1 0 0 0,-1 0 0 0 0,0 0 0 0 0,0 0 0 0 0,0-1 0 0 0,0 1 0 0 0,0 0 0 0 0,1 0 0 0 0,-1 0 0 0 0,0-1 0 0 0,0 1 0 0 0,0 0 0 0 0,1 0 0 0 0,-1 0 0 0 0,0 0 0 0 0,0-1 0 0 0,0 1 0 0 0,1 0 0 0 0,-1 0 0 0 0,0 0 0 0 0,0 0 0 0 0,1 0 0 0 0,-1 0 0 0 0,0 0 0 0 0,0 0 0 0 0,1 0 0 0 0,-1 0 0 0 0,0 0 0 0 0,0 0 0 0 0,1 0 0 0 0,-1 0 0 0 0,14-7 146 0 0,-13 7-56 0 0,0-1 0 0 0,0 0 0 0 0,-1 1 0 0 0,1-1 0 0 0,0 1 0 0 0,0-1 0 0 0,0 1 0 0 0,0 0 0 0 0,0-1 0 0 0,0 1 0 0 0,0 0 0 0 0,-1 0 0 0 0,1 0 0 0 0,0-1 0 0 0,0 1 0 0 0,0 0 0 0 0,0 0 0 0 0,0 0 0 0 0,0 1 0 0 0,2-1 0 0 0,-1 1-60 0 0,1 1 0 0 0,-1-1 0 0 0,0 1 0 0 0,0-1 0 0 0,1 1 0 0 0,-1 0 0 0 0,0 0 0 0 0,-1 0 0 0 0,1 0 0 0 0,2 3 0 0 0,-2-3-31 0 0,-1 0-1 0 0,1 0 1 0 0,-1 0 0 0 0,1 0-1 0 0,0 0 1 0 0,0-1-1 0 0,-1 1 1 0 0,1-1 0 0 0,4 3-1 0 0,-2-2 7 0 0,0 1-1 0 0,0-1 1 0 0,-1 1-1 0 0,1 0 0 0 0,-1 1 1 0 0,1-1-1 0 0,3 6 0 0 0,10 9 14 0 0,-4-2 7 0 0,-13-14-23 0 0,1-1 0 0 0,0 1 0 0 0,-1-1 0 0 0,1 1 1 0 0,0-1-1 0 0,0 0 0 0 0,0 1 0 0 0,0-1 0 0 0,0 0 1 0 0,0 0-1 0 0,1 0 0 0 0,-1 0 0 0 0,0 0 0 0 0,0 0 0 0 0,1 0 1 0 0,-1 0-1 0 0,1-1 0 0 0,-1 1 0 0 0,1 0 0 0 0,-1-1 1 0 0,4 1-1 0 0,-3 1 10 0 0,1-1-1 0 0,-1 1 1 0 0,1 0 0 0 0,-1 0 0 0 0,0 0 0 0 0,0 0-1 0 0,0 1 1 0 0,0-1 0 0 0,0 0 0 0 0,2 5 0 0 0,5 4 70 0 0,-1-2-44 0 0,-1 1-1 0 0,0 0 1 0 0,6 12 0 0 0,-5-9 30 0 0,-5-7-43 0 0,-1-1 0 0 0,1 1-1 0 0,-1 0 1 0 0,0-1 0 0 0,-1 1 0 0 0,2 7 0 0 0,-2-8 7 0 0,0 1-1 0 0,0 0 1 0 0,1-1 0 0 0,0 1 0 0 0,0-1 0 0 0,5 9 0 0 0,1 0 4 0 0,-1-1 0 0 0,0 1 1 0 0,-1 1-1 0 0,-1 0 0 0 0,0-1 1 0 0,4 24-1 0 0,-5-14 64 0 0,-2 0 1 0 0,0 1-1 0 0,-2-1 0 0 0,-3 41 1 0 0,1-58-29 0 0,0 0 0 0 0,-1-1 0 0 0,0 1 0 0 0,0-1 0 0 0,0 1 0 0 0,-9 10 0 0 0,-3 10-11 0 0,-43 64 9 0 0,52-82-67 0 0,0-2 1 0 0,0 1-1 0 0,-1-1 0 0 0,-8 7 1 0 0,-12 14-138 0 0,3-2 102 0 0,17-18-16 0 0,0-1 0 0 0,0 1 1 0 0,1 0-1 0 0,-7 10 0 0 0,-21 31-13 0 0,17-28 26 0 0,14-16 34 0 0,0 0-1 0 0,0 1 0 0 0,1-1 0 0 0,0 1 0 0 0,0 0 0 0 0,0-1 0 0 0,-1 9 1 0 0,-8 21 54 0 0,0-26-17 0 0,10-9-36 0 0,1 0 0 0 0,-1 0 0 0 0,0 1 0 0 0,0-1 1 0 0,0 1-1 0 0,1-1 0 0 0,-1 1 0 0 0,0-1 0 0 0,0 1 1 0 0,1-1-1 0 0,-1 1 0 0 0,0 0 0 0 0,1-1 1 0 0,-1 1-1 0 0,1 0 0 0 0,-1 0 0 0 0,1-1 0 0 0,-1 1 1 0 0,1 0-1 0 0,0 0 0 0 0,-1 1 0 0 0,0 4 6 0 0,0-1 0 0 0,0 1 0 0 0,0-1 0 0 0,-1 0 0 0 0,0 0 0 0 0,0 0 0 0 0,0 0 0 0 0,-6 8 0 0 0,-1 5 9 0 0,2-8-12 0 0,0-1-1 0 0,-1 0 1 0 0,0 0 0 0 0,0 0 0 0 0,-1-1 0 0 0,-13 10 0 0 0,11-9 13 0 0,0 0 1 0 0,1 1-1 0 0,0 0 1 0 0,1 1 0 0 0,0 0-1 0 0,1 1 1 0 0,-11 18 0 0 0,-1 9-589 0 0,-16 46 0 0 0,34-79 421 0 0,1-5 14 0 0,1 0-95 0 0,-1-1 0 0 0,1 1 0 0 0,0 0 0 0 0,0 0 0 0 0,-1-1 0 0 0,1 1 0 0 0,0 0 0 0 0,0-1 0 0 0,0 1 0 0 0,0 0 0 0 0,0 0 0 0 0,0-1 0 0 0,0 1 0 0 0,0 0 0 0 0,0 0 0 0 0,0-1 0 0 0,0 1 0 0 0,0 0 0 0 0,0 0 0 0 0,1-1 0 0 0,0 2 0 0 0,3 4-915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15:56:01.4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55 1976 0 0,'-7'-6'5000'0'0,"7"7"-4891"0"0,-19-2 609 0 0,16 1-809 0 0,3 0 75 0 0,-2 0-157 0 0,6-1 252 0 0,0 0 0 0 0,0 0 0 0 0,0 0 0 0 0,0-1 0 0 0,0 1 0 0 0,-1-1 0 0 0,1 0 0 0 0,-1 0 0 0 0,5-3 0 0 0,-4 2-31 0 0,0 1-1 0 0,0-1 0 0 0,0 1 0 0 0,0 0 0 0 0,0 0 0 0 0,1 1 0 0 0,-1-1 0 0 0,0 1 0 0 0,9-2 1 0 0,70-6 337 0 0,-77 8-350 0 0,1 1 0 0 0,-1 0 0 0 0,0 1 0 0 0,0 0 0 0 0,1 0 0 0 0,-1 0 0 0 0,0 1 1 0 0,0 0-1 0 0,0 0 0 0 0,-1 0 0 0 0,1 1 0 0 0,0 0 0 0 0,-1 0 0 0 0,0 0 0 0 0,1 0 0 0 0,-1 1 0 0 0,-1 0 0 0 0,1 0 0 0 0,4 6 0 0 0,-8-9-24 0 0,109 131 965 0 0,-105-126-974 0 0,0 0 0 0 0,0 0 0 0 0,1-1-1 0 0,-1 0 1 0 0,2 0 0 0 0,-1 0 0 0 0,0 0 0 0 0,10 4-1 0 0,30 29 31 0 0,-36-33 6 0 0,0 0 0 0 0,1-1-1 0 0,-1 0 1 0 0,1-1 0 0 0,-1 0 0 0 0,1 0-1 0 0,0-2 1 0 0,0 1 0 0 0,0-1-1 0 0,0-1 1 0 0,0 0 0 0 0,0 0-1 0 0,0-1 1 0 0,12-3 0 0 0,1-1-8 0 0,-1-1 1 0 0,0-2 0 0 0,33-15-1 0 0,207-125 195 0 0,-180 103-171 0 0,-71 40-23 0 0,14-8-6 0 0,-23 9-6 0 0,5 2 13 0 0,48 1 439 0 0,-56 1-457 0 0,21 35 268 0 0,-17-33-275 0 0,0-1 0 0 0,-1 2 0 0 0,1-1 1 0 0,-1 0-1 0 0,1 1 0 0 0,-1 0 0 0 0,0-1 1 0 0,0 1-1 0 0,0 0 0 0 0,-1 1 1 0 0,1-1-1 0 0,2 4 0 0 0,-3-3-5 0 0,1 0-1 0 0,0 0 1 0 0,-1-1-1 0 0,1 0 1 0 0,1 1-1 0 0,-1-1 1 0 0,0 0 0 0 0,1-1-1 0 0,0 1 1 0 0,-1-1-1 0 0,1 1 1 0 0,6 1-1 0 0,10 9 20 0 0,-18-12-18 0 0,0 1 0 0 0,0-1 0 0 0,0 1 0 0 0,0-1 0 0 0,0 0 0 0 0,0 0 0 0 0,1 0 0 0 0,-1 0 0 0 0,0 0 0 0 0,3 0 0 0 0,23 27 165 0 0,-3 3-83 0 0,39 24 55 0 0,-49-43-114 0 0,9 5 4 0 0,-21-15-23 0 0,-2-2-7 0 0,1 1 1 0 0,-1-1-1 0 0,0 1 1 0 0,0-1-1 0 0,1 1 0 0 0,-1 0 1 0 0,0 0-1 0 0,0 0 0 0 0,0 0 1 0 0,0 0-1 0 0,0 0 1 0 0,0 0-1 0 0,-1 0 0 0 0,1 0 1 0 0,0 0-1 0 0,0 0 0 0 0,-1 0 1 0 0,1 1-1 0 0,-1-1 0 0 0,2 2 1 0 0,27 16-8 0 0,-13-12 15 0 0,-14-6-1 0 0,-1-1 1 0 0,41 13 35 0 0,-27-10-43 0 0,0 0 0 0 0,0-1 1 0 0,0-1-1 0 0,1-1 1 0 0,16-1-1 0 0,8 0 18 0 0,-37 0-18 0 0,0 0 1 0 0,0 1-1 0 0,0-1 1 0 0,0 0-1 0 0,0 0 1 0 0,0 0-1 0 0,-1-1 1 0 0,1 1 0 0 0,4-4-1 0 0,-4 3 0 0 0,-1 1 1 0 0,1-1-1 0 0,0 0 1 0 0,0 1-1 0 0,0 0 0 0 0,0 0 1 0 0,0 0-1 0 0,0 0 1 0 0,7-1-1 0 0,-5 1 6 0 0,0-1-1 0 0,1 1 1 0 0,-1-1-1 0 0,0 0 1 0 0,0-1 0 0 0,0 1-1 0 0,0-1 1 0 0,4-4 0 0 0,10-4 7 0 0,52-22 10 0 0,-18 7-13 0 0,-5-16-2 0 0,-43 39-2 0 0,-3 2-6 0 0,0 0 1 0 0,0 0-1 0 0,0 0 1 0 0,0-1-1 0 0,-1 1 0 0 0,1 0 1 0 0,0-1-1 0 0,0 1 1 0 0,-1-1-1 0 0,1 0 1 0 0,-1 0-1 0 0,0 1 1 0 0,1-1-1 0 0,-1 0 1 0 0,0 0-1 0 0,0 0 1 0 0,0 0-1 0 0,0 0 0 0 0,0-4 1 0 0,0 5-1 0 0,0 0 1 0 0,0 0-1 0 0,1 0 0 0 0,-1 0 0 0 0,0 1 1 0 0,0-1-1 0 0,1 0 0 0 0,-1 0 1 0 0,0 1-1 0 0,1-1 0 0 0,-1 1 1 0 0,1-1-1 0 0,-1 1 0 0 0,3-1 1 0 0,14-7 2 0 0,-4-7-2 0 0,17-13 6 0 0,-14 8 0 0 0,-15 19-7 0 0,0 0 0 0 0,0-1 0 0 0,-1 1 1 0 0,1 0-1 0 0,-1-1 0 0 0,1 1 0 0 0,-1-1 1 0 0,1 0-1 0 0,-1 0 0 0 0,0 1 0 0 0,0-1 1 0 0,0 0-1 0 0,0 0 0 0 0,1-2 0 0 0,2-5-2 0 0,-4 9 1 0 0,1-1 1 0 0,0 1-1 0 0,-1-1 1 0 0,1 1 0 0 0,0-1-1 0 0,-1 1 1 0 0,1 0-1 0 0,0 0 1 0 0,0-1-1 0 0,-1 1 1 0 0,1 0-1 0 0,0 0 1 0 0,0 0-1 0 0,0 0 1 0 0,-1 0-1 0 0,1 0 1 0 0,0 0-1 0 0,0 0 1 0 0,0 0-1 0 0,-1 0 1 0 0,2 1-1 0 0,-1-1 1 0 0,-1 0 0 0 0,0 0 0 0 0,1 1 0 0 0,-1-1 0 0 0,1 0 0 0 0,-1 0-1 0 0,1 0 1 0 0,-1 0 0 0 0,1 0 0 0 0,-1 0 0 0 0,1 0 0 0 0,-1 0-1 0 0,1 0 1 0 0,-1 0 0 0 0,1 0 0 0 0,-1 0 0 0 0,1 0 0 0 0,-1 0-1 0 0,1-1 1 0 0,-1 1 0 0 0,1 0 0 0 0,-1 0 0 0 0,1 0 0 0 0,-1-1 0 0 0,1 1-1 0 0,-1 0 1 0 0,0-1 0 0 0,1 1 0 0 0,-1 0 0 0 0,0-1 0 0 0,1 1-1 0 0,-1 0 1 0 0,0-1 0 0 0,1 0 0 0 0,36 1-15 0 0,49-6-7762 0 0,-72 6 6591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15:56:34.27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83 83 0 0,'-83'-83'0'0,"291"292"0"0,-193-195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15:56:34.63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 0 0,'118'117'0'0,"-112"-110"0"0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15:56:35.13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0 0 0,'134'135'0'0,"-129"-131"0"0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15:56:35.55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 0 0,'34'34'0'0,"-25"-26"0"0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15:56:50.2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111 98 2577 0 0,'-15'-4'3465'0'0,"13"4"-3242"0"0,0 0-1 0 0,0 0 1 0 0,0-1 0 0 0,0 0 0 0 0,0 1 0 0 0,-1-1-1 0 0,1 0 1 0 0,0 0 0 0 0,1 0 0 0 0,-1 0-1 0 0,0 0 1 0 0,-2-2 0 0 0,2 1-245 0 0,-1 1 0 0 0,0-1 0 0 0,1 0 0 0 0,-1 1 0 0 0,0-1 0 0 0,0 1 0 0 0,0 0 1 0 0,1 0-1 0 0,-1 0 0 0 0,0 1 0 0 0,-1-1 0 0 0,1 1 0 0 0,0-1 0 0 0,0 1 0 0 0,-4 0 0 0 0,6 1 21 0 0,0-1-1 0 0,0 1 0 0 0,0-1 1 0 0,0 1-1 0 0,1-1 1 0 0,-1 1-1 0 0,0 0 0 0 0,0-1 1 0 0,1 1-1 0 0,-1 0 0 0 0,0 0 1 0 0,1 0-1 0 0,-1 0 1 0 0,0 0-1 0 0,1-1 0 0 0,-1 1 1 0 0,1 0-1 0 0,0 0 1 0 0,-1 0-1 0 0,1 0 0 0 0,0 0 1 0 0,0 0-1 0 0,-1 1 1 0 0,1-1-1 0 0,0 0 0 0 0,0 1 1 0 0,-3 29-31 0 0,3-30 30 0 0,0 1 0 0 0,0 0 0 0 0,0-1-1 0 0,0 1 1 0 0,0-1 0 0 0,1 1 0 0 0,-1 0-1 0 0,0-1 1 0 0,1 1 0 0 0,-1-1 0 0 0,1 1 0 0 0,-1-1-1 0 0,1 1 1 0 0,0-1 0 0 0,0 1 0 0 0,-1-1-1 0 0,1 0 1 0 0,0 0 0 0 0,0 1 0 0 0,0-1-1 0 0,1 0 1 0 0,-1 0 0 0 0,0 0 0 0 0,0 0-1 0 0,1 0 1 0 0,-1 0 0 0 0,0 0 0 0 0,1-1-1 0 0,-1 1 1 0 0,1 0 0 0 0,-1-1 0 0 0,1 1-1 0 0,-1-1 1 0 0,3 1 0 0 0,-3-1 31 0 0,31-20 123 0 0,-29 15-138 0 0,0 0 0 0 0,0-1 0 0 0,0 1 0 0 0,-1-1-1 0 0,0 1 1 0 0,0-1 0 0 0,0 0 0 0 0,-1 0 0 0 0,0 0 0 0 0,0 0 0 0 0,0 0-1 0 0,-1 0 1 0 0,0 0 0 0 0,0 0 0 0 0,-1 0 0 0 0,1 0 0 0 0,-3-6 0 0 0,3 10-15 0 0,0 1 1 0 0,0-1 0 0 0,-1 0 0 0 0,1 1 0 0 0,-1-1 0 0 0,1 0-1 0 0,-1 1 1 0 0,0-1 0 0 0,0 1 0 0 0,0-1 0 0 0,0 1 0 0 0,0 0-1 0 0,0-1 1 0 0,0 1 0 0 0,0 0 0 0 0,0 0 0 0 0,-1-1 0 0 0,1 1 0 0 0,0 0-1 0 0,-1 0 1 0 0,1 1 0 0 0,-1-1 0 0 0,1 0 0 0 0,-4-1 0 0 0,4 2-5 0 0,0 0 1 0 0,-1 1 0 0 0,1-1 0 0 0,0 0-1 0 0,-1 1 1 0 0,1-1 0 0 0,0 1 0 0 0,0-1-1 0 0,-1 1 1 0 0,1 0 0 0 0,0-1-1 0 0,0 1 1 0 0,0 0 0 0 0,0 0 0 0 0,0 0-1 0 0,0 0 1 0 0,0 0 0 0 0,0 0 0 0 0,0 0-1 0 0,1 0 1 0 0,-1 0 0 0 0,0 0 0 0 0,1 1-1 0 0,-1-1 1 0 0,1 0 0 0 0,-1 0 0 0 0,1 1-1 0 0,-1-1 1 0 0,1 0 0 0 0,0 3 0 0 0,-2 4 5 0 0,1 0 1 0 0,0 1 0 0 0,1-1 0 0 0,0 1 0 0 0,1-1 0 0 0,1 11 0 0 0,0 14 57 0 0,-2-32-62 0 0,18 29 232 0 0,-1 4-251 0 0,-16-33 23 0 0,-1 0 0 0 0,1 0 0 0 0,-1 0 0 0 0,1 0 0 0 0,0 0 0 0 0,0 0-1 0 0,-1 0 1 0 0,1 0 0 0 0,0-1 0 0 0,0 1 0 0 0,0 0 0 0 0,0 0 0 0 0,0-1 0 0 0,0 1 0 0 0,0 0 0 0 0,0-1 0 0 0,0 1 0 0 0,3 0 0 0 0,12 9-21 0 0,-9-3 28 0 0,9 5 23 0 0,7 9-79 0 0,-11-14 49 0 0,-7-4 0 0 0,1-1 1 0 0,-1 1 0 0 0,1-1-1 0 0,-1 0 1 0 0,1 0 0 0 0,0 0-1 0 0,0-1 1 0 0,0 0-1 0 0,0 0 1 0 0,11 0 0 0 0,-16-1 7 0 0,6 0-25 0 0,-6-1 17 0 0,1 1 0 0 0,-1-1-1 0 0,0 1 1 0 0,0-1 0 0 0,0 1 0 0 0,1-1 0 0 0,-1 1 0 0 0,0 0 0 0 0,1 0-1 0 0,-1 0 1 0 0,0-1 0 0 0,1 1 0 0 0,1 1 0 0 0,0 0 2 0 0,0 1 0 0 0,0 0 0 0 0,-1 0 0 0 0,1 0 0 0 0,-1 0 0 0 0,1 1 0 0 0,-1-1 1 0 0,0 1-1 0 0,0-1 0 0 0,0 1 0 0 0,0 0 0 0 0,-1 0 0 0 0,1 0 0 0 0,-1 0 0 0 0,2 3 0 0 0,18 53 37 0 0,-15-36-40 0 0,1 0 5 0 0,0-1 1 0 0,14 30-1 0 0,-20-51 2 0 0,2 4 2 0 0,2 0 7 0 0,-1 1 0 0 0,1-1-1 0 0,1 0 1 0 0,-1 0 0 0 0,1 0 0 0 0,0-1-1 0 0,0 0 1 0 0,0 0 0 0 0,0-1 0 0 0,10 4-1 0 0,0-1 20 0 0,0-1 0 0 0,0 0 1 0 0,23 2-1 0 0,-5-3 3 0 0,-24-3-30 0 0,1 0 0 0 0,-1 0 0 0 0,1 1 0 0 0,-1 1 0 0 0,18 6 0 0 0,-27-9-1 0 0,11 5 2 0 0,-10-4-7 0 0,0 0 0 0 0,-1 0 1 0 0,1 0-1 0 0,0 0 0 0 0,0 0 1 0 0,0-1-1 0 0,0 1 0 0 0,0-1 0 0 0,0 1 1 0 0,0-1-1 0 0,0 0 0 0 0,3 0 1 0 0,-2 1 1 0 0,0-1 0 0 0,0 1 0 0 0,-1-1 0 0 0,1 1 0 0 0,0 0 0 0 0,-1 0 0 0 0,1 0 0 0 0,0 0 0 0 0,-1 1-1 0 0,4 2 1 0 0,-3-2 4 0 0,0 0 0 0 0,0-1 0 0 0,0 1 0 0 0,0-1-1 0 0,0 1 1 0 0,0-1 0 0 0,0 0 0 0 0,1 0 0 0 0,-1-1-1 0 0,7 2 1 0 0,-8-2-5 0 0,-1 0 0 0 0,1 0 0 0 0,0 1 0 0 0,-1-1 0 0 0,1 1 0 0 0,-1-1 0 0 0,1 1-1 0 0,-1 0 1 0 0,1 0 0 0 0,-1 0 0 0 0,1-1 0 0 0,-1 1 0 0 0,1 1 0 0 0,-1-1 0 0 0,0 0 0 0 0,0 0 0 0 0,0 0 0 0 0,2 3 0 0 0,16 28 60 0 0,-17-27-39 0 0,3-1-5 0 0,0 0 0 0 0,0 0 0 0 0,0-1 0 0 0,1 0 0 0 0,-1 0 0 0 0,1 0 0 0 0,0-1 0 0 0,0 0 0 0 0,7 2 0 0 0,1 1 48 0 0,-11-4-50 0 0,-1-1 0 0 0,1 0-1 0 0,0 0 1 0 0,0 0 0 0 0,0 0-1 0 0,-1-1 1 0 0,1 1 0 0 0,0-1 0 0 0,0 1-1 0 0,-1-1 1 0 0,1 0 0 0 0,-1 0-1 0 0,1 0 1 0 0,3-3 0 0 0,38-21 157 0 0,-40 23-155 0 0,43-28 47 0 0,-9 5-1 0 0,74-36 0 0 0,-29 23 17 0 0,-74 35-50 0 0,0 0 0 0 0,0-1 0 0 0,12-8 0 0 0,-15 10-28 0 0,-1-1-1 0 0,1 1 1 0 0,-1 1 0 0 0,1-1 0 0 0,-1 1 0 0 0,1 0 0 0 0,0 1 0 0 0,0-1-1 0 0,8 1 1 0 0,64 2-6 0 0,-27-6 5 0 0,-38 3 4 0 0,-1-1 0 0 0,0 2 0 0 0,1 0-1 0 0,-1 0 1 0 0,0 1 0 0 0,0 0-1 0 0,18 5 1 0 0,-24-4-2 0 0,0-1 0 0 0,0 0 0 0 0,0 0 0 0 0,12-1 0 0 0,-12 0-1 0 0,-1 0 0 0 0,1 1 0 0 0,0 0 1 0 0,-1-1-1 0 0,1 2 0 0 0,-1-1 0 0 0,6 2 1 0 0,9 5-200 0 0,1-2 1 0 0,-1-1 0 0 0,1 0-1 0 0,1-2 1 0 0,33 2-1 0 0,10 2-1260 0 0,-43-4 619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15:57:40.489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27 52 0 0,'-27'6'0'0,"62"-14"0"0,176-40 0 0,-207 46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15:57:34.494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20 111 0 0,'-10'2'0'0,"0"0"0"0,22-5 0 0,461-106 0 0,-460 106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15:57:34.945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1 69 0 0,'214'-49'0'0,"-148"33"0"0,-49 13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9T15:58:04.3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114 272 2497 0 0,'0'0'158'0'0,"-1"-1"1"0"0,0 1-1 0 0,1 0 1 0 0,-1-1 0 0 0,1 1-1 0 0,-1 0 1 0 0,0-1 0 0 0,1 1-1 0 0,-1-1 1 0 0,1 1-1 0 0,-1-1 1 0 0,1 1 0 0 0,-1-1-1 0 0,1 1 1 0 0,-1-1 0 0 0,1 1-1 0 0,0-1 1 0 0,-1 0-1 0 0,1 1 1 0 0,0-1 0 0 0,-1 0-1 0 0,1 1 1 0 0,0-1 0 0 0,0 0-1 0 0,0 1 1 0 0,0-1-1 0 0,-1 0 1 0 0,1 1 0 0 0,0-1-1 0 0,0 0 1 0 0,1 0 0 0 0,-1 1-1 0 0,0-1 1 0 0,0-1 137 0 0,-40 2 1024 0 0,-4-7-612 0 0,28 0-247 0 0,16 7-457 0 0,0 0-1 0 0,0 0 1 0 0,0 0 0 0 0,0 0 0 0 0,-1 0 0 0 0,1 0 0 0 0,0 0 0 0 0,0 0-1 0 0,0 0 1 0 0,0 0 0 0 0,0 0 0 0 0,-1 0 0 0 0,1 0 0 0 0,0 0-1 0 0,0 0 1 0 0,0-1 0 0 0,0 1 0 0 0,0 0 0 0 0,0 0 0 0 0,0 0-1 0 0,0 0 1 0 0,0 0 0 0 0,0 0 0 0 0,-1-1 0 0 0,1 1 0 0 0,0 0 0 0 0,0 0-1 0 0,0 0 1 0 0,0 0 0 0 0,0 0 0 0 0,0 0 0 0 0,0-1 0 0 0,0 1-1 0 0,0 0 1 0 0,0 0 0 0 0,0 0 0 0 0,0 0 0 0 0,0 0 0 0 0,0-1 0 0 0,0 1-1 0 0,0 0 1 0 0,0 0 0 0 0,0 0 0 0 0,1 0 0 0 0,-1 0 0 0 0,0-1-1 0 0,0 1 1 0 0,0 0 0 0 0,0 0 0 0 0,0 0 0 0 0,0 0 0 0 0,0 0-1 0 0,1 0 1 0 0,0-1 1 0 0,0 0-1 0 0,0 0 0 0 0,0 0 0 0 0,0 0 1 0 0,0 0-1 0 0,0 0 0 0 0,-1 0 0 0 0,1 0 1 0 0,0 0-1 0 0,0 0 0 0 0,-1 0 0 0 0,1-1 1 0 0,-1 1-1 0 0,1 0 0 0 0,-1 0 0 0 0,1-2 1 0 0,-1 2-2 0 0,0 0 0 0 0,1 0 1 0 0,-1 0-1 0 0,0 1 0 0 0,1-1 1 0 0,-1 0-1 0 0,0 0 1 0 0,1 1-1 0 0,-1-1 0 0 0,1 0 1 0 0,-1 0-1 0 0,1 1 0 0 0,-1-1 1 0 0,1 1-1 0 0,0-1 0 0 0,-1 0 1 0 0,1 1-1 0 0,0-1 1 0 0,-1 1-1 0 0,1 0 0 0 0,0-1 1 0 0,0 1-1 0 0,-1 0 0 0 0,1-1 1 0 0,0 1-1 0 0,0 0 0 0 0,0 0 1 0 0,0-1-1 0 0,-1 1 0 0 0,1 0 1 0 0,0 0-1 0 0,0 0 1 0 0,0 0-1 0 0,0 0 0 0 0,0 1 1 0 0,-1-1-1 0 0,2 0 0 0 0,0 0 30 0 0,0 0-1 0 0,0 0 1 0 0,0 1-1 0 0,0-1 0 0 0,0 0 1 0 0,0 1-1 0 0,0-1 1 0 0,0 1-1 0 0,0 0 1 0 0,0 0-1 0 0,-1 0 0 0 0,4 1 1 0 0,-5-1-30 0 0,1-1 0 0 0,-1 0 0 0 0,1 0 0 0 0,-1 1 0 0 0,0-1 0 0 0,1 0 0 0 0,-1 0 0 0 0,1 0 0 0 0,-1 0 0 0 0,1 1 0 0 0,0-1 0 0 0,-1 0 0 0 0,1 0 0 0 0,-1 0 0 0 0,1 0 0 0 0,-1 0 0 0 0,1 0 0 0 0,-1-1 1 0 0,1 1-1 0 0,-1 0 0 0 0,1 0 0 0 0,-1 0 0 0 0,1 0 0 0 0,-1 0 0 0 0,1-1 0 0 0,-1 1 0 0 0,1 0 0 0 0,-1-1 0 0 0,0 1 0 0 0,1 0 0 0 0,-1 0 0 0 0,1-1 0 0 0,-1 1 0 0 0,0-1 0 0 0,1 1 0 0 0,-1 0 0 0 0,0-1 0 0 0,0 1 0 0 0,1-1 0 0 0,-1 1 0 0 0,0-1 0 0 0,0 1 0 0 0,0-1 0 0 0,1 1 1 0 0,-1-1-1 0 0,0 1 0 0 0,0-1 0 0 0,0 1 0 0 0,0-1 0 0 0,0 1 0 0 0,0-1 0 0 0,0 1 0 0 0,0-2 0 0 0,0 3 1 0 0,0-1-8 0 0,0 1 1 0 0,1 0 4 0 0,-1 0-1 0 0,1 0 1 0 0,-1 0-1 0 0,1 0 1 0 0,0 0-1 0 0,0 0 1 0 0,-1 0-1 0 0,1 0 0 0 0,0-1 1 0 0,0 1-1 0 0,0 0 1 0 0,0-1-1 0 0,0 1 1 0 0,0 0-1 0 0,0-1 1 0 0,0 1-1 0 0,0-1 1 0 0,0 0-1 0 0,0 1 1 0 0,0-1-1 0 0,1 0 1 0 0,0 0-1 0 0,28 5 31 0 0,-18-9-32 0 0,0 0 0 0 0,0 0 0 0 0,-1-1 0 0 0,0 0 0 0 0,0-1 0 0 0,0 0 0 0 0,0-1 0 0 0,-1 0 0 0 0,10-10 0 0 0,35-21 35 0 0,17-7-12 0 0,1 19-4 0 0,-36 8-34 0 0,-20 14 26 0 0,1 1 1 0 0,-1 0 0 0 0,1 1 0 0 0,26 1 0 0 0,31-5-25 0 0,-57 5 11 0 0,1 0 0 0 0,-1 1 1 0 0,1 1-1 0 0,0 0 0 0 0,-1 2 1 0 0,0 0-1 0 0,1 1 1 0 0,17 7-1 0 0,17 2 43 0 0,2-7-23 0 0,-44-6-17 0 0,0 1 0 0 0,0 1 0 0 0,0-1 0 0 0,12 5 0 0 0,-20-5 2 0 0,1 0 0 0 0,-1 0 0 0 0,0 0 1 0 0,0 0-1 0 0,0 1 0 0 0,0 0 0 0 0,0-1 0 0 0,0 1 1 0 0,-1 0-1 0 0,5 5 0 0 0,20 12-13 0 0,-21-13 11 0 0,-1-1 0 0 0,0 1 1 0 0,0 0-1 0 0,-1 0 0 0 0,1 1 0 0 0,-2-1 0 0 0,7 14 0 0 0,-9-19 1 0 0,1 5 10 0 0,8 9-11 0 0,22 4-18 0 0,-21-12 23 0 0,0 0 0 0 0,0 1 0 0 0,-1 0 0 0 0,0 0 0 0 0,0 1 0 0 0,-1 1 0 0 0,0-1 0 0 0,-1 2 0 0 0,0-1 0 0 0,-1 1 0 0 0,0 0 0 0 0,0 0 0 0 0,7 20 1 0 0,23 40 42 0 0,-31-57-41 0 0,-4-9-9 0 0,0 0 1 0 0,0-1 0 0 0,1 1-1 0 0,-1-1 1 0 0,1 1-1 0 0,0-1 1 0 0,0 0 0 0 0,0 0-1 0 0,1 0 1 0 0,5 4 0 0 0,10 3 15 0 0,-15-9-9 0 0,0 1-1 0 0,0-1 1 0 0,0 0-1 0 0,0 1 1 0 0,-1 0-1 0 0,1 0 0 0 0,-1 0 1 0 0,0 0-1 0 0,0 1 1 0 0,0-1-1 0 0,4 7 1 0 0,37 59-17 0 0,-29-49 15 0 0,-2 1 0 0 0,0 0-1 0 0,-1 1 1 0 0,10 29 0 0 0,-19-43-30 0 0,-1-1-1 0 0,1-1 1 0 0,0 1 0 0 0,1 0-1 0 0,0-1 1 0 0,0 1-1 0 0,0-1 1 0 0,1 0-1 0 0,0-1 1 0 0,0 1 0 0 0,0-1-1 0 0,1 0 1 0 0,-1 0-1 0 0,1-1 1 0 0,0 1-1 0 0,1-2 1 0 0,6 5 0 0 0,-1-3-233 0 0,0-1 1 0 0,0 0 0 0 0,1-1 0 0 0,-1 0 0 0 0,1-1-1 0 0,-1 0 1 0 0,23 0 0 0 0,-10-4-373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10 283 1152 0 0,'-9'-79'7195'0'0,"9"78"-7070"0"0,0 1 29 0 0,36 0 710 0 0,-30 0-848 0 0,-1 0 0 0 0,3-2 0 0 0,-1 2 0 0 0,-1-2 0 0 0,1-1 1 0 0,-1 1-1 0 0,-1 1 0 0 0,3-4 0 0 0,-4 3 0 0 0,3-3 0 0 0,-1 1 0 0 0,0 0 0 0 0,-1-1 0 0 0,-1 1 0 0 0,2-2 0 0 0,-1 0 0 0 0,1-1-16 0 0,7-89 16 0 0,-13 96-13 0 0,0 0-11 0 0,0 0 12 0 0,0 0 1 0 0,0 0-10 0 0,0 0 0 0 0,43 21 167 0 0,39-42 377 0 0,-82 21-539 0 0,-2 2 0 0 0,0-2 0 0 0,2 1 0 0 0,0-1 0 0 0,-1 0 0 0 0,0 2 0 0 0,-1-2 0 0 0,2 0 0 0 0,0 1 0 0 0,-2-1 0 0 0,0 0 0 0 0,1 0 0 0 0,1 0 0 0 0,-1 0 0 0 0,-1 0 0 0 0,1 0 0 0 0,1 0 0 0 0,0 0 0 0 0,-2 0 0 0 0,0 0 0 0 0,1 0 0 0 0,1-1 0 0 0,-1 1 0 0 0,-1 0 0 0 0,0 0 0 0 0,2-2 0 0 0,0 2 0 0 0,-1-1 0 0 0,-1 1 0 0 0,2-2 0 0 0,-1 2 0 0 0,1-1 0 0 0,0-1 0 0 0,-2 2 0 0 0,1-1 0 0 0,1 0-1 0 0,-2 1 1 0 0,2-2 0 0 0,0 1 0 0 0,0-1 0 0 0,-2 2 0 0 0,2-1 0 0 0,0-1 0 0 0,0 1 0 0 0,-1-1 0 0 0,1 1 0 0 0,0 0 0 0 0,0 1 0 0 0,0-2 0 0 0,0 1 0 0 0,0 1 0 0 0,0-2 0 0 0,0 1 0 0 0,0-1 0 0 0,0 0 0 0 0,0 1 0 0 0,0 1 0 0 0,0-1 0 0 0,1 0 0 0 0,-1-1 0 0 0,0 1 0 0 0,2-1 0 0 0,-2 2 0 0 0,0-3 0 0 0,-80 68 56 0 0,45-40 187 0 0,33-25-215 0 0,2 0-8 0 0,0 0 1 0 0,0 0-4 0 0,0 0 1 0 0,0 0 2 0 0,40-2 24 0 0,239-76 849 0 0,-265 73-870 0 0,1 0 0 0 0,-1 2 0 0 0,1 1 0 0 0,1-1 0 0 0,-2 3 0 0 0,1-2-1 0 0,0 4 1 0 0,0-1 0 0 0,0 1 0 0 0,0 0 0 0 0,0 3 0 0 0,12 3-23 0 0,67 75 191 0 0,-72-68-157 0 0,-1-4 0 0 0,1-1 0 0 0,1 0 0 0 0,0-1 0 0 0,0 0 0 0 0,0-3 0 0 0,2-1 0 0 0,-2-2-34 0 0,160-39 72 0 0,-99 79-32 0 0,-24-10-24 0 0,-2 10-18 0 0,-50-36 1 0 0,-2 1 1 0 0,2-3-1 0 0,-1 2 1 0 0,1-2-1 0 0,1 1 1 0 0,-1-3-1 0 0,1 1 1 0 0,-1 1-1 0 0,1-2 1 0 0,-1-1-1 0 0,1 1 0 0 0,0-1 1 0 0,1-1-1 0 0,2-1 1 0 0,81-18 50 0 0,-25 18-29 0 0,-7 98-28 0 0,-39-50 41 0 0,10 19 19 0 0,77 26-32 0 0,-4-26-233 0 0,-59-61-4670 0 0,-39-7 3068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71"/>
    </inkml:context>
    <inkml:brush xml:id="br0">
      <inkml:brushProperty name="width" value="0.1" units="cm"/>
      <inkml:brushProperty name="height" value="0.1" units="cm"/>
      <inkml:brushProperty name="color" value="#00A0D7"/>
    </inkml:brush>
    <inkml:brush xml:id="br1">
      <inkml:brushProperty name="width" value="0.1" units="cm"/>
      <inkml:brushProperty name="height" value="0.1" units="cm"/>
      <inkml:brushProperty name="color" value="#004F8B"/>
    </inkml:brush>
    <inkml:brush xml:id="br2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0 212 1552 0 0,'11'15'4377'0'0,"23"2"-3756"0"0,-10-6-355 0 0,-19-9-229 0 0,-2-1 1 0 0,1 2-1 0 0,1-1 0 0 0,0-1 0 0 0,0-1 0 0 0,-1 2 0 0 0,2-2 1 0 0,-1 0-1 0 0,-1 0 0 0 0,1 0 0 0 0,0 0 0 0 0,0-2 1 0 0,-1 1-1 0 0,1-1 0 0 0,-1 1 0 0 0,1-1 0 0 0,0 1 1 0 0,-1-2-1 0 0,-1 0 0 0 0,5 0-37 0 0,21-10 22 0 0,22-24 6 0 0,-20 6-19 0 0,-5-10 71 0 0,-6-3 814 0 0,-18 40-886 0 0,-1 1 0 0 0,-1 0 0 0 0,2 1 0 0 0,-1-1 0 0 0,1 0 0 0 0,0 0 0 0 0,0 0 0 0 0,-2 0 0 0 0,4 2 0 0 0,-3-2 0 0 0,1 1 0 0 0,1-1 0 0 0,-2 2 0 0 0,3 0 0 0 0,-3-2 0 0 0,2 1 0 0 0,-1 1 0 0 0,1-1 0 0 0,0 2 0 0 0,-2-1 0 0 0,3-1 0 0 0,-3 2 0 0 0,2-1 0 0 0,0 1 0 0 0,-1 0 0 0 0,2 0 0 0 0,-2-1 0 0 0,0 2 0 0 0,2-1 0 0 0,-2 0 0 0 0,1 0 0 0 0,-1 1 0 0 0,2 1-8 0 0,22-5 64 0 0,134-29-62 0 0,-101 32 37 0 0,-58 0-47 0 0,-1 0 0 0 0,0 0-1 0 0,0 0-5 0 0,0 0 8 0 0,0 0 11 0 0,0 0 3 0 0,0 0 1 0 0,0 0 2 0 0,0 0-12 0 0,0 0 3 0 0,23 91-15 0 0,-12-7-44 0 0,29 34 89 0 0,-35-102-27 0 0,0 3 0 0 0,-1 0 0 0 0,-1-2 0 0 0,-1 3 1 0 0,1 0-1 0 0,-2-3 0 0 0,-1 3 0 0 0,0 0 0 0 0,0-2 1 0 0,-2 1-1 0 0,0-1 0 0 0,-2 2 0 0 0,2-2 0 0 0,-3 3-5 0 0,-6 48 9 0 0,18 136 38 0 0,-5-167-7 0 0,-11 41 70 0 0,-74 4 446 0 0,32-31-386 0 0,-55 72 217 0 0,-25 20-125 0 0,70-85-272 0 0,60-54 12 0 0,-2-3 0 0 0,3 3 0 0 0,-3-2 0 0 0,1 1 0 0 0,2 0 0 0 0,-1 1 0 0 0,0 0 0 0 0,1-2 0 0 0,-2 0 0 0 0,2 0 0 0 0,0 1 0 0 0,0 1 0 0 0,0 0 0 0 0,0-2 0 0 0,0 2 0 0 0,0 0 0 0 0,0-2 0 0 0,2 2 0 0 0,-1 0 0 0 0,-1-2 0 0 0,1 2 0 0 0,1-2 0 0 0,0 2 0 0 0,-1-3 0 0 0,1 1 0 0 0,-1 2 0 0 0,0-2 0 0 0,3 1-2 0 0,-2-3 8 0 0,16 45 16 0 0,-15-36-24 0 0,-2 1 0 0 0,1-1 0 0 0,0 2 0 0 0,-1-3 0 0 0,-1 2 0 0 0,0 1 0 0 0,0-1 0 0 0,0-1 0 0 0,-1 0 0 0 0,-1 1 0 0 0,0 1 0 0 0,-1-2 0 0 0,2 1 0 0 0,-4-2 0 0 0,2 2 0 0 0,0-1 0 0 0,0-1 0 0 0,-1 1 0 0 0,-2 0 0 0 0,2-2 0 0 0,-2 1 0 0 0,-1 0 0 0 0,2-1 0 0 0,-28 58-14 0 0,7-3-3669 0 0,24-59 2961 0 0</inkml:trace>
  <inkml:trace contextRef="#ctx0" brushRef="#br1" timeOffset="1">1387 2042 1968 0 0,'-12'4'1503'0'0,"17"2"2542"0"0,8-7-4034 0 0,1-2 0 0 0,0 1 0 0 0,0-2 0 0 0,-1 0 0 0 0,0-2 0 0 0,0 0 0 0 0,0 1 0 0 0,1-1 0 0 0,-3-2 0 0 0,9-6-11 0 0,-14 10 6 0 0,128-63 6 0 0,-103 54-1 0 0,2 0-1 0 0,-1 1 0 0 0,0 4 0 0 0,0-2 0 0 0,0 5 1 0 0,28 0-11 0 0,-43-3 32 0 0,-13 9 6 0 0,-1 1 0 0 0,0-2-1 0 0,2 1 1 0 0,-1 2 0 0 0,1-2 0 0 0,-2 1 0 0 0,0-1 0 0 0,1 3 0 0 0,0-2 0 0 0,-1 1 0 0 0,0 0 0 0 0,-1 0 0 0 0,3 1 0 0 0,-3-1 0 0 0,0 2-1 0 0,1-1 1 0 0,-2-2 0 0 0,2 3 0 0 0,-1 0 0 0 0,2 0-38 0 0,15 26 31 0 0,-16-26-21 0 0,0 1 0 0 0,0 0 0 0 0,-1 0-1 0 0,1 0 1 0 0,-2-1 0 0 0,1 2 0 0 0,0-1 0 0 0,-1 2-1 0 0,1-3 1 0 0,-1 3 0 0 0,-1-1 0 0 0,0-1 0 0 0,0 0 0 0 0,0 1-1 0 0,0 0 1 0 0,0 0 0 0 0,-1-1 0 0 0,-1 1 0 0 0,1-1-1 0 0,1 1 1 0 0,-4-1 0 0 0,3 1 0 0 0,0-2 0 0 0,-3 1-1 0 0,1 1 1 0 0,2-1 0 0 0,-4 0 0 0 0,1 1-10 0 0,-13 3 103 0 0,-137 216 207 0 0,35-47 213 0 0,99-110-485 0 0,18-59-23 0 0,2 0-1 0 0,-3-2 1 0 0,2 2-1 0 0,-4-2 1 0 0,4 2-1 0 0,-3-2 1 0 0,0 2-1 0 0,-1-2 1 0 0,2-2-1 0 0,-2 3 1 0 0,1-3-1 0 0,-3 4 1 0 0,-2 1-15 0 0,-138 84 319 0 0,-53-11 301 0 0,45-32-394 0 0,35 42-267 0 0,84-71-8 0 0,35 44-89 0 0,18-23 166 0 0,-16-42-29 0 0,3 3 0 0 0,-3 0 0 0 0,2-2 0 0 0,-1 4 1 0 0,0-3-1 0 0,0 2 0 0 0,-2-2 0 0 0,2 2 0 0 0,-1-2 0 0 0,1 2 0 0 0,-2-2 0 0 0,0 1 1 0 0,2 0-1 0 0,-2 1 0 0 0,0-1 0 0 0,0 0 0 0 0,-2 2 0 0 0,2-2 0 0 0,0 0 1 0 0,-2 0-1 0 0,1 1 1 0 0,-3 4 3 0 0,0 2 1 0 0,0-1 0 0 0,-1 2-1 0 0,-1-2 1 0 0,1-3 0 0 0,-1 2-1 0 0,0 0 1 0 0,-2 0 0 0 0,1 0-1 0 0,0-4 1 0 0,-3 2 0 0 0,-3 7-4 0 0,-98 111-2294 0 0,99-106-877 0 0,9-9 2049 0 0</inkml:trace>
  <inkml:trace contextRef="#ctx0" brushRef="#br2" timeOffset="2">2597 1799 2056 0 0,'14'-2'5713'0'0,"51"-16"-5322"0"0,67-25-295 0 0,-57-3-62 0 0,-4 6-37 0 0,10 11-76 0 0,-74 13 74 0 0,212-123 188 0 0,-48 69-94 0 0,-37 78 322 0 0,-24 77 608 0 0,-58-4-667 0 0,-10-59-284 0 0,-10 58 25 0 0,-3 45-66 0 0,-19-99-31 0 0,-10-24 0 0 0,0-2 9 0 0,0 0 5 0 0,30 23-10 0 0,-28-20-7 0 0,1 1 0 0 0,-2-1-1 0 0,3 0 1 0 0,-3 0 0 0 0,1 1 0 0 0,0 0 0 0 0,-1 1 0 0 0,2-1 0 0 0,-3 1 0 0 0,2-1 0 0 0,-1 0 0 0 0,-1 1 0 0 0,1-1 0 0 0,-1 0 0 0 0,0 1 0 0 0,0-2 0 0 0,0 1 0 0 0,0 2 0 0 0,0-2 0 0 0,0 0 0 0 0,0 1 0 0 0,0-1 0 0 0,-1 0 0 0 0,0 1 0 0 0,-1-1 0 0 0,2 0 0 0 0,-2 1 0 0 0,0-1 0 0 0,2-1 0 0 0,-4 1 0 0 0,3 0 0 0 0,-3-1 0 0 0,3 2 7 0 0,-122 106 6 0 0,118-106 13 0 0,-1 1-1 0 0,0 0 1 0 0,0 0-1 0 0,1 1 1 0 0,0-1-1 0 0,1-1 1 0 0,-1 3 0 0 0,1-1-1 0 0,-1 1 1 0 0,2 0-1 0 0,0-1 1 0 0,-1 2-1 0 0,2-2 1 0 0,0 2-1 0 0,-1 0 1 0 0,1-1 0 0 0,1 1-1 0 0,0 0 1 0 0,-1-1-1 0 0,2 0 1 0 0,0 2-1 0 0,0-2 1 0 0,0 1-1 0 0,0 0 1 0 0,0 1-1 0 0,2-3 1 0 0,0 2 0 0 0,-2 0-1 0 0,4-1 1 0 0,-3 1-1 0 0,2 0 1 0 0,0-1-1 0 0,2 3-18 0 0,78 66-84 0 0,-58-35-819 0 0,4 9-3750 0 0,-26-43 3320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7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590 0 288 0 0,'-31'8'5185'0'0,"26"-4"-5608"0"0,10 29 864 0 0,-4-33-437 0 0,29 13 940 0 0,-30-7-930 0 0,0 0 0 0 0,2 1 1 0 0,-2-1-1 0 0,0-2 0 0 0,0 4 1 0 0,-2-3-1 0 0,2 1 0 0 0,0 1 1 0 0,-2-1-1 0 0,1-1 0 0 0,-1 2 0 0 0,0-2 1 0 0,0 0-1 0 0,0 1 0 0 0,-1-1 1 0 0,2 1-1 0 0,-3 0 0 0 0,1-2 1 0 0,0 3-1 0 0,0-4 0 0 0,0 2 1 0 0,0 0-1 0 0,-2-2 0 0 0,2 0 0 0 0,-2 2 1 0 0,-1-1-15 0 0,-138 157-47 0 0,55-51 15 0 0,63-58-37 0 0,16 17 66 0 0,10-69 8 0 0,0 0 5 0 0,-3 49 138 0 0,-3-10-123 0 0,1 2 290 0 0,-39 26 941 0 0,44-67-1211 0 0,0 0-3 0 0,0 0 0 0 0,0 0 12 0 0,0 0 1 0 0,0 0-6 0 0,0 0-1 0 0,4 16 573 0 0,42-58-3909 0 0,-38 37 2562 0 0</inkml:trace>
  <inkml:trace contextRef="#ctx0" brushRef="#br0" timeOffset="1">170 493 2136 0 0,'-43'-8'5070'0'0,"43"-10"-3515"0"0,38 105-1038 0 0,34 52 62 0 0,20 120 332 0 0,-92-257-923 0 0,0-2-7 0 0,0 0-41 0 0,0 0-39 0 0,0 0-49 0 0,0 0-100 0 0,0 0-223 0 0,0 0-225 0 0,0 0-101 0 0,0 0 277 0 0,0 0-325 0 0,0 0-271 0 0</inkml:trace>
  <inkml:trace contextRef="#ctx0" brushRef="#br0" timeOffset="2">3 745 1952 0 0,'-2'-34'6461'0'0,"28"17"-4478"0"0,48 9-2901 0 0,-60 7 1502 0 0,191-42-404 0 0,29 7-2778 0 0,-206 33 1867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80 1232 0 0,'-39'3'4984'0'0,"-10"-3"-5055"0"0,83 27 447 0 0,40 8 610 0 0,-28-9 397 0 0,-46-26-1354 0 0,0 0-10 0 0,40 10 164 0 0,42-16-13 0 0,-14-25-155 0 0,10-28 9 0 0,-53-26 191 0 0,-25 85-222 0 0,0 0-1 0 0,0 0-1 0 0,0 0-5 0 0,0 0 8 0 0,65 0 27 0 0,-65 0-13 0 0,0 0 0 0 0,12 28-40 0 0,12 101 76 0 0,-11-90-151 0 0,1 12 183 0 0,-14-51-65 0 0,0 0-3 0 0,0 0 0 0 0,0 0 0 0 0,0 0-1 0 0,0 3-127 0 0,0 1 1 0 0,0 0 0 0 0,0-1-1 0 0,0 2 1 0 0,1-1-1 0 0,1 0 1 0 0,-2 1 0 0 0,2-3-1 0 0,-2 3 1 0 0,1 0-1 0 0,2-3 1 0 0,-3 2 0 0 0,2 0-1 0 0,1 0 1 0 0,-1-3 0 0 0,-1 2-1 0 0,0 0 1 0 0,3 0-1 0 0,-3 0 1 0 0,2-1 0 0 0,0 2-1 0 0,1-1 1 0 0,-2 0 119 0 0,9 2-742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61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209 1 0 0,'-208'0'0'0,"809"0"0"0,-586 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62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55 1 0 0,'-51'0'0'0,"47"0"0"0,34 0 0 0,420 0 0 0,-448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63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 1 0 0,'234'0'0'0,"112"0"0"0,-335 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64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 1 0 0,'463'0'0'0,"-286"0"0"0,-168 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65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49 1 0 0,'-49'0'0'0,"72"0"0"0,239 0 0 0,-259 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66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181 1 0 0,'-70'0'0'0,"65"0"0"0,10 0 0 0,35 0 0 0,39 0 0 0,-230 0 0 0,86 0 0 0,51 0 0 0,18 0 0 0,150 0 0 0,-221 0 0 0,141 0 0 0,-190 0 0 0,235 0 0 0,-73 0 0 0,-40 0 0 0,-17 0 0 0,-132 0 0 0,163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217 119 792 0 0,'0'-4'311'0'0,"-2"1"0"0"0,-1 2 1 0 0,1-1-1 0 0,1 0 0 0 0,0-1 0 0 0,-1 1 0 0 0,-1-1 0 0 0,1 2 0 0 0,-1 0 0 0 0,2 0 0 0 0,-3-1 1 0 0,2 0-1 0 0,0 1 0 0 0,-1-1 0 0 0,0 1 0 0 0,2-1 0 0 0,-3 2 0 0 0,1-1 0 0 0,-3 0 1 0 0,-60-2 1326 0 0,45 3-1968 0 0,19 0 329 0 0,0 2 0 0 0,0-2 0 0 0,1 1-1 0 0,-1-1 1 0 0,1 1 0 0 0,-1-1 0 0 0,1 1-1 0 0,-1 1 1 0 0,0-2 0 0 0,2 1 0 0 0,0 1 0 0 0,-2-1-1 0 0,0-1 1 0 0,0 2 0 0 0,2 0 0 0 0,-1-1 0 0 0,-1 0-1 0 0,2 0 1 0 0,-1 1 0 0 0,1-1 0 0 0,-1 4 0 0 0,-12 37 15 0 0,15-42-15 0 0,-2 1 0 0 0,0 1 0 0 0,1-1 0 0 0,-1-1 0 0 0,2 2 0 0 0,0-1-1 0 0,-2-1 1 0 0,0 2 0 0 0,0-2 0 0 0,2 1 0 0 0,0 1 0 0 0,-2-2 0 0 0,2 0 0 0 0,-1 2 0 0 0,0-2 0 0 0,-1 0-1 0 0,2 0 1 0 0,-1 0 0 0 0,1 0 0 0 0,0 2 0 0 0,0-2 0 0 0,-2 0 0 0 0,0 0 0 0 0,4 0 0 0 0,33 3-11 0 0,-33-5 11 0 0,1-1-1 0 0,-2 3 0 0 0,2-2 0 0 0,-2-1 1 0 0,2 1-1 0 0,-3-1 0 0 0,2 0 0 0 0,-1 1 0 0 0,0-1 1 0 0,0 0-1 0 0,0 0 0 0 0,0 0 0 0 0,0 0 0 0 0,-1-1 1 0 0,0 0-1 0 0,0 1 0 0 0,3-7 0 0 0,-2 2 139 0 0,2 1 0 0 0,-4-2 0 0 0,2 2 1 0 0,-1-2-1 0 0,1 0 0 0 0,-3 1 0 0 0,3-15 0 0 0,-5 21-138 0 0,1 1 1 0 0,1-2 0 0 0,-1 1 0 0 0,-1 0-1 0 0,0 1 1 0 0,0-1 0 0 0,1 0 0 0 0,0 1-1 0 0,-1-1 1 0 0,0 1 0 0 0,1-1 0 0 0,-1 0-1 0 0,1 1 1 0 0,-2 1 0 0 0,1-1 0 0 0,0 0-1 0 0,1 1 1 0 0,-2-2 0 0 0,2 1 0 0 0,-3 1-1 0 0,3 0 1 0 0,-2-2 0 0 0,1 2 0 0 0,1 0 0 0 0,-2 0-1 0 0,1 0 1 0 0,-1 0 0 0 0,1 0 0 0 0,0 0-1 0 0,0 0 1 0 0,-1 0 0 0 0,1 2 0 0 0,-1-2-1 0 0,2 0 1 0 0,-3 1 0 0 0,3-1 0 0 0,-4 3-1 0 0,-1 3-6 0 0,1-2-1 0 0,1 1 0 0 0,-1 2 0 0 0,2-2 0 0 0,-2 1 0 0 0,3 0 1 0 0,-2 0-1 0 0,-3 10 0 0 0,5-13-3 0 0,2-1 1 0 0,-2 1-1 0 0,2 0 1 0 0,0-1-1 0 0,0 1 0 0 0,0-1 1 0 0,0 1-1 0 0,0 0 1 0 0,0 1-1 0 0,0-2 1 0 0,0 1-1 0 0,0 0 0 0 0,0 0 1 0 0,2-1-1 0 0,-2 0 1 0 0,2 1-1 0 0,-1 0 1 0 0,-1 0-1 0 0,2-1 0 0 0,-1 0 1 0 0,1 1-1 0 0,-1-1 1 0 0,3 1-1 0 0,0 1 1 0 0,-1-1 10 0 0,2 0 0 0 0,-2 0 1 0 0,1 0-1 0 0,1-1 1 0 0,0 1-1 0 0,0-1 0 0 0,-1 1 1 0 0,1-2-1 0 0,9 3 1 0 0,-13-4 10 0 0,2 0 0 0 0,-1 2 1 0 0,-1-2-1 0 0,3 0 1 0 0,-3 0-1 0 0,0 0 0 0 0,1 0 1 0 0,1 0-1 0 0,-1 0 0 0 0,-1 0 1 0 0,2 0-1 0 0,-1 0 0 0 0,0-2 1 0 0,0 2-1 0 0,0 0 0 0 0,-1 0 1 0 0,1 0-1 0 0,0-2 0 0 0,0 0 1 0 0,0 2-1 0 0,0-1 1 0 0,0-1-1 0 0,-1 1 0 0 0,0 1 1 0 0,1-2-1 0 0,1-2 0 0 0,1 1-8 0 0,-4 2-1 0 0,2-2 1 0 0,0 0-1 0 0,-1 0 1 0 0,1 0-1 0 0,-1 2 1 0 0,1-2-1 0 0,-2-1 1 0 0,1 2-1 0 0,1-1 0 0 0,-2 0 1 0 0,0-2-1 0 0,2 3 1 0 0,-2-1-1 0 0,0 0 1 0 0,0 0-1 0 0,0 0 1 0 0,0 1-1 0 0,-2-2 1 0 0,2 1-1 0 0,0 0 1 0 0,-2 1-1 0 0,1-1 0 0 0,1 0 1 0 0,-2 0-1 0 0,1 0 1 0 0,-1 0-1 0 0,1 0 1 0 0,-1 2-1 0 0,0-2 1 0 0,0 0-1 0 0,-3-1 1 0 0,2 1-1 0 0,-2 0 0 0 0,2 0 0 0 0,-2 2 1 0 0,2-2-1 0 0,-1 1 0 0 0,0-1 0 0 0,0 2 1 0 0,-1-1-1 0 0,1 1 0 0 0,-1 0 0 0 0,1 1 1 0 0,-1-2-1 0 0,0 2 0 0 0,1 0 0 0 0,-1-1 1 0 0,1 1-1 0 0,-1 0 0 0 0,0 1 0 0 0,0-1 1 0 0,1 2-1 0 0,-7-1 0 0 0,9 2-1 0 0,-4-2 0 0 0,3 2 0 0 0,-1 0 0 0 0,0 0 0 0 0,2 0 0 0 0,-2 0-1 0 0,1 0 1 0 0,1 1 0 0 0,-2-1 0 0 0,2 0 0 0 0,0 1 0 0 0,-5 6 0 0 0,-23 53 11 0 0,28-59-14 0 0,0 0 1 0 0,1 1-1 0 0,0 1 0 0 0,1-2 0 0 0,-2 0 1 0 0,2 3-1 0 0,0-4 0 0 0,0 10 1 0 0,0-10 0 0 0,0-1 0 0 0,0 0 0 0 0,2 1 0 0 0,-2-3 0 0 0,1 2 0 0 0,-1 1 0 0 0,1-1 0 0 0,-1-1 0 0 0,2 1 0 0 0,0 1 0 0 0,-1-3 0 0 0,-1 2 0 0 0,2-1 0 0 0,0 1 0 0 0,-1 0 0 0 0,0-1 0 0 0,1 1 0 0 0,0-1 0 0 0,0-1 1 0 0,0 2-1 0 0,0-2 0 0 0,4 4 0 0 0,-1-3 9 0 0,2 2 1 0 0,-1 0-1 0 0,0-1 0 0 0,1 0 1 0 0,-1 0-1 0 0,1-1 1 0 0,-1-1-1 0 0,10 2 1 0 0,-13-2-10 0 0,-1 0 1 0 0,1-2-1 0 0,0 2 0 0 0,-2 0 1 0 0,3-1-1 0 0,-3 1 1 0 0,2-2-1 0 0,-1 0 1 0 0,1 2-1 0 0,-2 0 0 0 0,2-2 1 0 0,-1 1-1 0 0,1-1 1 0 0,-2 1-1 0 0,1-2 1 0 0,0 1-1 0 0,-1 0 1 0 0,2 2-1 0 0,-1-3 0 0 0,-2 1 1 0 0,1 1-1 0 0,1-3 1 0 0,0 3-1 0 0,-1-1 1 0 0,0-3-1 0 0,33-83 10 0 0,-29 80 4 0 0,-1 0 0 0 0,-2 0 0 0 0,1-1 0 0 0,-1 3 0 0 0,2-17 0 0 0,-4 22-9 0 0,0 0 0 0 0,2-1 0 0 0,-2-1 1 0 0,0 2-1 0 0,0-1 0 0 0,0 1 0 0 0,0-1 0 0 0,0 0 0 0 0,0 0 0 0 0,0 1 0 0 0,-2-1 0 0 0,2 1 0 0 0,0-1 0 0 0,-1-1 0 0 0,1 2 0 0 0,-2 0 0 0 0,2-1 0 0 0,-1 1 0 0 0,-1-1 1 0 0,2 1-1 0 0,-1-1 0 0 0,-1 0 0 0 0,2 1 0 0 0,-2 0 0 0 0,2 1 0 0 0,-2-1 0 0 0,0-1 0 0 0,0 1 0 0 0,1 1 0 0 0,-1-2 0 0 0,1 2 0 0 0,0-1 0 0 0,-5-1 0 0 0,5 2-3 0 0,-2 0 0 0 0,1 0-1 0 0,-1 0 1 0 0,1 2-1 0 0,0-2 1 0 0,-2 0-1 0 0,3 1 1 0 0,-2-1-1 0 0,2 2 1 0 0,-1-2-1 0 0,-1 1 1 0 0,2 1-1 0 0,-1-1 1 0 0,-1 0 0 0 0,1 0-1 0 0,1-1 1 0 0,-1 4-1 0 0,-1-3 1 0 0,1 1-1 0 0,1-1 1 0 0,0 1-1 0 0,1-1 1 0 0,-5 5-1 0 0,-31 51-14 0 0,36-57 14 0 0,-1 5 12 0 0,-2 1 0 0 0,1-2 0 0 0,0 2-1 0 0,0 0 1 0 0,2 0 0 0 0,-2 0 0 0 0,0-1 0 0 0,2 8 0 0 0,0-13-32 0 0,4-1-574 0 0,-2-1 390 0 0,2 1-1 0 0,-3 0 1 0 0,2-1 0 0 0,0-1-1 0 0,1 2 1 0 0,-3-2 0 0 0,2 1 0 0 0,-1 0-1 0 0,1 0 1 0 0,-2-1 0 0 0,2 0-1 0 0,-1 0 1 0 0,0 1 0 0 0,-1 0-1 0 0,0-1 1 0 0,1 0 0 0 0,-2 0-1 0 0,3-4 1 0 0,5-12-672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59 336 0 0,'-6'25'3898'0'0,"6"9"-3232"0"0,0-11-198 0 0,2-22-453 0 0,-1 1-1 0 0,-1-1 1 0 0,1 1 0 0 0,1-2 0 0 0,-2 1-1 0 0,2 0 1 0 0,-1-1 0 0 0,1 2 0 0 0,0-1 0 0 0,-2-1-1 0 0,1 2 1 0 0,0-2 0 0 0,1 0 0 0 0,0 1-1 0 0,-1-1 1 0 0,0 0 0 0 0,1 2 0 0 0,0-2 0 0 0,-1 0-1 0 0,4 0 1 0 0,32 5 682 0 0,-34-5-637 0 0,0 0 0 0 0,0 0 0 0 0,1 0 0 0 0,-2-2 0 0 0,1 2 0 0 0,0-2 0 0 0,0 1 0 0 0,1-1 0 0 0,-3 1 0 0 0,2-1 0 0 0,0 1 0 0 0,-1-1 0 0 0,1 1 0 0 0,-2-2 0 0 0,3 2 0 0 0,-3-2 0 0 0,2 1 0 0 0,-1-1 0 0 0,-1 2 0 0 0,1-2 0 0 0,-1 0 1 0 0,1 2-1 0 0,-1-3 0 0 0,1 2 0 0 0,0-1 0 0 0,-2 0 0 0 0,2-3 0 0 0,2-6-110 0 0,-1-1 0 0 0,0 2 0 0 0,-2-2 0 0 0,1 1 0 0 0,0-19 0 0 0,-2 31 53 0 0,1 0 1 0 0,-1-2-1 0 0,0 2 0 0 0,0-1 0 0 0,0 1 0 0 0,0 0 0 0 0,0-2 0 0 0,0 2 0 0 0,0-1 0 0 0,0 1 0 0 0,0 0 1 0 0,0-2-1 0 0,0 2 0 0 0,0 0 0 0 0,-1-2 0 0 0,1 2 0 0 0,0-1 0 0 0,0 1 0 0 0,0 0 0 0 0,0-1 1 0 0,-2 1-1 0 0,2 0 0 0 0,0-1 0 0 0,0 1 0 0 0,-2 0 0 0 0,2 0 0 0 0,0-2 0 0 0,-1 2 0 0 0,1 0 0 0 0,0 0 1 0 0,0-1-1 0 0,-2 1 0 0 0,2 0 0 0 0,-1 0 0 0 0,1 0 0 0 0,0 0 0 0 0,-2-2 0 0 0,2 2 0 0 0,0 0 0 0 0,-1 0 1 0 0,1 0-1 0 0,-2 0 0 0 0,2 0 0 0 0,0 0 0 0 0,-2 0 0 0 0,2 0 0 0 0,-1 0 0 0 0,1 0 0 0 0,0 0 1 0 0,-1 0-1 0 0,1 2 0 0 0,0-2 0 0 0,-2 0 0 0 0,2 0 0 0 0,0 0 0 0 0,-2 0 0 0 0,2 1 0 0 0,0-1 0 0 0,-1 0 1 0 0,1 0-1 0 0,0 2 0 0 0,-2-2 0 0 0,2 0 0 0 0,0 0 0 0 0,0 1 0 0 0,-1 0 0 0 0,-29 27 207 0 0,17-8 76 0 0,0 2 0 0 0,1-1 1 0 0,-14 41-1 0 0,13-3-2670 0 0,15-59 1765 0 0,6 2-216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671 8 1264 0 0,'-32'-4'5628'0'0,"-8"1"-3385"0"0,35 83 463 0 0,-12-44-2404 0 0,16-30-253 0 0,-2-2 1 0 0,1 1-1 0 0,1-1 1 0 0,-3 2-1 0 0,2-2 1 0 0,-2 0-1 0 0,1 1 0 0 0,0-1 1 0 0,-3 3-1 0 0,-8 6 75 0 0,12-10-67 0 0,-4 2-1 0 0,3-1 1 0 0,-1-1-1 0 0,0 0 1 0 0,-2 0-1 0 0,2-1 1 0 0,-5 5-1 0 0,-4-1 33 0 0,12-4-84 0 0,0-1 0 0 0,-1-1-1 0 0,2 2 1 0 0,-2-2 0 0 0,1 2 0 0 0,-3-2 0 0 0,3 1-1 0 0,0-1 1 0 0,-1 0 0 0 0,0 2 0 0 0,1-2 0 0 0,0 0-1 0 0,-1 0 1 0 0,0 0 0 0 0,-3 0 0 0 0,-68 16 20 0 0,71-16-27 0 0,1 0 0 0 0,-1 0-1 0 0,1 0 1 0 0,-1 0 0 0 0,0 0-1 0 0,1 0 1 0 0,0 0 0 0 0,-1 2 0 0 0,0-2-1 0 0,1 0 1 0 0,-1 2 0 0 0,1-2 0 0 0,-1 1-1 0 0,1-1 1 0 0,-1 2 0 0 0,2-1-1 0 0,-2-1 1 0 0,1 2 0 0 0,0-1 0 0 0,1-1-1 0 0,-2 2 1 0 0,0-1 0 0 0,2 0-1 0 0,-1 1 1 0 0,1-2 0 0 0,-2 1 0 0 0,1 4-1 0 0,1-4 3 0 0,-2 2 0 0 0,1-2 0 0 0,-1 1-1 0 0,0 1 1 0 0,2-2 0 0 0,-1 1 0 0 0,0 0 0 0 0,-3-1-1 0 0,3 0 1 0 0,-1 0 0 0 0,1 1 0 0 0,-1-1 0 0 0,-3 1 0 0 0,-14 5 22 0 0,17-7-20 0 0,0 0 0 0 0,1 0 1 0 0,-2 0-1 0 0,2 1 1 0 0,-1-1-1 0 0,0 0 0 0 0,0 2 1 0 0,1-2-1 0 0,1 1 0 0 0,-1-1 1 0 0,-1 2-1 0 0,1-2 1 0 0,-1 2-1 0 0,0-1 0 0 0,1-1 1 0 0,0 3-1 0 0,-1-2-11 0 0,0 0 0 0 0,-1 1 0 0 0,2 0 0 0 0,-1-1 0 0 0,1 1 0 0 0,-1-1 0 0 0,-1-1 0 0 0,2 2-1 0 0,-1-2 1 0 0,-1 1 0 0 0,1-1 0 0 0,-4 1 0 0 0,4-1 2 0 0,1 0-1 0 0,0 1 1 0 0,-1-1 0 0 0,0 0-1 0 0,1 0 1 0 0,-1 2 0 0 0,2-2-1 0 0,-1 0 1 0 0,-1 2 0 0 0,1-2-1 0 0,-1 1 1 0 0,0 1-1 0 0,1-2 1 0 0,0 1 0 0 0,1-1-1 0 0,-2 2 1 0 0,0-1 0 0 0,2 0-1 0 0,-1-1 1 0 0,-1 2 0 0 0,2-1-1 0 0,-1 1 1 0 0,1-1 0 0 0,-2 1-1 0 0,2-1 1 0 0,0 1 0 0 0,-1-1-1 0 0,1 0 1 0 0,-2 4-1 0 0,2-5 11 0 0,0 0-7 0 0,0 3 1 0 0,0-2-3 0 0,0-1 0 0 0,0 15 6 0 0,0-15 22 0 0,2 1-20 0 0,-2 0 0 0 0,0 1 0 0 0,0-1 0 0 0,0 1 0 0 0,0 1 0 0 0,0-1 0 0 0,0-1 0 0 0,-2 0 0 0 0,2 0 0 0 0,0 1 0 0 0,0-1 0 0 0,-2 1 0 0 0,2-1 0 0 0,-1 1 0 0 0,1 0 0 0 0,-1-1 0 0 0,1 0 0 0 0,-2 0 0 0 0,2 1 0 0 0,-2-1 0 0 0,1-1 0 0 0,-2 4 0 0 0,1 29 0 0 0,-1-27 23 0 0,0-1 0 0 0,0 1 0 0 0,-2 1 0 0 0,3-2 1 0 0,-4-1-1 0 0,-4 10 0 0 0,-35 15-1 0 0,34-11-52 0 0,11-16 31 0 0,-1 1 0 0 0,1-2 0 0 0,0 1 0 0 0,-2-2 0 0 0,2 2 0 0 0,-1 0-1 0 0,1-2 1 0 0,-2 1 0 0 0,1 1 0 0 0,1-1 0 0 0,-2 1 0 0 0,0-1 0 0 0,1 1-1 0 0,1-2 1 0 0,-1 1 0 0 0,-1 0 0 0 0,-1 1 0 0 0,-16 8 39 0 0,16-7-41 0 0,2-2 1 0 0,-1 1-1 0 0,0-1 0 0 0,-2-1 0 0 0,2 2 1 0 0,-1 0-1 0 0,2-1 0 0 0,-2-1 1 0 0,-1 1-1 0 0,2-1 0 0 0,0 1 0 0 0,-1-1 1 0 0,0 0-1 0 0,-3 0 0 0 0,5 2 1 0 0,-3-2 0 0 0,3 1 0 0 0,-1 1 0 0 0,-1-2 0 0 0,2 2 0 0 0,-1-1-1 0 0,0 1 1 0 0,1-2 0 0 0,0 1 0 0 0,-1 0 0 0 0,0 0 0 0 0,1 1 0 0 0,-1 1 0 0 0,0-1 0 0 0,1-1-1 0 0,0 2 1 0 0,-1 6-3736 0 0,5-8 3355 0 0,36 1-1224 0 0,32-8 314 0 0,-27-12-433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4T09:21:18.2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149 0 312 0 0,'-148'0'8991'0'0,"150"55"-7458"0"0,-2-53-1344 0 0,4 42-66 0 0,26 33-51 0 0,-29-74-55 0 0,2 1 1 0 0,-1-1 0 0 0,-1-1-1 0 0,3 1 1 0 0,-4-2 0 0 0,4 3-1 0 0,-2-1 1 0 0,0-3-1 0 0,0 2 1 0 0,1 1 0 0 0,1-1-1 0 0,-2-1 1 0 0,1 1 0 0 0,0-1-1 0 0,0 1 1 0 0,1-2-1 0 0,5 3 1 0 0,-9-3-1 0 0,55 20 138 0 0,-27-19-104 0 0,-25-1-44 0 0,0-1 1 0 0,1 1-1 0 0,-2 0 0 0 0,1 0 0 0 0,1 0 0 0 0,-2 1 1 0 0,2-1-1 0 0,-1 0 0 0 0,0 2 0 0 0,0-2 1 0 0,-1 0-1 0 0,0 0 0 0 0,2 2 0 0 0,-1 0 1 0 0,3 1-1 0 0,-6-2 0 0 0,20 29 14 0 0,-20-29-4 0 0,1 1 25 0 0,1 3 0 0 0,0 0 0 0 0,-1-3 0 0 0,1 2 0 0 0,-1 0 0 0 0,1 0 0 0 0,1-2 0 0 0,3 8 0 0 0,9 17 24 0 0,1 10 67 0 0,-13-31-115 0 0,0 3-1 0 0,1-1 1 0 0,-2 0-1 0 0,1 1 1 0 0,-1 0-1 0 0,-1-1 1 0 0,1 1 0 0 0,-1 10-1 0 0,1 12 4 0 0,-2-23-5 0 0,2 0 0 0 0,-2 0 0 0 0,0 1 0 0 0,-2 0 0 0 0,2-1 0 0 0,-2 1 0 0 0,1 0 0 0 0,-5 13 0 0 0,2-17 1 0 0,2 3-1 0 0,-2-2 0 0 0,3 2 0 0 0,-2-3 1 0 0,2 3-1 0 0,1-1 0 0 0,-2 1 0 0 0,2-1 1 0 0,-2 0-1 0 0,2 0 0 0 0,2 0 0 0 0,-2 1 1 0 0,2-1-1 0 0,-1 1 0 0 0,0-2 0 0 0,4 9 0 0 0,-2-10-8 0 0,0-2 0 0 0,0 2 0 0 0,2 0 0 0 0,-2-1 0 0 0,1 0 0 0 0,0-1 0 0 0,0 1-1 0 0,10 7 1 0 0,14 9-5 0 0,-27-17 0 0 0,3-1 0 0 0,-1 1 0 0 0,0-3 0 0 0,2 2 0 0 0,-3 1 0 0 0,2-2 1 0 0,-1 1-1 0 0,1 0 0 0 0,0-2 0 0 0,6 3 0 0 0,7 0 59 0 0,-16-1 409 0 0,5-2-355 0 0,3 0 0 0 0,-2 2 1 0 0,1-1-1 0 0,0 1 1 0 0,-2-1-1 0 0,16 6 0 0 0,2 53 390 0 0,-24-55-816 0 0,6 15 778 0 0,-4-20-603 0 0,-2 0 1 0 0,0 0 0 0 0,0 0-1 0 0,2 0 1 0 0,-2 1 0 0 0,0-1 0 0 0,0 0-1 0 0,0 0 1 0 0,0 0 0 0 0,0 0-1 0 0,0 0 1 0 0,2 0 0 0 0,-2 0 0 0 0,0 0-1 0 0,2 0 1 0 0,-2 0 0 0 0,0 0-1 0 0,0 0 1 0 0,1 0 0 0 0,-1 0 0 0 0,0 0-1 0 0,0 0 1 0 0,2 0 0 0 0,-2 0-1 0 0,0 0 1 0 0,1 0 0 0 0,-1 0-1 0 0,0 0 1 0 0,0-1 0 0 0,2 1 0 0 0,-2 0-1 0 0,56-28-941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06:47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1506 4849 0 0,'-10'6'3463'0'0,"-17"0"-2840"0"0,25-9-608 0 0,0 1 0 0 0,1-1-1 0 0,-1 1 1 0 0,1-2 0 0 0,-1 1-1 0 0,1 0 1 0 0,0 0 0 0 0,0 0-1 0 0,0 0 1 0 0,0 0 0 0 0,1-1-1 0 0,-1 1 1 0 0,1-1 0 0 0,-1 1-1 0 0,1 0 1 0 0,0-1 0 0 0,0 1-1 0 0,0-1 1 0 0,1 1 0 0 0,-1-1-1 0 0,1 1 1 0 0,-1 0 0 0 0,1 0-1 0 0,0-1 1 0 0,0 1 0 0 0,0 0-1 0 0,0 0 1 0 0,1 0 0 0 0,0-1-15 0 0,4-31 113 0 0,-4 25-168 0 0,9-14 21 0 0,19 13 43 0 0,35 27 192 0 0,-48-6-91 0 0,-16-10-110 0 0,-1 1 0 0 0,1-1 1 0 0,0 0-1 0 0,-1 0 0 0 0,1 1 0 0 0,-1-1 1 0 0,1 0-1 0 0,-1 0 0 0 0,1 0 0 0 0,-1 0 1 0 0,1 0-1 0 0,0 0 0 0 0,-1 0 1 0 0,1 0-1 0 0,-1 0 0 0 0,1 0 0 0 0,-1 0 1 0 0,1 0-1 0 0,0 0 0 0 0,-1-1 1 0 0,1 1-1 0 0,0 0 0 0 0,-1 0 0 0 0,1 0 1 0 0,-1-1-1 0 0,1 0 0 0 0,-1 1 0 0 0,1 0 1 0 0,-1-1-1 0 0,1 1 0 0 0,-1 0 1 0 0,0-1-1 0 0,1 0 0 0 0,-1 0 0 0 0,8-18-33 0 0,5-6 22 0 0,-2-23-121 0 0,3 29 124 0 0,-11 6 87 0 0,2 10-44 0 0,-2 3-44 0 0,17 6 997 0 0,-19-5-982 0 0,1 0 0 0 0,-1-1 0 0 0,1 1 0 0 0,-1 0 0 0 0,0-1 0 0 0,1 1 0 0 0,-1-1 0 0 0,1 0 0 0 0,-1 0 0 0 0,1 1 0 0 0,-1-1 0 0 0,0 0 0 0 0,1 0 0 0 0,0 0 0 0 0,-1-1 0 0 0,1 1 0 0 0,-1 0-1 0 0,0 0 1 0 0,1-1 0 0 0,-1 1 0 0 0,0-1 0 0 0,1 0 0 0 0,-1 0 0 0 0,1 0-6 0 0,37-67 412 0 0,-11 12-452 0 0,5-8-62 0 0,0-11 139 0 0,-19 37-26 0 0,12 17-66 0 0,18-17-280 0 0,-40 35 318 0 0,0 1 0 0 0,1 0 0 0 0,-1 0 0 0 0,1 1 1 0 0,-1 0-1 0 0,1 0 0 0 0,-1 0 0 0 0,1 0 0 0 0,0 1 0 0 0,-1 0 0 0 0,1 0 0 0 0,-1 0 0 0 0,1 1 0 0 0,2 0 17 0 0,-5 1 11 0 0,-1 0 1 0 0,1 0-1 0 0,-1 0 1 0 0,1 0-1 0 0,0 0 1 0 0,-1 0-1 0 0,0 0 0 0 0,0 1 1 0 0,0-1-1 0 0,0 0 1 0 0,0 1-1 0 0,0 0 1 0 0,-1-1-1 0 0,1 1 0 0 0,-1 0 1 0 0,1-1-1 0 0,-1 1 1 0 0,0 0-12 0 0,1 3-3 0 0,12 48 0 0 0,3 3 6 0 0,-15-55-12 0 0,0 1 1 0 0,0-1-1 0 0,1 0 1 0 0,-1 1-1 0 0,1-1 1 0 0,-1 0 0 0 0,1 0-1 0 0,0 0 1 0 0,0 0-1 0 0,0 0 1 0 0,-1-1 0 0 0,1 1-1 0 0,0-1 1 0 0,0 1-1 0 0,0-1 1 0 0,1 0-1 0 0,-1 0 1 0 0,0 0 0 0 0,2 0 8 0 0,-2 0 3 0 0,0 0 1 0 0,-1 0 0 0 0,1-1 0 0 0,1 0 0 0 0,-1 1 0 0 0,0-1 0 0 0,-1 0 0 0 0,1 0-1 0 0,0 0 1 0 0,0 0 0 0 0,0 0 0 0 0,0-1 0 0 0,0 1 0 0 0,0-1 0 0 0,0 0 0 0 0,0 1-1 0 0,0-2 1 0 0,0 2 0 0 0,-1-1 0 0 0,1-1 0 0 0,0 1 0 0 0,-1 0 0 0 0,1-1 0 0 0,0 1-1 0 0,-1-1 1 0 0,0 1 0 0 0,1-1 0 0 0,-1 0 0 0 0,0 0 0 0 0,0 1 0 0 0,1-3-4 0 0,21-27 17 0 0,11-34-22 0 0,-25 1-633 0 0,-5-23 33 0 0,-19 58 970 0 0,14-67 117 0 0,19 100-293 0 0,-16-5-186 0 0,1 0 0 0 0,-1-1 1 0 0,1 0-1 0 0,-1 1 0 0 0,0-1 1 0 0,0 0-1 0 0,0 0 0 0 0,1 0 0 0 0,-1-1 1 0 0,-1 1-1 0 0,1-1 0 0 0,0 1 0 0 0,-1 0 1 0 0,1-1-1 0 0,-1 0 0 0 0,0 0 0 0 0,1 0 1 0 0,-1 0-1 0 0,-1 0 0 0 0,2-3-3 0 0,2-3 31 0 0,1 1 0 0 0,-1-1 0 0 0,2 1-1 0 0,-1 0 1 0 0,1 0 0 0 0,0 0 0 0 0,0 1-1 0 0,2-1-30 0 0,4-6-22 0 0,27-48-11 0 0,-18 16-155 0 0,-2-4-198 0 0,-1 4 82 0 0,13-48 136 0 0,14 8-152 0 0,-27 62 320 0 0,-9 13 168 0 0,12 6-62 0 0,-21 5-74 0 0,0 0-18 0 0,0 0 0 0 0,11 9-620 0 0,10 35 804 0 0,-12 34 67 0 0,-8-77-248 0 0,0 0 1 0 0,-1 0-1 0 0,2 0 0 0 0,-1 0 0 0 0,0 0 1 0 0,0 0-1 0 0,0 0 0 0 0,0 0 0 0 0,0 0 1 0 0,0 0-1 0 0,0-1 0 0 0,0 1 0 0 0,0-1 1 0 0,0 1-1 0 0,1-1 0 0 0,-1 1 0 0 0,0-1 1 0 0,1 0-1 0 0,-1 0 0 0 0,0 0 0 0 0,1 0 1 0 0,-1 0-1 0 0,0 0 0 0 0,0 0 0 0 0,1 0 1 0 0,-1 0-1 0 0,0-1 0 0 0,0 1 0 0 0,0-1 1 0 0,1 1-1 0 0,-1-1 0 0 0,1 0-17 0 0,9-1 32 0 0,66 25 895 0 0,-47-35-934 0 0,4-22 9 0 0,-2-22-176 0 0,-2-4 58 0 0,-26 48 124 0 0,43-26-25 0 0,-5-25-532 0 0,-41 63 549 0 0,-1 0 1 0 0,2 0-1 0 0,-2 0 1 0 0,1 0 0 0 0,0 0-1 0 0,-1 0 1 0 0,1 0 0 0 0,0 1-1 0 0,-1-1 1 0 0,1 0 0 0 0,-1 0-1 0 0,1 0 1 0 0,0 1 0 0 0,-1-1-1 0 0,1 0 1 0 0,-1 1 0 0 0,1 0-1 0 0,0-1 1 0 0,-1 1 0 0 0,1-1-1 0 0,-1 1 1 0 0,0 0 0 0 0,1-1-1 0 0,-1 1 1 0 0,1 0 0 0 0,-1-1-1 0 0,0 1 1 0 0,1 0 0 0 0,-1 0-1 0 0,0-1 1 0 0,0 1 0 0 0,1 0-1 0 0,-1 0 1 0 0,0-1 0 0 0,0 1-1 0 0,0 0 1 0 0,0 0 0 0 0,0 0-1 0 0,0-1 1 0 0,0 2-1 0 0,11 19 163 0 0,3 5 109 0 0,17 55-287 0 0,-24-31 810 0 0,-6-49-795 0 0,0 1 0 0 0,0-1 0 0 0,0 0 0 0 0,0 0-1 0 0,1 1 1 0 0,-1-2 0 0 0,1 1 0 0 0,-1 0 0 0 0,1 0 0 0 0,-1 0 0 0 0,0-1 0 0 0,1 1-1 0 0,-1 0 1 0 0,1-1 0 0 0,0 0 0 0 0,-1 0 0 0 0,1 0 0 0 0,0 0 0 0 0,-1 0-1 0 0,2 0 1 0 0,-3 0 0 0 0,35-4 0 0 0,-3-12-6 0 0,-23 6-2 0 0,21-2 85 0 0,-22 31 2 0 0,-6-13-84 0 0,-1 0 0 0 0,0 0 0 0 0,-1 0 1 0 0,1 0-1 0 0,-1 0 0 0 0,0 0 0 0 0,0 0 0 0 0,-1 0 0 0 0,1 0 1 0 0,-1 0-1 0 0,0 0 0 0 0,-1 0 0 0 0,0 2 5 0 0,-31 53 14 0 0,25-50-1 0 0,-21 28 51 0 0,-23 23-264 0 0,-75 87-250 0 0,77-93 553 0 0,18-20-14 0 0,-2-5-181 0 0,-13 19-105 0 0,13-12 110 0 0,26-32 578 0 0,8-6-442 0 0,-8 3 58 0 0,-20 37-58 0 0,-4-32-142 0 0,31-7 77 0 0,-1-1 0 0 0,1 0 0 0 0,0 0-1 0 0,0 0 1 0 0,0 0 0 0 0,0 0 0 0 0,0 0 0 0 0,-1 0 0 0 0,1 0 0 0 0,0 0-1 0 0,-1 0 1 0 0,1-1 0 0 0,0 1 0 0 0,0 0 0 0 0,0-1 0 0 0,0 0 0 0 0,0 1-1 0 0,0-1 1 0 0,0 1 0 0 0,0-2 0 0 0,0 2 0 0 0,0-1 0 0 0,0 0-1 0 0,1 0 1 0 0,-2 0 0 0 0,1 0 0 0 0,0-1 16 0 0,1 2-8 0 0,0 0-5 0 0,0 0 3 0 0,16 6-12 0 0,41 5 283 0 0,21-8 7 0 0,-61-10-69 0 0,-17 7-131 0 0,0 0 23 0 0,0 0 3 0 0,36-2 841 0 0,-18-3-888 0 0,19 3 157 0 0,-35 7-189 0 0,1-2-1 0 0,0 2 1 0 0,-1-1 0 0 0,0 0 0 0 0,0 0 0 0 0,0 1-1 0 0,-1-1 1 0 0,1 1 0 0 0,-1 0 0 0 0,0-1 0 0 0,0 1-1 0 0,0 0 1 0 0,0 0 0 0 0,-1 0 0 0 0,0 0 0 0 0,0 0-1 0 0,0 0 1 0 0,0 0 0 0 0,-1 0 0 0 0,1 0 0 0 0,-1 0-1 0 0,0 0 1 0 0,-1-1 0 0 0,1 1 0 0 0,-1 0-15 0 0,0 7 6 0 0,-3 33-14 0 0,4-42 4 0 0,0 1 1 0 0,1-1-1 0 0,0 0 0 0 0,-1 0 1 0 0,1 1-1 0 0,0-1 0 0 0,1 1 1 0 0,-1-1-1 0 0,0 0 0 0 0,1 0 1 0 0,-1 1-1 0 0,1-1 1 0 0,0 0-1 0 0,0 1 0 0 0,0-1 1 0 0,0 0-1 0 0,1 0 0 0 0,-1-1 1 0 0,0 1-1 0 0,1 0 0 0 0,0 0 1 0 0,0-1-1 0 0,0 1 0 0 0,0-1 1 0 0,0 1-1 0 0,1 0 4 0 0,32 28 40 0 0,-32-28-32 0 0,-2 0 0 0 0,2 0 0 0 0,-2 1 0 0 0,1-1 0 0 0,-1 1-1 0 0,1 0 1 0 0,-1-1 0 0 0,0 1 0 0 0,0-1 0 0 0,0 2 0 0 0,-1-2 0 0 0,1 1 0 0 0,-1 0 0 0 0,0 0-1 0 0,0 0 1 0 0,0 1 0 0 0,0-2 0 0 0,0 1 0 0 0,-1 0 0 0 0,1 0 0 0 0,-1 0 0 0 0,0 0 0 0 0,-1 2-8 0 0,4 35-223 0 0,1-39 217 0 0,0-1 0 0 0,1 1 0 0 0,-1-1 0 0 0,1 0 0 0 0,-1-1 0 0 0,1 1 1 0 0,0 0-1 0 0,-1-1 0 0 0,1 0 0 0 0,-1 0 0 0 0,1-1 0 0 0,0 0 0 0 0,-1 1 0 0 0,1-1 0 0 0,-1 0 1 0 0,1 0-1 0 0,-1 0 0 0 0,0-1 0 0 0,3-1 6 0 0,54-26-27 0 0,-15 4 46 0 0,-41 46 37 0 0,-3-15-51 0 0,-1 0 0 0 0,1 0 0 0 0,-1 0 0 0 0,-1 0 1 0 0,1 0-1 0 0,-1 0 0 0 0,1 1 0 0 0,-2-2 0 0 0,1 1 0 0 0,-1 0 0 0 0,1 0 1 0 0,-1-1-1 0 0,0 1 0 0 0,-3 5-5 0 0,1-2 7 0 0,-26 75-152 0 0,-9-15 404 0 0,-18-10-149 0 0,8-28-384 0 0,41-20 205 0 0,0 1 0 0 0,0 0 0 0 0,1 0-1 0 0,0 1 1 0 0,1 0 0 0 0,0 0 0 0 0,1 1 0 0 0,0 2 69 0 0,-32 113 161 0 0,27-101-144 0 0,-9-44-425 0 0,14 12 409 0 0,-1 1-1 0 0,1 1 0 0 0,0-1 0 0 0,-1 1 1 0 0,1 0-1 0 0,0 0 0 0 0,-1 1 0 0 0,0 0 1 0 0,1 0-1 0 0,-1 1 0 0 0,0-1 0 0 0,0 1 1 0 0,1 1-1 0 0,-1-1 0 0 0,0 1 0 0 0,-2 1 0 0 0,-136 54 99 0 0,128-50-392 0 0,0-1 1 0 0,0 0-1 0 0,0-1 0 0 0,-1-1 0 0 0,1-1 1 0 0,-7-1 292 0 0,-5-5-522 0 0,24 1 541 0 0,1 0-1 0 0,-1 0 1 0 0,1-1 0 0 0,-1 1-1 0 0,1-1 1 0 0,0 0 0 0 0,0 0-1 0 0,1 0 1 0 0,-1 0-1 0 0,0-1 1 0 0,1 1 0 0 0,0-2-19 0 0,-21-31 55 0 0,20 34-19 0 0,0 1 1 0 0,-1 0-1 0 0,1-1 1 0 0,0 1-1 0 0,-1 1 0 0 0,1-1 1 0 0,-1 0-1 0 0,0 1 1 0 0,1 0-1 0 0,-1 0 1 0 0,0 1-1 0 0,0-1 0 0 0,1 1 1 0 0,-1 0-1 0 0,0 0 1 0 0,0 0-1 0 0,0 1 1 0 0,1-1-1 0 0,-1 2-36 0 0,-31 26 61 0 0,27-20-78 0 0,-90 143 194 0 0,98-151-180 0 0,-2 1-1 0 0,2-1 1 0 0,-1 1-1 0 0,0 0 1 0 0,1-1-1 0 0,-1 0 0 0 0,0 1 1 0 0,0-1-1 0 0,0 1 1 0 0,1-1-1 0 0,-1 0 1 0 0,0 0-1 0 0,0 0 1 0 0,0 0-1 0 0,1 1 0 0 0,-1-1 1 0 0,0 0-1 0 0,0-1 1 0 0,0 1-1 0 0,0 0 1 0 0,1 0-1 0 0,-2 0 0 0 0,1 0 1 0 0,1-1-1 0 0,-1 0 1 0 0,0 1-1 0 0,0 0 1 0 0,1-1-1 0 0,-1 0 0 0 0,0 1 1 0 0,1-1-1 0 0,-1 1 1 0 0,0-1-1 0 0,1 0 1 0 0,-1 1-1 0 0,1-1 0 0 0,-1-1 4 0 0,-37-39 7 0 0,17 9 48 0 0,17 28-20 0 0,1 0 1 0 0,-1-1-1 0 0,0 2 1 0 0,-1-1-1 0 0,1 1 1 0 0,0-1-1 0 0,-1 1 1 0 0,0 1-1 0 0,1 0 1 0 0,-1-1-1 0 0,0 1 1 0 0,0 0-1 0 0,0 1 1 0 0,0 0-1 0 0,-1 0 1 0 0,1 0-1 0 0,0 1 1 0 0,-2 0-36 0 0,-13-4 190 0 0,16 5-188 0 0,0 0-1 0 0,0 1 1 0 0,0-1 0 0 0,1 1-1 0 0,-1 0 1 0 0,1 0-1 0 0,-1 0 1 0 0,1 1-1 0 0,0 0 1 0 0,0 0 0 0 0,0 0-1 0 0,0 0 1 0 0,0 0-1 0 0,1 1 1 0 0,-1-1-1 0 0,1 1 1 0 0,-2 2-2 0 0,-78 131 127 0 0,80-135-131 0 0,1 0-1 0 0,-1 1 1 0 0,1 0 0 0 0,0 0 0 0 0,-1-1 0 0 0,2 1 0 0 0,-1 0-1 0 0,0 1 1 0 0,0-1 0 0 0,1 0 0 0 0,0 0 0 0 0,-1 0 0 0 0,1 0 0 0 0,0 0-1 0 0,0 0 1 0 0,0 0 0 0 0,0 0 0 0 0,1 0 0 0 0,-1 0 0 0 0,1 0 0 0 0,0 0-1 0 0,-1 0 1 0 0,1 0 0 0 0,1 0 0 0 0,-1-1 0 0 0,0 1 0 0 0,1 0 4 0 0,26 3-248 0 0,-15-4 249 0 0,1-1 0 0 0,-1 0 1 0 0,0-2-1 0 0,1 1 0 0 0,0-2 1 0 0,6-2-2 0 0,37-3-15 0 0,56 9 22 0 0,-107-2-8 0 0,1 1 1 0 0,0 0-1 0 0,1-1 0 0 0,-1-1 0 0 0,-1 0 0 0 0,2 1 0 0 0,-1-1 0 0 0,0-1 0 0 0,0-1 1 0 0,5-1 0 0 0,50-34 80 0 0,-15 44 108 0 0,-3 2-159 0 0,-40-8-28 0 0,-1 0 0 0 0,-1 1 0 0 0,0-1 0 0 0,1 1 0 0 0,0-1 0 0 0,-1 0 0 0 0,0 0 0 0 0,1 0 1 0 0,-1-1-1 0 0,1 1 0 0 0,-1 0 0 0 0,1-1 0 0 0,-1 0 0 0 0,0 0 0 0 0,0 0 0 0 0,1 0 0 0 0,-1 0 0 0 0,0 0 0 0 0,0-1 0 0 0,0 0 0 0 0,0 1 0 0 0,0-1 0 0 0,0-1-1 0 0,31-16 7 0 0,-28 12-22 0 0,-1 5 18 0 0,1 1 1 0 0,0-1-1 0 0,-1 0 0 0 0,1 0 1 0 0,0 0-1 0 0,-1-1 0 0 0,0 0 1 0 0,0 0-1 0 0,0-1 0 0 0,0 1 1 0 0,0-1-1 0 0,0-1-3 0 0,39-39 39 0 0,-42 43-38 0 0,1-1 0 0 0,-1-1 0 0 0,1 2 1 0 0,-1-1-1 0 0,1 0 0 0 0,0 1 0 0 0,0-1 1 0 0,0 1-1 0 0,-1 0 0 0 0,1 0 1 0 0,0-1-1 0 0,0 2 0 0 0,0-1 0 0 0,0 0 1 0 0,1 0-1 0 0,-1 1 0 0 0,0-1 0 0 0,0 1 1 0 0,0 0-1 0 0,0 0 0 0 0,0 0 0 0 0,0 0 1 0 0,1 0-1 0 0,-1 1 0 0 0,0-1 0 0 0,0 1 1 0 0,0 0-1 0 0,0-1 0 0 0,0 1 0 0 0,0 0 1 0 0,0 0-1 0 0,0 1 0 0 0,0-1 0 0 0,0 0 1 0 0,0 1-1 0 0,0 0-1 0 0,102 68 13 0 0,-44-15-25 0 0,-55-49 34 0 0,1 0 1 0 0,0-1-1 0 0,0 1 0 0 0,1-2 0 0 0,0 1 0 0 0,-1-2 0 0 0,1 1 0 0 0,0 0 0 0 0,0-1 0 0 0,1-1 0 0 0,-1 1 0 0 0,1-1 0 0 0,-1-1 1 0 0,0 0-1 0 0,1 0 0 0 0,7-1-22 0 0,25 12 256 0 0,-21-9-152 0 0,29-9-111 0 0,7 12-1 0 0,-51-6 6 0 0,-1 0 0 0 0,0 0 0 0 0,0 0 0 0 0,0 0 0 0 0,0-1 0 0 0,0 0 0 0 0,1 0 0 0 0,-1 0 1 0 0,0-1-1 0 0,-1 1 0 0 0,1-1 0 0 0,0 0 0 0 0,0 1 0 0 0,0-1 0 0 0,-1-1 0 0 0,1 2 0 0 0,0-3 2 0 0,4-5 0 0 0,-1 0 0 0 0,0-1 1 0 0,1-1-1 0 0,-2 1 0 0 0,0 0 1 0 0,0-1-1 0 0,-1 0 0 0 0,2-7 0 0 0,28-104-32 0 0,-30 106 26 0 0,-2 7 9 0 0,0 1 1 0 0,0 1 0 0 0,0-1-1 0 0,1 0 1 0 0,0 0 0 0 0,0 1-1 0 0,1 0 1 0 0,0-1 0 0 0,0 2-1 0 0,0-1 1 0 0,1 1 0 0 0,1-2-4 0 0,30-9 433 0 0,-27 42-258 0 0,5 1-139 0 0,-1 34 8 0 0,-12-56-46 0 0,0 0 0 0 0,0 0 0 0 0,0 0 0 0 0,0-1 0 0 0,1 1 1 0 0,-1-1-1 0 0,1 1 0 0 0,0-1 0 0 0,0 0 0 0 0,0 0 0 0 0,0 0 0 0 0,0 1 0 0 0,0-2 0 0 0,3 2 2 0 0,34-6-118 0 0,-25 2 117 0 0,-8-1 3 0 0,0 1-1 0 0,0 0 0 0 0,0 1 0 0 0,1-1 0 0 0,-1 2 0 0 0,0-1 0 0 0,0 1 0 0 0,0-1 0 0 0,0 2 0 0 0,0-1 1 0 0,2 3-2 0 0,-6-5-8 0 0,1 0 1 0 0,0 1 0 0 0,-1-1 0 0 0,1 0 0 0 0,0-1 0 0 0,-1 1 0 0 0,1 0 0 0 0,-1-1 0 0 0,1 0 0 0 0,0 1-1 0 0,-1-1 1 0 0,0-1 0 0 0,1 1 0 0 0,-1 0 0 0 0,0-1 0 0 0,1 1 0 0 0,-1-1 0 0 0,0 0 0 0 0,0 0 0 0 0,0 0 0 0 0,0 0-1 0 0,0 0 1 0 0,0-1 0 0 0,0 1 0 0 0,-1-1 0 0 0,1 1 0 0 0,-1 0 0 0 0,0-2 0 0 0,0 2 0 0 0,0-1 0 0 0,0 0-1 0 0,0 0 1 0 0,0 0 0 0 0,0-3 7 0 0,33-51 8 0 0,-24 4 180 0 0,-4 20-207 0 0,-1 0 0 0 0,0-1 0 0 0,-3 1 0 0 0,0-1 0 0 0,-2 0 0 0 0,-1 0 0 0 0,-3-25 19 0 0,-22-43 80 0 0,29 28-165 0 0,11-27 155 0 0,7 11-60 0 0,-3 96 230 0 0,-16-3-217 0 0,1-2 1 0 0,-1 1-1 0 0,0 0 1 0 0,1 0 0 0 0,-1 0-1 0 0,0-1 1 0 0,1 1-1 0 0,0-1 1 0 0,0 0 0 0 0,-1 0-1 0 0,1 0 1 0 0,0-1-1 0 0,-1 1 1 0 0,2-1 0 0 0,-2 0-1 0 0,1 0 1 0 0,0 0-1 0 0,0 0 1 0 0,-1 0 0 0 0,2 0-1 0 0,-2-1 1 0 0,1 0-1 0 0,1 0-23 0 0,85-12 71 0 0,-55 3-71 0 0,17-36-59 0 0,-14-29 30 0 0,-2 17 37 0 0,-5 9-1 0 0,-29 42 141 0 0,0 13-63 0 0,23 92-20 0 0,-23-92-67 0 0,-1-5-5 0 0,0-1-1 0 0,0 0 0 0 0,0 0-1 0 0,0 0-6 0 0,0 0-2 0 0,18 11-70 0 0,-13-9 88 0 0,0-1 0 0 0,0 1 0 0 0,0-2 1 0 0,0 1-1 0 0,0 0 0 0 0,1-1 0 0 0,-1-1 0 0 0,0 1 0 0 0,1-1 0 0 0,-1 0 1 0 0,-1 0-1 0 0,2-1 0 0 0,2-2-1 0 0,23 4 18 0 0,-17 28 42 0 0,-14 45-10 0 0,-21-10-89 0 0,10-41 39 0 0,11-21-25 0 0,-1-1 0 0 0,1 2 0 0 0,0-1 0 0 0,-1-1-1 0 0,1 2 1 0 0,-1-1 0 0 0,1 0 0 0 0,-1 0 0 0 0,1-1 0 0 0,-1 1 0 0 0,0 0-1 0 0,1 0 1 0 0,-1-1 0 0 0,0 1 0 0 0,1 0 0 0 0,-1-1 0 0 0,0 1 0 0 0,0-1-1 0 0,1 1 1 0 0,-1 0 0 0 0,0-1 0 0 0,0 0 0 0 0,0 1 0 0 0,0-1 0 0 0,1 0-1 0 0,-1 0 1 0 0,0 0 0 0 0,0 0 0 0 0,0 1 0 0 0,0-1 0 0 0,0 0 0 0 0,0-1-1 0 0,0 1 1 0 0,0 0 25 0 0,-14 24 120 0 0,-29 35-81 0 0,34-43-62 0 0,0 1 1 0 0,1 0-1 0 0,1 0 1 0 0,0 1-1 0 0,1 0 1 0 0,1 1-1 0 0,-1 6 23 0 0,-5 8-15 0 0,-18 55 36 0 0,-3-20 170 0 0,5 27-166 0 0,3-12-66 0 0,9-37-957 0 0,16 0 2436 0 0,-8-39-1596 0 0,-17 55 1399 0 0,-19 13-1007 0 0,11-24-1783 0 0,9 18 1358 0 0,16-59 330 0 0,7-5-131 0 0,1-5-9 0 0,0 0 0 0 0,-1 0 1 0 0,1 0-1 0 0,0 0 0 0 0,0 1 1 0 0,0-1-1 0 0,0 0 0 0 0,0 1 1 0 0,0-1-1 0 0,-1 0 0 0 0,1 0 1 0 0,0 0-1 0 0,0 1 0 0 0,0-1 0 0 0,0 1 1 0 0,0-1-1 0 0,0 0 0 0 0,0 0 1 0 0,0 0-1 0 0,0 1 0 0 0,0-1 1 0 0,0 0-1 0 0,0 0 0 0 0,0 1 1 0 0,0-1-1 0 0,0 1 0 0 0,0-1 1 0 0,0 0-1 0 0,1 0 0 0 0,-1 0 0 0 0,0 1 1 0 0,0-1-1 0 0,0 0 0 0 0,0 0 1 0 0,0 0-1 0 0,0 0 0 0 0,1 1 1 0 0,-1-1-1 0 0,0 0 0 0 0,1 1 1 0 0,-1-1-1 0 0,0 0 0 0 0,0 0 0 0 0,0 0 1 0 0,1 0-1 0 0,-1 0 0 0 0,0 0 1 0 0,0 0-1 0 0,0 0 0 0 0,1 1 1 0 0,-1-1-1 0 0,0 0 0 0 0,0 0 1 0 0,1 0-1 0 0,-1 0 0 0 0,0 0 1 0 0,0 0-1 0 0,0 0 0 0 0,1 0 0 0 0,-1 0 1 0 0,0-1-1 0 0,0 1 0 0 0,0 0 1 0 0,1 0-1 0 0,-1 0 0 0 0,0 0 1 0 0,0 0-1 0 0,1 0 0 0 0,-1 0 1 0 0,0 0 0 0 0,4-1-3 0 0,-8 7 102 0 0,0-2-164 0 0,-1-1 0 0 0,1 1 0 0 0,0-1 0 0 0,-1 0 0 0 0,0 0 0 0 0,1-1 0 0 0,-1 0 0 0 0,0 0 0 0 0,0 0 0 0 0,0-1 0 0 0,-2 1 65 0 0,4-1-13 0 0,1 1 0 0 0,0-1 0 0 0,0 1 0 0 0,0 0 0 0 0,0 0 0 0 0,0 0-1 0 0,0 0 1 0 0,0 1 0 0 0,1-1 0 0 0,-1 0 0 0 0,1 1 0 0 0,-1-1 0 0 0,1 1 0 0 0,0 0 0 0 0,0 0 0 0 0,0 1 13 0 0,-7 11 93 0 0,-35 98 494 0 0,26-45-282 0 0,-10-26-354 0 0,22-32-567 0 0,-16-2 972 0 0,10-2-214 0 0,-40 24 448 0 0,-32 0-131 0 0,81-29-468 0 0,0 0 0 0 0,0-1 0 0 0,0 0 0 0 0,0 0 0 0 0,0 0 0 0 0,0 0 0 0 0,-1-1 0 0 0,1 1 0 0 0,0-1 0 0 0,0 1 0 0 0,0-1 0 0 0,0 0 0 0 0,0 0 0 0 0,0 0 0 0 0,0 0 0 0 0,0 0 0 0 0,0-1 0 0 0,1 1 0 0 0,-2-1 9 0 0,-14-13 296 0 0,-22 2-329 0 0,29 4-307 0 0,-6-16 301 0 0,1-24-21 0 0,-5-35-30 0 0,39 36-104 0 0,12-36-358 0 0,-30 83 547 0 0,-1 0 1 0 0,0 1 0 0 0,0-1-1 0 0,0 0 1 0 0,0 0 0 0 0,1 1-1 0 0,-1-1 1 0 0,0 1 0 0 0,0-1 0 0 0,0 0-1 0 0,0 1 1 0 0,0-1 0 0 0,0 1-1 0 0,-1-1 1 0 0,1 0 0 0 0,0 0-1 0 0,0 1 1 0 0,0-1 0 0 0,0 0-1 0 0,-1 1 1 0 0,1-1 0 0 0,0 0-1 0 0,-1 1 1 0 0,1 0 0 0 0,0-1-1 0 0,-1 1 1 0 0,1-1 0 0 0,0 0 0 0 0,-1 1-1 0 0,1 0 1 0 0,-1-1 0 0 0,1 1-1 0 0,-1 0 1 0 0,1 0 0 0 0,0-1-1 0 0,-1 1 1 0 0,0-1 0 0 0,1 1-1 0 0,-1 0 1 0 0,1 0 0 0 0,-1 0-1 0 0,1 0 1 0 0,-1 0 0 0 0,1 0 0 0 0,-1 0-1 0 0,1 0 1 0 0,-1 0 0 0 0,1 0-1 0 0,-1 0 1 0 0,0 0 0 0 0,0 0-1 0 0,1 0 1 0 0,-1 0 0 0 0,1 1-1 0 0,-1-1 1 0 0,1 0 0 0 0,-1 1-1 0 0,1-1 1 0 0,-1 0 0 0 0,1 1 0 0 0,0-1-1 0 0,-1 0 1 0 0,1 1 0 0 0,-1 0-1 0 0,1-1 1 0 0,0 1 4 0 0,-40 20-264 0 0,38-20 339 0 0,-108 49-99 0 0,97-45 55 0 0,0 1 0 0 0,1 1 1 0 0,-1 0-1 0 0,2 1 0 0 0,-1 1 0 0 0,0 0 0 0 0,1 1 0 0 0,1 0 0 0 0,-9 11-31 0 0,-20 37 508 0 0,38-57-518 0 0,0 1 0 0 0,1-1 0 0 0,-1 0 0 0 0,0 0 0 0 0,0 0 0 0 0,0 0 0 0 0,1 0 0 0 0,-1-1 0 0 0,0 1 0 0 0,0 0 0 0 0,0 0 0 0 0,0-1 0 0 0,0 1 0 0 0,0 0 0 0 0,0-1 0 0 0,0 0 0 0 0,0 1 0 0 0,0-1 0 0 0,0 0 0 0 0,0 0-1 0 0,-1 1 1 0 0,1-1 0 0 0,0 0 0 0 0,0 0 0 0 0,0 0 0 0 0,0-1 0 0 0,0 1 0 0 0,0 0 0 0 0,-1 0 0 0 0,1 0 0 0 0,0-1 0 0 0,0 1 0 0 0,0-1 0 0 0,0 0 10 0 0,-74-40-103 0 0,66 39 137 0 0,-2-1-1 0 0,1 1 0 0 0,0 1 1 0 0,-1 0-1 0 0,1 1 0 0 0,0 1 1 0 0,-6 0-34 0 0,9 1 77 0 0,-1 0 1 0 0,1 0-1 0 0,0 1 1 0 0,0 0 0 0 0,1 1-1 0 0,-1 0 1 0 0,0-1-1 0 0,1 2 1 0 0,0 0 0 0 0,0 0-1 0 0,-1 1-77 0 0,-42 51-88 0 0,45-55 83 0 0,0 0 0 0 0,0 0 0 0 0,0-1 0 0 0,0 0 0 0 0,-1 0 0 0 0,1 0 0 0 0,0-1-1 0 0,0 0 1 0 0,-1 0 0 0 0,1 0 0 0 0,0-1 0 0 0,-3 0 5 0 0,-17 0 0 0 0,12 4 5 0 0,0 0 0 0 0,0 1 1 0 0,0 1-1 0 0,1 0 0 0 0,-1 1 0 0 0,1 0 1 0 0,0 1-1 0 0,1 0 0 0 0,-1 2 0 0 0,-5 5-5 0 0,-5 2-62 0 0,19-14 35 0 0,0-1-1 0 0,-1 1 1 0 0,1-1-1 0 0,0 0 1 0 0,0 0-1 0 0,-1 1 1 0 0,1-2-1 0 0,-1 1 0 0 0,1-1 1 0 0,0 1-1 0 0,-1-1 1 0 0,1 0-1 0 0,-1 0 1 0 0,1 0-1 0 0,-1 0 0 0 0,1-1 1 0 0,-1 1-1 0 0,-1-1 28 0 0,-53-27 452 0 0,6-13-444 0 0,30 33-107 0 0,18 7 43 0 0,0 0-1 0 0,0 0 1 0 0,0 0-1 0 0,0 0 1 0 0,1 0-1 0 0,-1-1 1 0 0,1 1-1 0 0,-1-1 1 0 0,1 0-1 0 0,-1 0 1 0 0,1 0-1 0 0,-1-1 1 0 0,1 1-1 0 0,0-1 1 0 0,-1-1 56 0 0,-1-3 14 0 0,0 1 0 0 0,0 0 0 0 0,-1-1 0 0 0,0 1 0 0 0,0 0 0 0 0,0 1 0 0 0,0 0 1 0 0,-1 0-1 0 0,0 1 0 0 0,0 0 0 0 0,0 0 0 0 0,-2-1-14 0 0,0 1-4 0 0,0 1 1 0 0,0-2-1 0 0,1 0 1 0 0,0 0-1 0 0,0 0 1 0 0,0-1-1 0 0,0-1 1 0 0,1 1-1 0 0,0-2 1 0 0,0 1-1 0 0,-3-5 4 0 0,-53-72 268 0 0,-24-49-181 0 0,85 129-78 0 0,0 1 0 0 0,-1 0 1 0 0,1-1-1 0 0,-1 0 0 0 0,0 1 0 0 0,0 0 0 0 0,0 0 1 0 0,0 0-1 0 0,-1 0 0 0 0,1 1 0 0 0,0-1 1 0 0,-1 1-1 0 0,0-1 0 0 0,0 1 0 0 0,0 0 0 0 0,1 0 1 0 0,-1 1-1 0 0,0-1 0 0 0,-1 0 0 0 0,1 1 0 0 0,0 0 1 0 0,0 0-1 0 0,0 1 0 0 0,0-1 0 0 0,-1 1 0 0 0,1 0 1 0 0,-1 0-1 0 0,1 0 0 0 0,0 0 0 0 0,-1 0 0 0 0,1 1-9 0 0,-108 56 355 0 0,41-2-289 0 0,68-55-56 0 0,0 0 0 0 0,0-1 0 0 0,0 1 0 0 0,1 0 0 0 0,-1 0 0 0 0,0-1 0 0 0,0 0 0 0 0,1 0 0 0 0,-1 1 0 0 0,0-2 0 0 0,0 2 0 0 0,1-1 0 0 0,-1-1 0 0 0,1 1 0 0 0,-1-1 0 0 0,1 1 0 0 0,0 0 0 0 0,-1-1 0 0 0,1 0 0 0 0,0 1 0 0 0,0-1 0 0 0,0 0 0 0 0,0 1 0 0 0,-1-2 0 0 0,2 1 0 0 0,-1 0 0 0 0,0 1 0 0 0,1-2 0 0 0,-1 1 0 0 0,1 0 0 0 0,-1 0 0 0 0,1 0 0 0 0,0 0 0 0 0,0-1 0 0 0,-1 1 0 0 0,1 0 0 0 0,1 0 0 0 0,-1-1 0 0 0,0 0-10 0 0,1-4-13 0 0,0 0 0 0 0,0 1-1 0 0,1-1 1 0 0,0 0 0 0 0,0 0-1 0 0,1 1 1 0 0,-1 0 0 0 0,1 0-1 0 0,0-1 1 0 0,0 1 0 0 0,1 1-1 0 0,1-3 14 0 0,22-42 7 0 0,-1-18-46 0 0,15-11-23 0 0,15-19 100 0 0,-14 24-139 0 0,-19 32 132 0 0,-18 27 21 0 0,30-40-82 0 0,41-4-243 0 0,23 23 306 0 0,-94 36-30 0 0,1-2-1 0 0,-2 1 1 0 0,1-1 0 0 0,0 1 0 0 0,0-1-1 0 0,0-1 1 0 0,-1 1 0 0 0,1-1-1 0 0,-1 0 1 0 0,0 0 0 0 0,0 0-1 0 0,2-2-2 0 0,41-45 10 0 0,-37 21-113 0 0,-9 3-181 0 0,-2 25 292 0 0,1 1-4 0 0,0 0 8 0 0,0 0-3 0 0,0 0-1 0 0,0 0 0 0 0,0 0-3 0 0,0 0-10 0 0,0 0-6 0 0,0 0-10 0 0,0 0-3 0 0,0 0 3 0 0,0 0 9 0 0,0 0 1 0 0,0 0 18 0 0,0 0 13 0 0,0 0 1844 0 0,0 0-1879 0 0,5 16-79 0 0,15 7-28 0 0,-7-17 93 0 0,19-2-124 0 0,21-45 135 0 0,-47 33-13 0 0,24-42-514 0 0,-30 47 522 0 0,1 2 0 0 0,-1-1 0 0 0,1 0-1 0 0,0 0 1 0 0,-1 0 0 0 0,1 0 0 0 0,0 1-1 0 0,0-1 1 0 0,1 0 0 0 0,-1 0 0 0 0,0 1 0 0 0,0-1-1 0 0,0 1 1 0 0,1 0 0 0 0,-1-1 0 0 0,0 1-1 0 0,1 0 1 0 0,-1 0 0 0 0,1 0 0 0 0,0 0 0 0 0,0 0-1 0 0,-1 0 1 0 0,1 1 0 0 0,0-1 0 0 0,-1 0-1 0 0,1 1 1 0 0,0 0 0 0 0,-1 0 0 0 0,2 0 23 0 0,4-3-13 0 0,-2 1-1 0 0,1-1 1 0 0,0 0 0 0 0,0-1 0 0 0,-1 0 0 0 0,1 0-1 0 0,-1 0 1 0 0,0-1 0 0 0,0 0 0 0 0,0 0 13 0 0,39-43 21 0 0,-29 23 64 0 0,-15 25-91 0 0,0 0-8 0 0,26-21-840 0 0,-8 3 626 0 0,-4-7-367 0 0,5-13 252 0 0,-19 37 362 0 0,1-1-1 0 0,-1 0 1 0 0,0 0 0 0 0,1 0 0 0 0,-1 0-1 0 0,0 1 1 0 0,0-1 0 0 0,0 0 0 0 0,0 0-1 0 0,0 0 1 0 0,0 0 0 0 0,0 0-1 0 0,-1 0 1 0 0,1 1 0 0 0,-1-1 0 0 0,1 0-1 0 0,-1 1 1 0 0,1-1 0 0 0,-1 0 0 0 0,0 1-1 0 0,0-1 1 0 0,0 1 0 0 0,0-1-1 0 0,0 0-18 0 0,-6-33-6 0 0,-5 21 902 0 0,9 15-830 0 0,0 0 1 0 0,0 0-1 0 0,0 0 1 0 0,-1 0-1 0 0,2 1 1 0 0,-1-1-1 0 0,0 1 0 0 0,0 0 1 0 0,1 0-1 0 0,-1 0 1 0 0,1 0-1 0 0,-1 1 1 0 0,1-1-1 0 0,0 1 0 0 0,-2 2-66 0 0,1-1 48 0 0,-52 57 686 0 0,53-59-751 0 0,0 1 1 0 0,0 0-1 0 0,-1 0 1 0 0,1 0-1 0 0,1 0 1 0 0,-2 0-1 0 0,2 1 1 0 0,-1-1-1 0 0,1 0 1 0 0,0 1 0 0 0,0 0-1 0 0,0-1 1 0 0,0 1-1 0 0,0 0 1 0 0,0 0-1 0 0,1 0 1 0 0,0-1-1 0 0,0 1 1 0 0,-1 0-1 0 0,2 0 1 0 0,-1 0-1 0 0,0 0 1 0 0,1 3 16 0 0,-1-6-32 0 0,0-1-1 0 0,0 0 17 0 0,0 0 0 0 0,0 0 18 0 0,0 0 2 0 0,0 0-14 0 0,0 0 0 0 0,0 0 1 0 0,0 0-7 0 0,18 12-49 0 0,-13-11 60 0 0,-1 0 1 0 0,1-1-1 0 0,0 0 1 0 0,-1 0-1 0 0,1 0 1 0 0,0-1-1 0 0,-1 0 1 0 0,1 0-1 0 0,-1-1 1 0 0,1 1-1 0 0,2-2 5 0 0,44-45 138 0 0,-14 17-170 0 0,-1 1 32 0 0,40 20-36 0 0,46-13 18 0 0,-105 21 18 0 0,72-18-5 0 0,-17-29-462 0 0,9 18 379 0 0,-41 23-8 0 0,17-17 88 0 0,-46 20 2 0 0,0-1 1 0 0,-1 0-1 0 0,1-1 0 0 0,-1-1 1 0 0,0 0-1 0 0,0 0 0 0 0,0-2 6 0 0,15-18-8 0 0,15-4 71 0 0,3 16-31 0 0,-17 13-8 0 0,-26 3-15 0 0,0 0 0 0 0,21 1 71 0 0,-19 0-59 0 0,0 1-1 0 0,0 0 0 0 0,-1-1 0 0 0,1 1 0 0 0,-1 0 0 0 0,0 0 0 0 0,1 0 1 0 0,-1 0-1 0 0,0 0 0 0 0,0 0 0 0 0,0 1 0 0 0,0-2 0 0 0,0 2 0 0 0,-1-1 0 0 0,1 1 1 0 0,0-1-1 0 0,-1 1 0 0 0,1-1 0 0 0,-1 0 0 0 0,0 1 0 0 0,0 2-20 0 0,6 72-49 0 0,-5-74 48 0 0,1 0-1 0 0,0-1 1 0 0,0 0 0 0 0,0 1 0 0 0,0-1-1 0 0,0 0 1 0 0,0 0 0 0 0,1 0 0 0 0,-1 0 0 0 0,0 0-1 0 0,1-1 1 0 0,0 1 0 0 0,-1-1 0 0 0,1 0-1 0 0,0 0 1 0 0,-1 0 0 0 0,2-1 1 0 0,22 14 0 0 0,-23-9 7 0 0,0 0 0 0 0,-1-1 0 0 0,1 1 1 0 0,-1 0-1 0 0,0 0 0 0 0,0 1 0 0 0,0-1 1 0 0,-1 0-1 0 0,0 0 0 0 0,0 1 0 0 0,0 0 1 0 0,0-1-1 0 0,-1 1 0 0 0,0-1 0 0 0,0 2 1 0 0,0-2-1 0 0,0 0 0 0 0,-1 1 0 0 0,0 0 1 0 0,0 0-1 0 0,0-1 0 0 0,0 0 0 0 0,-1 0 1 0 0,0 1-1 0 0,0-1 0 0 0,-1 1-7 0 0,0 9 1 0 0,-3 12-27 0 0,1 0 1 0 0,0 0-1 0 0,2 0 0 0 0,1 1 1 0 0,1 3 25 0 0,1-30-123 0 0,0-1-29 0 0,0 0-20 0 0,0 0-7 0 0,0 0-10 0 0,0 0-2 0 0,0 0 7 0 0,0 0 16 0 0,18-7-328 0 0,-15 4 770 0 0,-3 5 867 0 0,-4 11-1077 0 0,-18 49 32 0 0,41-54-144 0 0,15-18 29 0 0,-5-22-38 0 0,-22 22 43 0 0,0 0-1 0 0,0-1 1 0 0,-1 0-1 0 0,-1 0 1 0 0,1 0 0 0 0,-1-2-1 0 0,3-10 15 0 0,11-26 0 0 0,6-13 22 0 0,-3-1 1 0 0,10-43-23 0 0,-27 87-3 0 0,33-164-159 0 0,-50 164 1379 0 0,11 17-1212 0 0,0 0 1 0 0,0-1-1 0 0,0 1 0 0 0,0-1 0 0 0,0 1 0 0 0,-1 0 0 0 0,1 0 1 0 0,0 0-1 0 0,-1 0 0 0 0,1 0 0 0 0,-1 0 0 0 0,0 0 0 0 0,1 1 0 0 0,-1-1 1 0 0,0 1-1 0 0,0-1 0 0 0,0 1 0 0 0,0 0 0 0 0,0 0 0 0 0,0-1 1 0 0,0 2-1 0 0,-3-1-5 0 0,-34-38-2 0 0,37 35 8 0 0,-21-49-10 0 0,0-2 4 0 0,15 28 5 0 0,8 27-7 0 0,0 0 1 0 0,0-1-1 0 0,0 1 1 0 0,0-1-1 0 0,0 1 1 0 0,0-1-1 0 0,0 1 0 0 0,0-1 1 0 0,0 1-1 0 0,0-1 1 0 0,0 1-1 0 0,0-1 0 0 0,0 1 1 0 0,0 0-1 0 0,0-1 1 0 0,0 0-1 0 0,0 1 0 0 0,1 0 1 0 0,-1-1-1 0 0,0 1 1 0 0,0 0-1 0 0,0-1 1 0 0,1 1-1 0 0,-1-1 0 0 0,0 1 1 0 0,0 0-1 0 0,1 0 1 0 0,-1-1-1 0 0,0 1 0 0 0,0 0 1 0 0,1 0-1 0 0,-1-1 1 0 0,0 1-1 0 0,1 0 1 0 0,-1-1-1 0 0,1 1 0 0 0,-1 0 1 0 0,1 0-1 0 0,-1 0 1 0 0,0 0-1 0 0,1 0 0 0 0,-1 0 1 0 0,1 0-1 0 0,-1 0 1 0 0,0 0-1 0 0,1 0 1 0 0,-1 0-1 0 0,1 0 0 0 0,-1 0 1 0 0,0 0-1 0 0,1 0 1 0 0,-1 0-1 0 0,0 0 0 0 0,1 1 1 0 0,-1-1-1 0 0,0 0 1 0 0,1 1 1 0 0,3-1-13 0 0,47-30-28 0 0,-15-20 57 0 0,8-80-149 0 0,-35 117 10 0 0,24-25-80 0 0,0-27-342 0 0,-11 12 279 0 0,16 52 632 0 0,-25 4-353 0 0,29-16 113 0 0,-30 35 358 0 0,-10-19-478 0 0,1 44 69 0 0,-20 32-34 0 0,8-47-34 0 0,26 12-86 0 0,-4 6-159 0 0,5-38 178 0 0,-18-11 137 0 0,0-1 6 0 0,0 0-6 0 0,0 0 7 0 0,7 23 141 0 0,-6-2-517 0 0,0-15 255 0 0,-1-1 0 0 0,0 0 0 0 0,0 0 0 0 0,0 1 1 0 0,-1-1-1 0 0,0 1 0 0 0,0-1 0 0 0,0 0 0 0 0,0 1 1 0 0,-1-1-1 0 0,-1 4 37 0 0,-20 47-215 0 0,25-53-656 0 0,-2-3 878 0 0,5 4 513 0 0,-46 115-552 0 0,28-92 52 0 0,-1 18 188 0 0,8-24 148 0 0,-2-8-68 0 0,-4 30-205 0 0,-21 21 217 0 0,-63 103 47 0 0,12-15-672 0 0,57-97 306 0 0,-3 5 11 0 0,-15 32 22 0 0,35-87 50 0 0,-37 57-41 0 0,43-56-40 0 0,0-1 1 0 0,-2 1-1 0 0,1 0 0 0 0,0-1 1 0 0,0 0-1 0 0,-1 0 0 0 0,1-1 1 0 0,-2 0-1 0 0,1 0 0 0 0,0-1 17 0 0,-89 61-680 0 0,77-64 333 0 0,18 0 335 0 0,0 0 3 0 0,0 0-3 0 0,0 0-17 0 0,0 0-9 0 0,0 0 2 0 0,0 0-8 0 0,0 0 0 0 0,0 0-9 0 0,0 0-2 0 0,19-15-385 0 0,-18 13 426 0 0,-1 1 1 0 0,1-1-1 0 0,0 0 0 0 0,0 1 0 0 0,-1-1 0 0 0,2 1 0 0 0,-2-1 1 0 0,1 1-1 0 0,-1-1 0 0 0,0 1 0 0 0,1-1 0 0 0,-1 0 0 0 0,0 0 0 0 0,0 0 1 0 0,0 0-1 0 0,0 1 0 0 0,0-1 0 0 0,0 0 0 0 0,0 0 0 0 0,0 1 1 0 0,-1-2 13 0 0,-21 14-138 0 0,15-1 113 0 0,-36 35 101 0 0,38-40-78 0 0,0 0 0 0 0,0 0 0 0 0,0 0 0 0 0,0 1 0 0 0,1 0 0 0 0,-1 0 0 0 0,1 0 0 0 0,1 0 0 0 0,-1 1 0 0 0,1 0 0 0 0,-1 0 0 0 0,-1 7 2 0 0,-15 50 281 0 0,1 1 213 0 0,4 3-250 0 0,14-64-226 0 0,-7 4 899 0 0,9-8-925 0 0,-1 1 1 0 0,1 0-1 0 0,-1-1 1 0 0,0 1-1 0 0,1-1 1 0 0,-1 1-1 0 0,1 0 1 0 0,-1-1-1 0 0,1 0 1 0 0,-1 1-1 0 0,1 0 1 0 0,-1-1-1 0 0,1 0 1 0 0,0 1-1 0 0,-1-1 1 0 0,1 0-1 0 0,-1 0 1 0 0,1 0-1 0 0,0 0 1 0 0,-1 1-1 0 0,1-1 1 0 0,0 0-1 0 0,-1 0 1 0 0,1 0-1 0 0,0 0 1 0 0,-1 0-1 0 0,1 0 1 0 0,0-1-1 0 0,0 1 1 0 0,-1 0 0 0 0,1 0-1 0 0,0 0 1 0 0,-1-1-1 0 0,1 1 1 0 0,-1 0-1 0 0,1 0 1 0 0,-1-1-1 0 0,1 0 1 0 0,-1 1-1 0 0,1-1 1 0 0,-1 1-1 0 0,1-1 1 0 0,-1 1-1 0 0,1-1 8 0 0,1-13-379 0 0,-4 5-2953 0 0,-2-5 290 0 0,3 7 1577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06:47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90 2697 0 0,'-13'8'5513'0'0,"21"10"-4074"0"0,-3-8-1749 0 0,57 98 845 0 0,-20-55-618 0 0,-40-47-151 0 0,4 2-75 0 0,-5-3-3755 0 0,-1-5 3041 0 0</inkml:trace>
  <inkml:trace contextRef="#ctx0" brushRef="#br0" timeOffset="1">153 1 3169 0 0,'-20'39'4587'0'0,"6"33"-4721"0"0,8-34 392 0 0,-44 147 445 0 0,40-167-590 0 0,5-17-3138 0 0,5-2 2179 0 0,0 0-346 0 0</inkml:trace>
  <inkml:trace contextRef="#ctx0" brushRef="#br0" timeOffset="2">222 262 224 0 0,'0'1'88'0'0,"-1"0"-56"0"0,1-1-32 0 0,-1 0 0 0 0,0 0 0 0 0,0 0 0 0 0</inkml:trace>
  <inkml:trace contextRef="#ctx0" brushRef="#br0" timeOffset="3">210 250 320 0 0,'-6'0'4533'0'0,"-9"10"-2731"0"0,-10 46-1805 0 0,24-53-14 0 0,1-3 15 0 0,-1 1-1 0 0,1-1 1 0 0,0 0 0 0 0,0 0 0 0 0,0 1-1 0 0,-1-1 1 0 0,1 0 0 0 0,0 0-1 0 0,0 1 1 0 0,0 0 0 0 0,0-1 0 0 0,0 0-1 0 0,-1 0 1 0 0,1 1 0 0 0,0-1 0 0 0,0 0-1 0 0,0 1 1 0 0,0 0 0 0 0,0-1 0 0 0,0 0-1 0 0,0 1 1 0 0,0-1 0 0 0,0 1 0 0 0,0-1-1 0 0,0 0 1 0 0,0 1 0 0 0,1-1-1 0 0,-1 0 1 0 0,0 1 0 0 0,0 0 0 0 0,0-1-1 0 0,0 0 1 0 0,0 0 0 0 0,1 1 0 0 0,-1-1-1 0 0,0 0 1 0 0,0 1 0 0 0,1-1 0 0 0,-1 0-1 0 0,0 1 1 0 0,0-1 0 0 0,1 0-1 0 0,-1 0 1 0 0,0 0 0 0 0,0 1 0 0 0,1-1-1 0 0,-1 0 1 0 0,0 0 0 0 0,1 0 0 0 0,-1 0-1 0 0,0 0 1 0 0,1 0 0 0 0,-1 0 0 0 0,0 0-1 0 0,1 0 1 0 0,-1 0 2 0 0,2 2 39 0 0,0-2 0 0 0,1 0 1 0 0,-1 1-1 0 0,0-1 0 0 0,0 0 0 0 0,1 0 0 0 0,-1 0 1 0 0,0 0-1 0 0,1 0 0 0 0,-1 0 0 0 0,0-1 0 0 0,0 1 1 0 0,0-1-1 0 0,0 0 0 0 0,0 0 0 0 0,0 0 0 0 0,1 0 0 0 0,-2 0 1 0 0,1-1-1 0 0,0 1 0 0 0,0-1 0 0 0,0 1 0 0 0,-1-1 1 0 0,1 0-1 0 0,-1 1 0 0 0,1-2 0 0 0,-1 1 0 0 0,1 1 1 0 0,-1-2-1 0 0,0 1 0 0 0,1-2-39 0 0,21-36 679 0 0,-23 39-647 0 0,1-1 1 0 0,0 0-1 0 0,-1 1 0 0 0,1-1 1 0 0,-1 0-1 0 0,1 0 1 0 0,-1 0-1 0 0,0 1 0 0 0,1-1 1 0 0,-1 1-1 0 0,0-1 1 0 0,0 0-1 0 0,0 0 0 0 0,0 0 1 0 0,0 0-1 0 0,-1 1 1 0 0,1-1-1 0 0,0 0 0 0 0,-1 0 1 0 0,1 1-1 0 0,-1-1 1 0 0,1 0-1 0 0,-1 1 0 0 0,0-1 1 0 0,0 1-1 0 0,1-1 1 0 0,-1 1-1 0 0,0 0 1 0 0,0-1-1 0 0,0 1 0 0 0,0-1 1 0 0,0 1-1 0 0,0 0 1 0 0,-1 0-1 0 0,1 0 0 0 0,-1 1 1 0 0,1-2-1 0 0,0 2 1 0 0,-1-1-1 0 0,1 0 0 0 0,0 1 1 0 0,-1-1-1 0 0,1 1 1 0 0,-1 0-1 0 0,1-1 0 0 0,-1 1 1 0 0,0 0-33 0 0,1 0-48 0 0,-1 0 1 0 0,1 1-1 0 0,-1-1 0 0 0,1 0 1 0 0,0 1-1 0 0,-1-1 1 0 0,1 1-1 0 0,0 0 0 0 0,-1-1 1 0 0,1 1-1 0 0,0 0 0 0 0,-1 0 1 0 0,1 0-1 0 0,0 0 1 0 0,0 0-1 0 0,0 1 0 0 0,0-1 1 0 0,0 0-1 0 0,0 0 1 0 0,0 0-1 0 0,0 1 0 0 0,1 0 1 0 0,-1-1-1 0 0,0 1 0 0 0,1-1 1 0 0,-1 1-1 0 0,1-1 1 0 0,-1 1-1 0 0,1 0 0 0 0,0-1 1 0 0,-1 2 47 0 0,-6 15-2044 0 0,4-11 1264 0 0,0-1-212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6 154 1152 0 0,'-5'-42'7195'0'0,"5"41"-7070"0"0,0 1 29 0 0,18 0 710 0 0,-15 0-848 0 0,1 0 0 0 0,-1-1 0 0 0,0 0 0 0 0,1 1 0 0 0,-1-2 1 0 0,0 1-1 0 0,0 0 0 0 0,1-2 0 0 0,-1 2 0 0 0,0-1 0 0 0,0-1 0 0 0,0 1 0 0 0,0 0 0 0 0,-1-1 0 0 0,1 0 0 0 0,-1 0 0 0 0,1-1-16 0 0,4-48 16 0 0,-7 52-13 0 0,0 0-11 0 0,0 0 12 0 0,0 0 1 0 0,0 0-10 0 0,0 0 0 0 0,22 11 167 0 0,20-22 377 0 0,-42 11-539 0 0,-1 1 0 0 0,1-1 0 0 0,0 1 0 0 0,-1-1 0 0 0,0 0 0 0 0,1 0 0 0 0,-1 0 0 0 0,1 0 0 0 0,0 1 0 0 0,-1-1 0 0 0,0 0 0 0 0,1 0 0 0 0,-1 0 0 0 0,1 0 0 0 0,-1 0 0 0 0,1 0 0 0 0,-1 0 0 0 0,1 0 0 0 0,-1 0 0 0 0,1 0 0 0 0,-1 0 0 0 0,1-1 0 0 0,-1 1 0 0 0,0 0 0 0 0,1 0 0 0 0,0 0 0 0 0,-1 0 0 0 0,1-1 0 0 0,-1 1 0 0 0,1-1 0 0 0,-1 1 0 0 0,1-1 0 0 0,0 0 0 0 0,-1 1 0 0 0,1 0 0 0 0,0-1-1 0 0,-1 1 1 0 0,1-1 0 0 0,-1 0 0 0 0,1 1 0 0 0,0 0 0 0 0,0-1 0 0 0,0 0 0 0 0,0 0 0 0 0,-1 0 0 0 0,1 1 0 0 0,0-1 0 0 0,0 1 0 0 0,0-1 0 0 0,0 0 0 0 0,0 1 0 0 0,0-1 0 0 0,0 0 0 0 0,0 0 0 0 0,0 1 0 0 0,0-1 0 0 0,0 1 0 0 0,0-1 0 0 0,1 0 0 0 0,-1 0 0 0 0,0 1 0 0 0,0-1 0 0 0,0 1 0 0 0,1-2 0 0 0,-42 38 56 0 0,22-22 187 0 0,19-14-215 0 0,0 0-8 0 0,0 0 1 0 0,0 0-4 0 0,0 0 1 0 0,0 0 2 0 0,20-1 24 0 0,124-42 849 0 0,-137 40-870 0 0,0 0 0 0 0,1 2 0 0 0,-1-1 0 0 0,1 1 0 0 0,0 1 0 0 0,-1-1-1 0 0,1 2 1 0 0,0 0 0 0 0,-1-1 0 0 0,1 2 0 0 0,0 0 0 0 0,5 3-23 0 0,36 40 191 0 0,-38-37-157 0 0,0-2 0 0 0,0 0 0 0 0,1 0 0 0 0,0-2 0 0 0,0 1 0 0 0,-1-2 0 0 0,2 0 0 0 0,-1-1-34 0 0,82-22 72 0 0,-51 43-32 0 0,-12-5-24 0 0,-1 6-18 0 0,-27-20 1 0 0,1 0 1 0 0,0-1-1 0 0,0 0 1 0 0,0 0-1 0 0,0 0 1 0 0,0-1-1 0 0,1 1 1 0 0,-1-1-1 0 0,1 0 1 0 0,-1-1-1 0 0,1 1 0 0 0,-1-2 1 0 0,1 1-1 0 0,1-1 1 0 0,41-9 50 0 0,-12 9-29 0 0,-3 52-28 0 0,-21-25 41 0 0,6 9 19 0 0,39 15-32 0 0,-2-15-233 0 0,-31-32-4670 0 0,-19-5 3068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83"/>
    </inkml:context>
    <inkml:brush xml:id="br0">
      <inkml:brushProperty name="width" value="0.1" units="cm"/>
      <inkml:brushProperty name="height" value="0.1" units="cm"/>
      <inkml:brushProperty name="color" value="#00A0D7"/>
    </inkml:brush>
    <inkml:brush xml:id="br1">
      <inkml:brushProperty name="width" value="0.1" units="cm"/>
      <inkml:brushProperty name="height" value="0.1" units="cm"/>
      <inkml:brushProperty name="color" value="#004F8B"/>
    </inkml:brush>
    <inkml:brush xml:id="br2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0 116 1552 0 0,'6'7'4377'0'0,"11"3"-3756"0"0,-4-4-355 0 0,-11-5-229 0 0,0 0 1 0 0,0 1-1 0 0,0-2 0 0 0,1 1 0 0 0,-1-1 0 0 0,0 1 0 0 0,1-1 1 0 0,0 0-1 0 0,-1 0 0 0 0,1 0 0 0 0,-1 0 0 0 0,0-1 1 0 0,1 0-1 0 0,-1 1 0 0 0,0-1 0 0 0,1 0 0 0 0,-1 0 1 0 0,0 0-1 0 0,0-1 0 0 0,2 0-37 0 0,11-5 22 0 0,11-13 6 0 0,-10 3-19 0 0,-3-5 71 0 0,-2-3 814 0 0,-11 23-886 0 0,1 1 0 0 0,0-1 0 0 0,-1 1 0 0 0,1-1 0 0 0,0 1 0 0 0,0-1 0 0 0,0 1 0 0 0,-1-1 0 0 0,2 1 0 0 0,-2 0 0 0 0,1 0 0 0 0,1-1 0 0 0,-1 2 0 0 0,0-1 0 0 0,0-1 0 0 0,0 2 0 0 0,0-1 0 0 0,1 0 0 0 0,-1 1 0 0 0,1-1 0 0 0,-1 0 0 0 0,0 1 0 0 0,1 0 0 0 0,-1 0 0 0 0,0 0 0 0 0,1 0 0 0 0,-1-1 0 0 0,0 2 0 0 0,1-1 0 0 0,-1 0 0 0 0,0 0 0 0 0,1 0 0 0 0,-1 1-8 0 0,13-2 64 0 0,68-17-62 0 0,-52 18 37 0 0,-29 0-47 0 0,-1 0 0 0 0,0 0-1 0 0,0 0-5 0 0,0 0 8 0 0,0 0 11 0 0,0 0 3 0 0,0 0 1 0 0,0 0 2 0 0,0 0-12 0 0,0 0 3 0 0,12 50-15 0 0,-6-4-44 0 0,14 17 89 0 0,-17-53-27 0 0,-1 0 0 0 0,0 0 0 0 0,0 0 0 0 0,-1 1 1 0 0,0-1-1 0 0,0 0 0 0 0,-1 0 0 0 0,0 0 0 0 0,0 1 1 0 0,-1-1-1 0 0,-1 0 0 0 0,1 1 0 0 0,-1-1 0 0 0,0 1-5 0 0,-3 27 9 0 0,8 73 38 0 0,-2-90-7 0 0,-5 21 70 0 0,-39 5 446 0 0,16-19-386 0 0,-27 39 217 0 0,-13 12-125 0 0,36-47-272 0 0,30-29 12 0 0,0-2 0 0 0,0 1 0 0 0,0 0 0 0 0,1 0 0 0 0,-1 1 0 0 0,0-1 0 0 0,1 0 0 0 0,0 0 0 0 0,-1 0 0 0 0,1 0 0 0 0,0 1 0 0 0,0-1 0 0 0,0 0 0 0 0,0 1 0 0 0,0-1 0 0 0,0 0 0 0 0,0 1 0 0 0,1-1 0 0 0,-1 0 0 0 0,0 0 0 0 0,1 1 0 0 0,0-2 0 0 0,0 2 0 0 0,-1-1 0 0 0,2-1 0 0 0,-2 2 0 0 0,1-2 0 0 0,1 2-2 0 0,-2-3 8 0 0,10 25 16 0 0,-9-20-24 0 0,1 2 0 0 0,-2-2 0 0 0,1 1 0 0 0,-1 0 0 0 0,0 0 0 0 0,1 0 0 0 0,-2 0 0 0 0,1-1 0 0 0,0 2 0 0 0,-1-2 0 0 0,0 1 0 0 0,0 0 0 0 0,0 0 0 0 0,-1-1 0 0 0,0 1 0 0 0,0-1 0 0 0,1 0 0 0 0,-2 1 0 0 0,1-2 0 0 0,-1 2 0 0 0,0-2 0 0 0,0 1 0 0 0,0 0 0 0 0,-13 30-14 0 0,2 0-3669 0 0,14-34 2961 0 0</inkml:trace>
  <inkml:trace contextRef="#ctx0" brushRef="#br1" timeOffset="1">711 1113 1968 0 0,'-6'2'1503'0'0,"9"1"2542"0"0,4-4-4034 0 0,0 0 0 0 0,0-1 0 0 0,0 1 0 0 0,0-2 0 0 0,0 0 0 0 0,-1 0 0 0 0,1 0 0 0 0,0-1 0 0 0,-1 0 0 0 0,4-3-11 0 0,-7 4 6 0 0,66-33 6 0 0,-53 28-1 0 0,0 1-1 0 0,1 1 0 0 0,-1 2 0 0 0,1-1 0 0 0,0 2 1 0 0,13 0-11 0 0,-22-2 32 0 0,-5 6 6 0 0,-1 0 0 0 0,-1-1-1 0 0,2 1 1 0 0,-2 0 0 0 0,2 0 0 0 0,-1 0 0 0 0,-1 0 0 0 0,1 1 0 0 0,0-1 0 0 0,0 1 0 0 0,-1-1 0 0 0,1 1 0 0 0,-1 0 0 0 0,1 0 0 0 0,-1 0-1 0 0,1 0 1 0 0,-1 0 0 0 0,0 0 0 0 0,0 1 0 0 0,1 0-38 0 0,8 14 31 0 0,-9-14-21 0 0,1 0 0 0 0,-1 0 0 0 0,0 0-1 0 0,0 0 1 0 0,1 1 0 0 0,-2-1 0 0 0,1 1 0 0 0,0 0-1 0 0,0-1 1 0 0,-1 1 0 0 0,0-1 0 0 0,1 1 0 0 0,-1-1 0 0 0,0 1-1 0 0,-1 0 1 0 0,1-1 0 0 0,0 1 0 0 0,-1 0 0 0 0,0-1-1 0 0,1 1 1 0 0,-1-1 0 0 0,0 1 0 0 0,0-1 0 0 0,0 0-1 0 0,-1 1 1 0 0,1-1 0 0 0,-1 0 0 0 0,0 1-10 0 0,-7 1 103 0 0,-71 119 207 0 0,19-27 213 0 0,51-59-485 0 0,10-33-23 0 0,-1 0-1 0 0,0 0 1 0 0,0 0-1 0 0,-1 0 1 0 0,1 0-1 0 0,-1 0 1 0 0,0-1-1 0 0,0 1 1 0 0,0-1-1 0 0,0 0 1 0 0,-1 0-1 0 0,1 1 1 0 0,-3 1-15 0 0,-72 46 319 0 0,-24-7 301 0 0,21-16-394 0 0,18 22-267 0 0,44-38-8 0 0,17 24-89 0 0,10-14 166 0 0,-8-21-29 0 0,0 0 0 0 0,0 1 0 0 0,0-1 0 0 0,0 1 1 0 0,1-1-1 0 0,-2 1 0 0 0,1 0 0 0 0,-1 0 0 0 0,1-1 0 0 0,0 1 0 0 0,-1 0 0 0 0,0 0 1 0 0,1 0-1 0 0,-1 0 0 0 0,0-1 0 0 0,0 1 0 0 0,-1 0 0 0 0,1 0 0 0 0,0 0 1 0 0,-1 0-1 0 0,0 0 1 0 0,0 3 3 0 0,-2 0 1 0 0,1 0 0 0 0,0 0-1 0 0,-1 1 1 0 0,0-2 0 0 0,0 0-1 0 0,0 1 1 0 0,-1-2 0 0 0,1 2-1 0 0,-2-2 1 0 0,1 0 0 0 0,-3 4-4 0 0,-50 61-2294 0 0,51-58-877 0 0,4-5 2049 0 0</inkml:trace>
  <inkml:trace contextRef="#ctx0" brushRef="#br2" timeOffset="2">1333 979 2056 0 0,'7'0'5713'0'0,"26"-10"-5322"0"0,34-14-295 0 0,-27-1-62 0 0,-4 4-37 0 0,5 5-76 0 0,-37 8 74 0 0,108-69 188 0 0,-24 39-94 0 0,-19 42 322 0 0,-13 43 608 0 0,-29-3-667 0 0,-6-31-284 0 0,-4 30 25 0 0,-2 25-66 0 0,-10-54-31 0 0,-5-13 0 0 0,0-1 9 0 0,0 0 5 0 0,15 12-10 0 0,-14-10-7 0 0,0 0 0 0 0,1 0-1 0 0,-1 0 1 0 0,0 0 0 0 0,0 0 0 0 0,0 0 0 0 0,-1 0 0 0 0,2 1 0 0 0,-2-1 0 0 0,1 0 0 0 0,-1 1 0 0 0,0-1 0 0 0,1 0 0 0 0,0 1 0 0 0,-1-1 0 0 0,0 0 0 0 0,0 1 0 0 0,0 0 0 0 0,0-1 0 0 0,0 0 0 0 0,-1 1 0 0 0,1-1 0 0 0,-1 0 0 0 0,1 1 0 0 0,-1-1 0 0 0,1 0 0 0 0,-1 0 0 0 0,0 1 0 0 0,0-1 0 0 0,0 0 0 0 0,0 0 0 0 0,0 0 0 0 0,-1 1 7 0 0,-60 57 6 0 0,59-57 13 0 0,0 0-1 0 0,0 0 1 0 0,0 0-1 0 0,1 1 1 0 0,-1-1-1 0 0,0 1 1 0 0,1 0 0 0 0,0-1-1 0 0,0 1 1 0 0,0 1-1 0 0,0-1 1 0 0,1 0-1 0 0,-1 1 1 0 0,1 0-1 0 0,0-1 1 0 0,0 1 0 0 0,0 0-1 0 0,0-1 1 0 0,1 1-1 0 0,-1-1 1 0 0,1 2-1 0 0,0-2 1 0 0,0 1-1 0 0,1 0 1 0 0,-1 0-1 0 0,0 0 1 0 0,2-1 0 0 0,-2 1-1 0 0,1 0 1 0 0,1-1-1 0 0,-1 1 1 0 0,1-1-1 0 0,0 3-18 0 0,41 34-84 0 0,-30-18-819 0 0,1 5-3750 0 0,-12-23 3320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8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303 0 288 0 0,'-16'5'5185'0'0,"14"-4"-5608"0"0,4 18 864 0 0,-1-19-437 0 0,14 7 940 0 0,-15-4-930 0 0,0 0 0 0 0,1 1 1 0 0,-1-1-1 0 0,0 0 0 0 0,0 1 1 0 0,-1-1-1 0 0,1 0 0 0 0,0 1 1 0 0,-1-1-1 0 0,1 0 0 0 0,-2 0 0 0 0,2 0 1 0 0,-1 0-1 0 0,-1 0 0 0 0,1 0 1 0 0,0 0-1 0 0,0 0 0 0 0,-1 0 1 0 0,0 0-1 0 0,1-1 0 0 0,-1 0 1 0 0,1 1-1 0 0,-2-1 0 0 0,2 0 0 0 0,-2 1 1 0 0,0-1-15 0 0,-71 86-47 0 0,29-29 15 0 0,32-30-37 0 0,7 8 66 0 0,6-37 8 0 0,0 0 5 0 0,-2 27 138 0 0,-1-6-123 0 0,1 2 290 0 0,-20 13 941 0 0,22-36-1211 0 0,0 0-3 0 0,0 0 0 0 0,0 0 12 0 0,0 0 1 0 0,0 0-6 0 0,0 0-1 0 0,1 9 573 0 0,23-32-3909 0 0,-20 20 2562 0 0</inkml:trace>
  <inkml:trace contextRef="#ctx0" brushRef="#br0" timeOffset="1">88 269 2136 0 0,'-22'-5'5070'0'0,"22"-5"-3515"0"0,19 58-1038 0 0,18 27 62 0 0,11 67 332 0 0,-48-142-923 0 0,0 0-7 0 0,0 0-41 0 0,0 0-39 0 0,0 0-49 0 0,0 0-100 0 0,0 0-223 0 0,0 0-225 0 0,0 0-101 0 0,0 0 277 0 0,0 0-325 0 0,0 0-271 0 0</inkml:trace>
  <inkml:trace contextRef="#ctx0" brushRef="#br0" timeOffset="2">2 405 1952 0 0,'-1'-17'6461'0'0,"15"7"-4478"0"0,23 6-2901 0 0,-29 3 1502 0 0,96-22-404 0 0,17 4-2778 0 0,-107 16 1867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43 1232 0 0,'-20'2'4984'0'0,"-5"-2"-5055"0"0,42 15 447 0 0,21 4 610 0 0,-14-5 397 0 0,-24-14-1354 0 0,0 0-10 0 0,20 6 164 0 0,22-9-13 0 0,-7-14-155 0 0,6-15 9 0 0,-29-15 191 0 0,-12 47-222 0 0,0 0-1 0 0,0 0-1 0 0,0 0-5 0 0,0 0 8 0 0,34 0 27 0 0,-34 0-13 0 0,0 0 0 0 0,6 15-40 0 0,7 56 76 0 0,-7-50-151 0 0,1 6 183 0 0,-7-27-65 0 0,0 0-3 0 0,0 0 0 0 0,0 0 0 0 0,0 0-1 0 0,0 2-127 0 0,0 1 1 0 0,0-1 0 0 0,0 0-1 0 0,0 0 1 0 0,1 0-1 0 0,-1 0 1 0 0,0 1 0 0 0,1-2-1 0 0,0 2 1 0 0,-1-1-1 0 0,1-1 1 0 0,0 2 0 0 0,0-2-1 0 0,0 2 1 0 0,0-2 0 0 0,0 1-1 0 0,0-1 1 0 0,0 1-1 0 0,0-1 1 0 0,0 1 0 0 0,1-1-1 0 0,-1 1 1 0 0,1 0 119 0 0,3 1-742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73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107 1 0 0,'-107'0'0'0,"416"0"0"0,-301 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74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28 1 0 0,'-26'0'0'0,"24"0"0"0,17 0 0 0,216 0 0 0,-230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75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 1 0 0,'120'0'0'0,"57"0"0"0,-172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76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0 1 0 0,'238'0'0'0,"-147"0"0"0,-86 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77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26 1 0 0,'-26'0'0'0,"38"0"0"0,122 0 0 0,-132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78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93 1 0 0,'-36'0'0'0,"34"0"0"0,4 0 0 0,19 0 0 0,19 0 0 0,-118 0 0 0,45 0 0 0,26 0 0 0,9 0 0 0,77 0 0 0,-113 0 0 0,72 0 0 0,-98 0 0 0,121 0 0 0,-37 0 0 0,-21 0 0 0,-8 0 0 0,-69 0 0 0,84 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112 65 792 0 0,'-1'-2'311'0'0,"0"1"0"0"0,1 0 1 0 0,-1-1-1 0 0,0 1 0 0 0,0 0 0 0 0,0 0 0 0 0,0 0 0 0 0,-1 0 0 0 0,1 0 0 0 0,0 0 0 0 0,0 0 1 0 0,-1 0-1 0 0,1 1 0 0 0,0-1 0 0 0,-1 0 0 0 0,1 1 0 0 0,-1-1 0 0 0,1 1 0 0 0,-2-1 1 0 0,-31-1 1326 0 0,23 2-1968 0 0,10 1 329 0 0,0-1 0 0 0,1 0 0 0 0,-1 1-1 0 0,0-1 1 0 0,0 0 0 0 0,0 1 0 0 0,1-1-1 0 0,-1 1 1 0 0,0-1 0 0 0,0 1 0 0 0,1 0 0 0 0,-1-1-1 0 0,1 1 1 0 0,-1 0 0 0 0,0-1 0 0 0,1 1 0 0 0,0 0-1 0 0,-1 0 1 0 0,1 0 0 0 0,-1-1 0 0 0,1 2 0 0 0,-6 21 15 0 0,6-22-15 0 0,0-1 0 0 0,0 1 0 0 0,1 0 0 0 0,-1-1 0 0 0,1 1 0 0 0,-1-1-1 0 0,1 1 1 0 0,-1-1 0 0 0,1 1 0 0 0,-1-1 0 0 0,1 0 0 0 0,-1 1 0 0 0,1-1 0 0 0,-1 0 0 0 0,1 1 0 0 0,0-1-1 0 0,-1 0 1 0 0,1 1 0 0 0,0-1 0 0 0,-1 0 0 0 0,1 0 0 0 0,0 0 0 0 0,-1 0 0 0 0,2 0 0 0 0,17 1-11 0 0,-17-1 11 0 0,0-1-1 0 0,0 0 0 0 0,0 0 0 0 0,0-1 1 0 0,0 1-1 0 0,0 0 0 0 0,-1-1 0 0 0,1 1 0 0 0,0-1 1 0 0,-1 1-1 0 0,1-1 0 0 0,-1 0 0 0 0,1 0 0 0 0,-1 0 1 0 0,0 1-1 0 0,0-1 0 0 0,1-3 0 0 0,0 0 139 0 0,0 1 0 0 0,-1-1 0 0 0,1 1 1 0 0,-1-1-1 0 0,0 1 0 0 0,-1-1 0 0 0,1-7 0 0 0,-1 11-138 0 0,-1 0 1 0 0,1 0 0 0 0,-1 0 0 0 0,1 0-1 0 0,-1 0 1 0 0,0 0 0 0 0,0 0 0 0 0,1 0-1 0 0,-1 0 1 0 0,0 0 0 0 0,0 0 0 0 0,0 1-1 0 0,0-1 1 0 0,0 0 0 0 0,0 1 0 0 0,0-1-1 0 0,0 1 1 0 0,0-1 0 0 0,0 1 0 0 0,0 0-1 0 0,0-1 1 0 0,-1 1 0 0 0,1 0 0 0 0,0 0 0 0 0,0 0-1 0 0,0-1 1 0 0,0 1 0 0 0,-1 1 0 0 0,1-1-1 0 0,0 0 1 0 0,0 0 0 0 0,0 0 0 0 0,0 1-1 0 0,0-1 1 0 0,-1 0 0 0 0,1 1 0 0 0,-1 0-1 0 0,-1 2-6 0 0,1 0-1 0 0,-1-1 0 0 0,1 2 0 0 0,0-1 0 0 0,0 0 0 0 0,0 0 1 0 0,0 1-1 0 0,-1 4 0 0 0,2-6-3 0 0,1-1 1 0 0,-1 1-1 0 0,1-1 1 0 0,0 1-1 0 0,-1-1 0 0 0,1 1 1 0 0,0-1-1 0 0,0 1 1 0 0,0-1-1 0 0,0 1 1 0 0,1-1-1 0 0,-1 1 0 0 0,0-1 1 0 0,1 1-1 0 0,-1-1 1 0 0,1 1-1 0 0,-1-1 1 0 0,1 0-1 0 0,-1 1 0 0 0,1-1 1 0 0,0 0-1 0 0,0 1 1 0 0,0-1-1 0 0,1 1 1 0 0,0 0 10 0 0,0 0 0 0 0,0-1 1 0 0,0 1-1 0 0,1-1 1 0 0,-1 1-1 0 0,0-1 0 0 0,1 0 1 0 0,-1 0-1 0 0,6 1 1 0 0,-8-2 10 0 0,1 1 0 0 0,1-1 1 0 0,-1 0-1 0 0,0 0 1 0 0,0 0-1 0 0,0 1 0 0 0,0-1 1 0 0,0 0-1 0 0,0-1 0 0 0,0 1 1 0 0,0 0-1 0 0,0 0 0 0 0,0 0 1 0 0,0-1-1 0 0,0 1 0 0 0,0 0 1 0 0,0-1-1 0 0,0 1 0 0 0,0-1 1 0 0,0 1-1 0 0,-1-1 1 0 0,1 1-1 0 0,0-1 0 0 0,0 0 1 0 0,0 0-1 0 0,0-1 0 0 0,0 1-8 0 0,0 0-1 0 0,0-1 1 0 0,0 1-1 0 0,0 0 1 0 0,0-1-1 0 0,0 1 1 0 0,-1-1-1 0 0,1 1 1 0 0,-1-1-1 0 0,1 0 0 0 0,-1 1 1 0 0,0-1-1 0 0,1 0 1 0 0,-1 1-1 0 0,0-1 1 0 0,0 0-1 0 0,0 1 1 0 0,-1-1-1 0 0,1 1 1 0 0,0-1-1 0 0,0 0 1 0 0,-1 1-1 0 0,1-1 0 0 0,-1 1 1 0 0,0-1-1 0 0,1 0 1 0 0,-1 1-1 0 0,0 0 1 0 0,0-1-1 0 0,0 1 1 0 0,0 0-1 0 0,-1-2 1 0 0,0 1-1 0 0,0 1 0 0 0,0-1 0 0 0,0 1 1 0 0,0 0-1 0 0,0 0 0 0 0,0 0 0 0 0,0 0 1 0 0,-1 0-1 0 0,1 0 0 0 0,0 1 0 0 0,0-1 1 0 0,-1 1-1 0 0,1-1 0 0 0,0 1 0 0 0,-1 0 1 0 0,1 0-1 0 0,-1 0 0 0 0,1 0 0 0 0,0 1 1 0 0,-1-1-1 0 0,-2 1 0 0 0,3 1-1 0 0,0-1 0 0 0,0 0 0 0 0,0 1 0 0 0,0-1 0 0 0,0 1 0 0 0,1-1-1 0 0,-1 1 1 0 0,1 0 0 0 0,-1 0 0 0 0,1 0 0 0 0,0 0 0 0 0,-2 4 0 0 0,-13 27 11 0 0,15-30-14 0 0,0-1 1 0 0,0 1-1 0 0,1-1 0 0 0,-1 1 0 0 0,1 0 1 0 0,0-1-1 0 0,-1 1 0 0 0,2 4 1 0 0,-1-5 0 0 0,0-1 0 0 0,0 0 0 0 0,0 0 0 0 0,1 0 0 0 0,-1 0 0 0 0,0 0 0 0 0,1 0 0 0 0,-1 0 0 0 0,1 0 0 0 0,0 0 0 0 0,-1 0 0 0 0,1-1 0 0 0,0 1 0 0 0,-1 0 0 0 0,1 0 0 0 0,0 0 0 0 0,0-1 0 0 0,0 1 0 0 0,-1 0 1 0 0,1-1-1 0 0,0 1 0 0 0,2 0 0 0 0,0 1 9 0 0,1-1 1 0 0,-1 0-1 0 0,0 1 0 0 0,1-1 1 0 0,-1-1-1 0 0,0 1 1 0 0,1 0-1 0 0,4-1 1 0 0,-7 0-10 0 0,0 0 1 0 0,0 0-1 0 0,1-1 0 0 0,-1 1 1 0 0,0 0-1 0 0,1-1 1 0 0,-1 1-1 0 0,0-1 1 0 0,0 1-1 0 0,0-1 0 0 0,1 0 1 0 0,-1 0-1 0 0,0 1 1 0 0,0-1-1 0 0,0 0 1 0 0,0 0-1 0 0,-1 0 1 0 0,1 0-1 0 0,0 0 0 0 0,0 0 1 0 0,0 0-1 0 0,-1-1 1 0 0,1 1-1 0 0,-1 0 1 0 0,1-2-1 0 0,17-45 10 0 0,-16 44 4 0 0,0 0 0 0 0,-1 0 0 0 0,1-1 0 0 0,-1 1 0 0 0,1-8 0 0 0,-2 11-9 0 0,1 0 0 0 0,-1 1 0 0 0,0-1 1 0 0,0 0-1 0 0,0 0 0 0 0,0 0 0 0 0,0 0 0 0 0,0 0 0 0 0,0 0 0 0 0,0 0 0 0 0,-1 0 0 0 0,1 0 0 0 0,0 0 0 0 0,0 0 0 0 0,-1 0 0 0 0,1 1 0 0 0,-1-1 0 0 0,1 0 0 0 0,-1 0 1 0 0,1 0-1 0 0,-1 1 0 0 0,1-1 0 0 0,-1 0 0 0 0,0 0 0 0 0,1 1 0 0 0,-1-1 0 0 0,0 1 0 0 0,0-1 0 0 0,1 0 0 0 0,-1 1 0 0 0,0 0 0 0 0,0-1 0 0 0,-1 0 0 0 0,1 1-3 0 0,0 0 0 0 0,-1 0-1 0 0,1 1 1 0 0,0-1-1 0 0,0 0 1 0 0,0 0-1 0 0,-1 1 1 0 0,1-1-1 0 0,0 1 1 0 0,0-1-1 0 0,0 1 1 0 0,0-1-1 0 0,0 1 1 0 0,0 0 0 0 0,0-1-1 0 0,0 1 1 0 0,0 0-1 0 0,0 0 1 0 0,0 0-1 0 0,0 0 1 0 0,1-1-1 0 0,-1 1 1 0 0,-1 3-1 0 0,-16 26-14 0 0,18-30 14 0 0,-1 3 12 0 0,-1 0 0 0 0,1 0 0 0 0,0 0-1 0 0,0 0 1 0 0,1 0 0 0 0,-1 1 0 0 0,1-1 0 0 0,-1 4 0 0 0,1-7-32 0 0,2-1-574 0 0,-1 0 390 0 0,1 0-1 0 0,-1 0 1 0 0,1 1 0 0 0,-1-2-1 0 0,1 1 1 0 0,-1 0 0 0 0,0 0 0 0 0,0 0-1 0 0,0-1 1 0 0,1 1 0 0 0,-1 0-1 0 0,-1-1 1 0 0,1 1 0 0 0,0-1-1 0 0,0 1 1 0 0,0-1 0 0 0,-1 1-1 0 0,1-3 1 0 0,3-6-672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33 336 0 0,'-3'13'3898'0'0,"3"5"-3232"0"0,0-5-198 0 0,1-12-453 0 0,-1-1-1 0 0,1 1 1 0 0,-1 0 0 0 0,1-1 0 0 0,-1 1-1 0 0,1-1 1 0 0,-1 1 0 0 0,1-1 0 0 0,0 1 0 0 0,-1-1-1 0 0,1 0 1 0 0,0 1 0 0 0,0-1 0 0 0,-1 0-1 0 0,1 1 1 0 0,0-1 0 0 0,0 0 0 0 0,0 0 0 0 0,-1 0-1 0 0,2 1 1 0 0,18 2 682 0 0,-19-4-637 0 0,1 1 0 0 0,0 0 0 0 0,-1 0 0 0 0,1-1 0 0 0,-1 1 0 0 0,1-1 0 0 0,-1 0 0 0 0,0 1 0 0 0,1-1 0 0 0,-1 0 0 0 0,1 0 0 0 0,-1 0 0 0 0,0 0 0 0 0,0 0 0 0 0,0 0 0 0 0,1 0 0 0 0,-1 0 0 0 0,0 0 0 0 0,0-1 0 0 0,-1 1 0 0 0,1 0 1 0 0,0-1-1 0 0,0 1 0 0 0,-1-1 0 0 0,1 1 0 0 0,-1 0 0 0 0,1-3 0 0 0,1-3-110 0 0,0 1 0 0 0,-1-1 0 0 0,1 1 0 0 0,-2-1 0 0 0,1-10 0 0 0,-1 16 53 0 0,0 1 1 0 0,0 0-1 0 0,0 0 0 0 0,1-1 0 0 0,-1 1 0 0 0,0 0 0 0 0,0-1 0 0 0,0 1 0 0 0,0 0 0 0 0,0-1 0 0 0,0 1 1 0 0,-1 0-1 0 0,1-1 0 0 0,0 1 0 0 0,0 0 0 0 0,0 0 0 0 0,0-1 0 0 0,0 1 0 0 0,0 0 0 0 0,0-1 1 0 0,-1 1-1 0 0,1 0 0 0 0,0 0 0 0 0,0-1 0 0 0,0 1 0 0 0,-1 0 0 0 0,1 0 0 0 0,0 0 0 0 0,0-1 0 0 0,-1 1 1 0 0,1 0-1 0 0,0 0 0 0 0,0 0 0 0 0,-1 0 0 0 0,1 0 0 0 0,0-1 0 0 0,-1 1 0 0 0,1 0 0 0 0,0 0 0 0 0,0 0 1 0 0,-1 0-1 0 0,1 0 0 0 0,0 0 0 0 0,-1 0 0 0 0,1 0 0 0 0,0 0 0 0 0,-1 0 0 0 0,1 0 0 0 0,0 0 1 0 0,-1 0-1 0 0,1 0 0 0 0,0 1 0 0 0,0-1 0 0 0,-1 0 0 0 0,1 0 0 0 0,0 0 0 0 0,0 0 0 0 0,-1 0 0 0 0,1 1 1 0 0,0-1-1 0 0,0 0 0 0 0,-1 0 0 0 0,1 1 0 0 0,0-1 0 0 0,0 0 0 0 0,-1 1 0 0 0,-14 14 207 0 0,8-4 76 0 0,1 1 0 0 0,0-1 1 0 0,-8 23-1 0 0,8-2-2670 0 0,7-32 1765 0 0,3 1-216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345 4 1264 0 0,'-17'-1'5628'0'0,"-3"-1"-3385"0"0,17 45 463 0 0,-6-23-2404 0 0,8-17-253 0 0,0-1 1 0 0,0 1-1 0 0,0 0 1 0 0,0-1-1 0 0,0 1 1 0 0,-1-1-1 0 0,1 0 0 0 0,-1 1 1 0 0,-2 1-1 0 0,-2 3 75 0 0,4-5-67 0 0,0 0-1 0 0,0 0 1 0 0,0 0-1 0 0,-1 0 1 0 0,1-1-1 0 0,0 1 1 0 0,-4 1-1 0 0,0 1 33 0 0,6-4-84 0 0,-1 1 0 0 0,0 0-1 0 0,1-1 1 0 0,-1 0 0 0 0,0 1 0 0 0,0-1 0 0 0,0 1-1 0 0,0-1 1 0 0,1 0 0 0 0,-1 0 0 0 0,0 0 0 0 0,0 1-1 0 0,0-1 1 0 0,0 0 0 0 0,-1 0 0 0 0,-36 9 20 0 0,37-9-27 0 0,0 0 0 0 0,1 0-1 0 0,-1 0 1 0 0,0 0 0 0 0,0 0-1 0 0,0 0 1 0 0,1 0 0 0 0,-1 1 0 0 0,0-1-1 0 0,0 0 1 0 0,1 0 0 0 0,-1 1 0 0 0,0-1-1 0 0,0 1 1 0 0,1-1 0 0 0,-1 1-1 0 0,1-1 1 0 0,-1 1 0 0 0,0-1 0 0 0,1 1-1 0 0,-1-1 1 0 0,1 1 0 0 0,-1 0-1 0 0,1-1 1 0 0,0 1 0 0 0,-1 0 0 0 0,0 1-1 0 0,1-1 3 0 0,-1 0 0 0 0,1 0 0 0 0,-1 0-1 0 0,0 0 1 0 0,1 0 0 0 0,-1 0 0 0 0,0 0 0 0 0,0 0-1 0 0,0-1 1 0 0,0 1 0 0 0,0 0 0 0 0,0 0 0 0 0,-1 0 0 0 0,-8 2 22 0 0,9-3-20 0 0,0 0 0 0 0,0 1 1 0 0,0-1-1 0 0,1 0 1 0 0,-1 0-1 0 0,0 1 0 0 0,0-1 1 0 0,0 0-1 0 0,1 1 0 0 0,-1-1 1 0 0,0 0-1 0 0,1 1 1 0 0,-1-1-1 0 0,0 1 0 0 0,1 0 1 0 0,-2 0-1 0 0,1 0-11 0 0,1 0 0 0 0,-1-1 0 0 0,0 1 0 0 0,0 0 0 0 0,0-1 0 0 0,0 1 0 0 0,0 0 0 0 0,0-1-1 0 0,0 1 1 0 0,0-1 0 0 0,0 0 0 0 0,-2 1 0 0 0,2-1 2 0 0,0 0-1 0 0,0 0 1 0 0,1 0 0 0 0,-1 1-1 0 0,0-1 1 0 0,0 0 0 0 0,1 0-1 0 0,-1 1 1 0 0,0-1 0 0 0,0 0-1 0 0,1 1 1 0 0,-1-1-1 0 0,0 1 1 0 0,1-1 0 0 0,-1 1-1 0 0,1-1 1 0 0,-1 1 0 0 0,1 0-1 0 0,-1-1 1 0 0,1 1 0 0 0,-1 0-1 0 0,1-1 1 0 0,-1 1 0 0 0,1 0-1 0 0,0-1 1 0 0,-1 1 0 0 0,1 0-1 0 0,0 0 1 0 0,-1 1-1 0 0,1-2 11 0 0,0 1-7 0 0,0 0 1 0 0,0 0-3 0 0,0-1 0 0 0,0 7 6 0 0,0-6 22 0 0,1-1-20 0 0,-1 1 0 0 0,0 0 0 0 0,0 0 0 0 0,0 0 0 0 0,0 0 0 0 0,0 0 0 0 0,0 0 0 0 0,0-1 0 0 0,-1 1 0 0 0,1 0 0 0 0,0 0 0 0 0,0 0 0 0 0,-1 0 0 0 0,1-1 0 0 0,0 1 0 0 0,-1 0 0 0 0,1 0 0 0 0,-1-1 0 0 0,1 1 0 0 0,-1 0 0 0 0,0-1 0 0 0,0 2 0 0 0,0 16 0 0 0,-1-15 23 0 0,1 0 0 0 0,-1 0 0 0 0,0 0 0 0 0,0 0 1 0 0,0 0-1 0 0,-4 4 0 0 0,-17 10-1 0 0,18-8-52 0 0,5-8 31 0 0,-1 0 0 0 0,1 0 0 0 0,0 0 0 0 0,0 0 0 0 0,-1-1 0 0 0,1 1-1 0 0,-1 0 1 0 0,1 0 0 0 0,-1-1 0 0 0,1 1 0 0 0,-1 0 0 0 0,1-1 0 0 0,-1 1-1 0 0,0-1 1 0 0,1 1 0 0 0,-1 0 0 0 0,-1 0 0 0 0,-7 4 39 0 0,8-4-41 0 0,0 0 1 0 0,-1 0-1 0 0,1 0 0 0 0,0-1 0 0 0,0 1 1 0 0,-1 0-1 0 0,1-1 0 0 0,0 1 1 0 0,-1-1-1 0 0,1 1 0 0 0,0-1 0 0 0,-1 0 1 0 0,1 0-1 0 0,-2 0 0 0 0,1 1 1 0 0,1-1 0 0 0,0 1 0 0 0,0-1 0 0 0,0 1 0 0 0,0-1 0 0 0,1 1-1 0 0,-1-1 1 0 0,0 1 0 0 0,0 0 0 0 0,0 0 0 0 0,0 0 0 0 0,1-1 0 0 0,-1 1 0 0 0,0 0 0 0 0,1 0-1 0 0,-2 1 1 0 0,2 2-3736 0 0,2-3 3355 0 0,17 0-1224 0 0,18-4 314 0 0,-15-6-433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03T15:11:00.1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77 0 312 0 0,'-77'0'8991'0'0,"79"30"-7458"0"0,-2-29-1344 0 0,2 23-66 0 0,13 19-51 0 0,-14-42-55 0 0,0 1 1 0 0,0-1 0 0 0,0 1-1 0 0,0-1 1 0 0,0 0 0 0 0,0 1-1 0 0,1-1 1 0 0,-1 0-1 0 0,0 0 1 0 0,1 0 0 0 0,-1 0-1 0 0,1 0 1 0 0,-1 0 0 0 0,1 0-1 0 0,-1-1 1 0 0,1 1-1 0 0,3 0 1 0 0,-5-1-1 0 0,28 11 138 0 0,-14-10-104 0 0,-12-2-44 0 0,0 1 1 0 0,-1 0-1 0 0,1 0 0 0 0,-1 0 0 0 0,1 0 0 0 0,-1 0 1 0 0,1 1-1 0 0,0-1 0 0 0,-1 0 0 0 0,1 1 1 0 0,-1-1-1 0 0,1 1 0 0 0,-1-1 0 0 0,0 1 1 0 0,2 1-1 0 0,-2-2 0 0 0,9 16 14 0 0,-10-16-4 0 0,1 3 25 0 0,-1-1 0 0 0,1 0 0 0 0,0 0 0 0 0,0 0 0 0 0,0 0 0 0 0,0 0 0 0 0,0 0 0 0 0,2 2 0 0 0,5 11 24 0 0,0 5 67 0 0,-6-16-115 0 0,0 1-1 0 0,-1-1 1 0 0,1 1-1 0 0,-1-1 1 0 0,0 1-1 0 0,0 0 1 0 0,-1-1 0 0 0,1 6-1 0 0,0 7 4 0 0,-1-12-5 0 0,0 0 0 0 0,1-1 0 0 0,-1 1 0 0 0,-1 0 0 0 0,1-1 0 0 0,-1 1 0 0 0,0 0 0 0 0,-2 6 0 0 0,1-7 1 0 0,1 0-1 0 0,0-1 0 0 0,-1 1 0 0 0,1 0 1 0 0,1 0-1 0 0,-1 0 0 0 0,0 0 0 0 0,1 0 1 0 0,0 0-1 0 0,0 0 0 0 0,0-1 0 0 0,1 1 1 0 0,-1 0-1 0 0,1 0 0 0 0,0 0 0 0 0,1 4 0 0 0,0-6-8 0 0,-1 1 0 0 0,1-1 0 0 0,0 1 0 0 0,0-1 0 0 0,0 0 0 0 0,0 0 0 0 0,0 0-1 0 0,5 3 1 0 0,7 7-5 0 0,-12-11 0 0 0,-1 0 0 0 0,1 1 0 0 0,-1-1 0 0 0,1 0 0 0 0,0 0 0 0 0,0 0 1 0 0,-1-1-1 0 0,1 1 0 0 0,0 0 0 0 0,4 0 0 0 0,2 1 59 0 0,-7-1 409 0 0,3-1-355 0 0,0 0 0 0 0,-1 1 1 0 0,1-1-1 0 0,0 1 1 0 0,0 0-1 0 0,6 3 0 0 0,3 29 390 0 0,-13-31-816 0 0,4 9 778 0 0,-4-11-603 0 0,0 0 1 0 0,0 0 0 0 0,0 0-1 0 0,0 0 1 0 0,1 0 0 0 0,-1 1 0 0 0,0-1-1 0 0,0 0 1 0 0,0 0 0 0 0,1 0-1 0 0,-1 0 1 0 0,0 0 0 0 0,0 0 0 0 0,1 0-1 0 0,-1 0 1 0 0,0 0 0 0 0,0 0-1 0 0,0 0 1 0 0,1 0 0 0 0,-1 0 0 0 0,0 0-1 0 0,0 0 1 0 0,1 0 0 0 0,-1 0-1 0 0,0 0 1 0 0,0 0 0 0 0,0 0-1 0 0,1-1 1 0 0,-1 1 0 0 0,0 0 0 0 0,0 0-1 0 0,29-15-941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F6DBA-C431-46C7-BC93-8131F833B42B}" type="datetimeFigureOut">
              <a:rPr lang="en-IE" smtClean="0"/>
              <a:t>04/05/2026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70CA7-EC31-4FA1-B6B2-2DD6AD5DB3C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46269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MDP = Markov process driven by decisions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0CA7-EC31-4FA1-B6B2-2DD6AD5DB3C8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0583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937936" cy="365125"/>
          </a:xfrm>
        </p:spPr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r>
              <a:rPr lang="en-US" dirty="0"/>
              <a:t> / 22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9268" y="868680"/>
            <a:ext cx="3474720" cy="5120640"/>
          </a:xfrm>
        </p:spPr>
        <p:txBody>
          <a:bodyPr anchor="t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 anchor="t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947482" cy="365125"/>
          </a:xfrm>
        </p:spPr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r>
              <a:rPr lang="en-US" dirty="0"/>
              <a:t> / 22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 anchor="t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 anchor="t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937936" cy="365125"/>
          </a:xfrm>
        </p:spPr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r>
              <a:rPr lang="en-US" dirty="0"/>
              <a:t> / 22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Daniel Mastropietro (Univ. Toulouse, France)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r>
              <a:rPr lang="en-US" dirty="0"/>
              <a:t> / 22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r>
              <a:rPr lang="en-US" dirty="0"/>
              <a:t> / 22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937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r>
              <a:rPr lang="en-US" dirty="0"/>
              <a:t> / 22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42913" indent="-182563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03275" indent="-182563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63638" indent="-182563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000" indent="-182563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74" userDrawn="1">
          <p15:clr>
            <a:srgbClr val="F26B43"/>
          </p15:clr>
        </p15:guide>
        <p15:guide id="4" pos="548" userDrawn="1">
          <p15:clr>
            <a:srgbClr val="F26B43"/>
          </p15:clr>
        </p15:guide>
        <p15:guide id="5" pos="822" userDrawn="1">
          <p15:clr>
            <a:srgbClr val="F26B43"/>
          </p15:clr>
        </p15:guide>
        <p15:guide id="6" pos="1097" userDrawn="1">
          <p15:clr>
            <a:srgbClr val="F26B43"/>
          </p15:clr>
        </p15:guide>
        <p15:guide id="7" pos="1371" userDrawn="1">
          <p15:clr>
            <a:srgbClr val="F26B43"/>
          </p15:clr>
        </p15:guide>
        <p15:guide id="8" pos="1645" userDrawn="1">
          <p15:clr>
            <a:srgbClr val="F26B43"/>
          </p15:clr>
        </p15:guide>
        <p15:guide id="9" pos="1920" userDrawn="1">
          <p15:clr>
            <a:srgbClr val="F26B43"/>
          </p15:clr>
        </p15:guide>
        <p15:guide id="10" pos="2194" userDrawn="1">
          <p15:clr>
            <a:srgbClr val="F26B43"/>
          </p15:clr>
        </p15:guide>
        <p15:guide id="11" pos="2468" userDrawn="1">
          <p15:clr>
            <a:srgbClr val="F26B43"/>
          </p15:clr>
        </p15:guide>
        <p15:guide id="12" pos="2742" userDrawn="1">
          <p15:clr>
            <a:srgbClr val="F26B43"/>
          </p15:clr>
        </p15:guide>
        <p15:guide id="13" pos="3017" userDrawn="1">
          <p15:clr>
            <a:srgbClr val="F26B43"/>
          </p15:clr>
        </p15:guide>
        <p15:guide id="14" pos="3291" userDrawn="1">
          <p15:clr>
            <a:srgbClr val="F26B43"/>
          </p15:clr>
        </p15:guide>
        <p15:guide id="15" pos="3565" userDrawn="1">
          <p15:clr>
            <a:srgbClr val="F26B43"/>
          </p15:clr>
        </p15:guide>
        <p15:guide id="16" pos="3840" userDrawn="1">
          <p15:clr>
            <a:srgbClr val="F26B43"/>
          </p15:clr>
        </p15:guide>
        <p15:guide id="17" pos="4114" userDrawn="1">
          <p15:clr>
            <a:srgbClr val="F26B43"/>
          </p15:clr>
        </p15:guide>
        <p15:guide id="18" pos="4388" userDrawn="1">
          <p15:clr>
            <a:srgbClr val="F26B43"/>
          </p15:clr>
        </p15:guide>
        <p15:guide id="19" pos="4662" userDrawn="1">
          <p15:clr>
            <a:srgbClr val="F26B43"/>
          </p15:clr>
        </p15:guide>
        <p15:guide id="20" pos="4937" userDrawn="1">
          <p15:clr>
            <a:srgbClr val="F26B43"/>
          </p15:clr>
        </p15:guide>
        <p15:guide id="21" pos="5211" userDrawn="1">
          <p15:clr>
            <a:srgbClr val="F26B43"/>
          </p15:clr>
        </p15:guide>
        <p15:guide id="22" pos="5485" userDrawn="1">
          <p15:clr>
            <a:srgbClr val="F26B43"/>
          </p15:clr>
        </p15:guide>
        <p15:guide id="23" pos="5760" userDrawn="1">
          <p15:clr>
            <a:srgbClr val="F26B43"/>
          </p15:clr>
        </p15:guide>
        <p15:guide id="24" pos="6034" userDrawn="1">
          <p15:clr>
            <a:srgbClr val="F26B43"/>
          </p15:clr>
        </p15:guide>
        <p15:guide id="25" pos="6308" userDrawn="1">
          <p15:clr>
            <a:srgbClr val="F26B43"/>
          </p15:clr>
        </p15:guide>
        <p15:guide id="26" pos="6582" userDrawn="1">
          <p15:clr>
            <a:srgbClr val="F26B43"/>
          </p15:clr>
        </p15:guide>
        <p15:guide id="27" pos="6857" userDrawn="1">
          <p15:clr>
            <a:srgbClr val="F26B43"/>
          </p15:clr>
        </p15:guide>
        <p15:guide id="28" pos="7131" userDrawn="1">
          <p15:clr>
            <a:srgbClr val="F26B43"/>
          </p15:clr>
        </p15:guide>
        <p15:guide id="29" pos="7405" userDrawn="1">
          <p15:clr>
            <a:srgbClr val="F26B43"/>
          </p15:clr>
        </p15:guide>
        <p15:guide id="30" orient="horz" userDrawn="1">
          <p15:clr>
            <a:srgbClr val="F26B43"/>
          </p15:clr>
        </p15:guide>
        <p15:guide id="31" orient="horz" pos="4320" userDrawn="1">
          <p15:clr>
            <a:srgbClr val="F26B43"/>
          </p15:clr>
        </p15:guide>
        <p15:guide id="32" orient="horz" pos="216" userDrawn="1">
          <p15:clr>
            <a:srgbClr val="F26B43"/>
          </p15:clr>
        </p15:guide>
        <p15:guide id="33" orient="horz" pos="432" userDrawn="1">
          <p15:clr>
            <a:srgbClr val="F26B43"/>
          </p15:clr>
        </p15:guide>
        <p15:guide id="34" orient="horz" pos="648" userDrawn="1">
          <p15:clr>
            <a:srgbClr val="F26B43"/>
          </p15:clr>
        </p15:guide>
        <p15:guide id="35" orient="horz" pos="864" userDrawn="1">
          <p15:clr>
            <a:srgbClr val="F26B43"/>
          </p15:clr>
        </p15:guide>
        <p15:guide id="36" orient="horz" pos="1080" userDrawn="1">
          <p15:clr>
            <a:srgbClr val="F26B43"/>
          </p15:clr>
        </p15:guide>
        <p15:guide id="37" orient="horz" pos="1296" userDrawn="1">
          <p15:clr>
            <a:srgbClr val="F26B43"/>
          </p15:clr>
        </p15:guide>
        <p15:guide id="38" orient="horz" pos="1512" userDrawn="1">
          <p15:clr>
            <a:srgbClr val="F26B43"/>
          </p15:clr>
        </p15:guide>
        <p15:guide id="39" orient="horz" pos="1728" userDrawn="1">
          <p15:clr>
            <a:srgbClr val="F26B43"/>
          </p15:clr>
        </p15:guide>
        <p15:guide id="40" orient="horz" pos="1944" userDrawn="1">
          <p15:clr>
            <a:srgbClr val="F26B43"/>
          </p15:clr>
        </p15:guide>
        <p15:guide id="41" orient="horz" pos="2160" userDrawn="1">
          <p15:clr>
            <a:srgbClr val="F26B43"/>
          </p15:clr>
        </p15:guide>
        <p15:guide id="42" orient="horz" pos="2376" userDrawn="1">
          <p15:clr>
            <a:srgbClr val="F26B43"/>
          </p15:clr>
        </p15:guide>
        <p15:guide id="43" orient="horz" pos="2592" userDrawn="1">
          <p15:clr>
            <a:srgbClr val="F26B43"/>
          </p15:clr>
        </p15:guide>
        <p15:guide id="44" orient="horz" pos="2808" userDrawn="1">
          <p15:clr>
            <a:srgbClr val="F26B43"/>
          </p15:clr>
        </p15:guide>
        <p15:guide id="45" orient="horz" pos="3024" userDrawn="1">
          <p15:clr>
            <a:srgbClr val="F26B43"/>
          </p15:clr>
        </p15:guide>
        <p15:guide id="46" orient="horz" pos="3240" userDrawn="1">
          <p15:clr>
            <a:srgbClr val="F26B43"/>
          </p15:clr>
        </p15:guide>
        <p15:guide id="47" orient="horz" pos="3456" userDrawn="1">
          <p15:clr>
            <a:srgbClr val="F26B43"/>
          </p15:clr>
        </p15:guide>
        <p15:guide id="48" orient="horz" pos="3672" userDrawn="1">
          <p15:clr>
            <a:srgbClr val="F26B43"/>
          </p15:clr>
        </p15:guide>
        <p15:guide id="49" orient="horz" pos="3888" userDrawn="1">
          <p15:clr>
            <a:srgbClr val="F26B43"/>
          </p15:clr>
        </p15:guide>
        <p15:guide id="50" orient="horz" pos="41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9" Type="http://schemas.openxmlformats.org/officeDocument/2006/relationships/customXml" Target="../ink/ink16.xml"/><Relationship Id="rId3" Type="http://schemas.openxmlformats.org/officeDocument/2006/relationships/image" Target="../media/image2.png"/><Relationship Id="rId21" Type="http://schemas.openxmlformats.org/officeDocument/2006/relationships/customXml" Target="../ink/ink7.xml"/><Relationship Id="rId34" Type="http://schemas.openxmlformats.org/officeDocument/2006/relationships/image" Target="../media/image19.png"/><Relationship Id="rId42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customXml" Target="../ink/ink5.xml"/><Relationship Id="rId25" Type="http://schemas.openxmlformats.org/officeDocument/2006/relationships/customXml" Target="../ink/ink9.xml"/><Relationship Id="rId33" Type="http://schemas.openxmlformats.org/officeDocument/2006/relationships/customXml" Target="../ink/ink13.xml"/><Relationship Id="rId38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29" Type="http://schemas.openxmlformats.org/officeDocument/2006/relationships/customXml" Target="../ink/ink11.xml"/><Relationship Id="rId41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customXml" Target="../ink/ink2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37" Type="http://schemas.openxmlformats.org/officeDocument/2006/relationships/customXml" Target="../ink/ink15.xml"/><Relationship Id="rId40" Type="http://schemas.openxmlformats.org/officeDocument/2006/relationships/image" Target="../media/image22.png"/><Relationship Id="rId5" Type="http://schemas.openxmlformats.org/officeDocument/2006/relationships/image" Target="../media/image4.jpg"/><Relationship Id="rId15" Type="http://schemas.openxmlformats.org/officeDocument/2006/relationships/customXml" Target="../ink/ink4.xml"/><Relationship Id="rId23" Type="http://schemas.openxmlformats.org/officeDocument/2006/relationships/customXml" Target="../ink/ink8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customXml" Target="../ink/ink6.xml"/><Relationship Id="rId31" Type="http://schemas.openxmlformats.org/officeDocument/2006/relationships/customXml" Target="../ink/ink12.xml"/><Relationship Id="rId4" Type="http://schemas.openxmlformats.org/officeDocument/2006/relationships/image" Target="../media/image3.png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0.xml"/><Relationship Id="rId30" Type="http://schemas.openxmlformats.org/officeDocument/2006/relationships/image" Target="../media/image17.png"/><Relationship Id="rId35" Type="http://schemas.openxmlformats.org/officeDocument/2006/relationships/customXml" Target="../ink/ink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customXml" Target="../ink/ink18.xml"/><Relationship Id="rId10" Type="http://schemas.openxmlformats.org/officeDocument/2006/relationships/image" Target="../media/image36.png"/><Relationship Id="rId4" Type="http://schemas.openxmlformats.org/officeDocument/2006/relationships/image" Target="../media/image331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ustomXml" Target="../ink/ink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12" Type="http://schemas.openxmlformats.org/officeDocument/2006/relationships/customXml" Target="../ink/ink27.xml"/><Relationship Id="rId2" Type="http://schemas.openxmlformats.org/officeDocument/2006/relationships/customXml" Target="../ink/ink22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4.xml"/><Relationship Id="rId11" Type="http://schemas.openxmlformats.org/officeDocument/2006/relationships/image" Target="../media/image43.png"/><Relationship Id="rId5" Type="http://schemas.openxmlformats.org/officeDocument/2006/relationships/image" Target="../media/image40.png"/><Relationship Id="rId15" Type="http://schemas.openxmlformats.org/officeDocument/2006/relationships/customXml" Target="../ink/ink29.xml"/><Relationship Id="rId10" Type="http://schemas.openxmlformats.org/officeDocument/2006/relationships/customXml" Target="../ink/ink26.xml"/><Relationship Id="rId4" Type="http://schemas.openxmlformats.org/officeDocument/2006/relationships/customXml" Target="../ink/ink23.xml"/><Relationship Id="rId9" Type="http://schemas.openxmlformats.org/officeDocument/2006/relationships/image" Target="../media/image42.png"/><Relationship Id="rId14" Type="http://schemas.openxmlformats.org/officeDocument/2006/relationships/customXml" Target="../ink/ink2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13" Type="http://schemas.openxmlformats.org/officeDocument/2006/relationships/image" Target="../media/image47.png"/><Relationship Id="rId18" Type="http://schemas.openxmlformats.org/officeDocument/2006/relationships/image" Target="../media/image51.png"/><Relationship Id="rId3" Type="http://schemas.openxmlformats.org/officeDocument/2006/relationships/image" Target="../media/image7.png"/><Relationship Id="rId7" Type="http://schemas.openxmlformats.org/officeDocument/2006/relationships/image" Target="../media/image330.png"/><Relationship Id="rId12" Type="http://schemas.openxmlformats.org/officeDocument/2006/relationships/image" Target="../media/image420.png"/><Relationship Id="rId17" Type="http://schemas.openxmlformats.org/officeDocument/2006/relationships/image" Target="../media/image50.png"/><Relationship Id="rId2" Type="http://schemas.openxmlformats.org/officeDocument/2006/relationships/customXml" Target="../ink/ink30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11" Type="http://schemas.openxmlformats.org/officeDocument/2006/relationships/image" Target="../media/image46.png"/><Relationship Id="rId5" Type="http://schemas.openxmlformats.org/officeDocument/2006/relationships/image" Target="../media/image320.png"/><Relationship Id="rId15" Type="http://schemas.openxmlformats.org/officeDocument/2006/relationships/image" Target="../media/image450.png"/><Relationship Id="rId10" Type="http://schemas.openxmlformats.org/officeDocument/2006/relationships/image" Target="../media/image400.png"/><Relationship Id="rId4" Type="http://schemas.openxmlformats.org/officeDocument/2006/relationships/customXml" Target="../ink/ink31.xml"/><Relationship Id="rId9" Type="http://schemas.openxmlformats.org/officeDocument/2006/relationships/image" Target="../media/image8.png"/><Relationship Id="rId1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0.xml"/><Relationship Id="rId18" Type="http://schemas.openxmlformats.org/officeDocument/2006/relationships/image" Target="../media/image491.png"/><Relationship Id="rId26" Type="http://schemas.openxmlformats.org/officeDocument/2006/relationships/customXml" Target="../ink/ink47.xml"/><Relationship Id="rId39" Type="http://schemas.openxmlformats.org/officeDocument/2006/relationships/image" Target="../media/image15.png"/><Relationship Id="rId3" Type="http://schemas.openxmlformats.org/officeDocument/2006/relationships/image" Target="../media/image9.png"/><Relationship Id="rId21" Type="http://schemas.openxmlformats.org/officeDocument/2006/relationships/customXml" Target="../ink/ink44.xml"/><Relationship Id="rId34" Type="http://schemas.openxmlformats.org/officeDocument/2006/relationships/customXml" Target="../ink/ink51.xml"/><Relationship Id="rId42" Type="http://schemas.openxmlformats.org/officeDocument/2006/relationships/customXml" Target="../ink/ink55.xml"/><Relationship Id="rId47" Type="http://schemas.openxmlformats.org/officeDocument/2006/relationships/image" Target="../media/image19.png"/><Relationship Id="rId50" Type="http://schemas.openxmlformats.org/officeDocument/2006/relationships/customXml" Target="../ink/ink59.xml"/><Relationship Id="rId7" Type="http://schemas.openxmlformats.org/officeDocument/2006/relationships/image" Target="../media/image11.png"/><Relationship Id="rId12" Type="http://schemas.openxmlformats.org/officeDocument/2006/relationships/image" Target="../media/image380.png"/><Relationship Id="rId17" Type="http://schemas.openxmlformats.org/officeDocument/2006/relationships/customXml" Target="../ink/ink42.xml"/><Relationship Id="rId25" Type="http://schemas.openxmlformats.org/officeDocument/2006/relationships/image" Target="../media/image500.png"/><Relationship Id="rId33" Type="http://schemas.openxmlformats.org/officeDocument/2006/relationships/image" Target="../media/image54.png"/><Relationship Id="rId38" Type="http://schemas.openxmlformats.org/officeDocument/2006/relationships/customXml" Target="../ink/ink53.xml"/><Relationship Id="rId46" Type="http://schemas.openxmlformats.org/officeDocument/2006/relationships/customXml" Target="../ink/ink57.xml"/><Relationship Id="rId2" Type="http://schemas.openxmlformats.org/officeDocument/2006/relationships/customXml" Target="../ink/ink34.xml"/><Relationship Id="rId16" Type="http://schemas.openxmlformats.org/officeDocument/2006/relationships/image" Target="../media/image430.png"/><Relationship Id="rId20" Type="http://schemas.openxmlformats.org/officeDocument/2006/relationships/image" Target="../media/image340.png"/><Relationship Id="rId29" Type="http://schemas.openxmlformats.org/officeDocument/2006/relationships/image" Target="../media/image520.png"/><Relationship Id="rId41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11" Type="http://schemas.openxmlformats.org/officeDocument/2006/relationships/customXml" Target="../ink/ink39.xml"/><Relationship Id="rId24" Type="http://schemas.openxmlformats.org/officeDocument/2006/relationships/customXml" Target="../ink/ink46.xml"/><Relationship Id="rId32" Type="http://schemas.openxmlformats.org/officeDocument/2006/relationships/customXml" Target="../ink/ink50.xml"/><Relationship Id="rId37" Type="http://schemas.openxmlformats.org/officeDocument/2006/relationships/image" Target="../media/image14.png"/><Relationship Id="rId40" Type="http://schemas.openxmlformats.org/officeDocument/2006/relationships/customXml" Target="../ink/ink54.xml"/><Relationship Id="rId45" Type="http://schemas.openxmlformats.org/officeDocument/2006/relationships/image" Target="../media/image18.png"/><Relationship Id="rId53" Type="http://schemas.openxmlformats.org/officeDocument/2006/relationships/image" Target="../media/image55.png"/><Relationship Id="rId5" Type="http://schemas.openxmlformats.org/officeDocument/2006/relationships/image" Target="../media/image10.png"/><Relationship Id="rId15" Type="http://schemas.openxmlformats.org/officeDocument/2006/relationships/customXml" Target="../ink/ink41.xml"/><Relationship Id="rId23" Type="http://schemas.openxmlformats.org/officeDocument/2006/relationships/image" Target="../media/image490.png"/><Relationship Id="rId28" Type="http://schemas.openxmlformats.org/officeDocument/2006/relationships/customXml" Target="../ink/ink48.xml"/><Relationship Id="rId36" Type="http://schemas.openxmlformats.org/officeDocument/2006/relationships/customXml" Target="../ink/ink52.xml"/><Relationship Id="rId49" Type="http://schemas.openxmlformats.org/officeDocument/2006/relationships/image" Target="../media/image20.png"/><Relationship Id="rId10" Type="http://schemas.openxmlformats.org/officeDocument/2006/relationships/image" Target="../media/image52.png"/><Relationship Id="rId19" Type="http://schemas.openxmlformats.org/officeDocument/2006/relationships/customXml" Target="../ink/ink43.xml"/><Relationship Id="rId31" Type="http://schemas.openxmlformats.org/officeDocument/2006/relationships/image" Target="../media/image53.png"/><Relationship Id="rId44" Type="http://schemas.openxmlformats.org/officeDocument/2006/relationships/customXml" Target="../ink/ink56.xml"/><Relationship Id="rId52" Type="http://schemas.openxmlformats.org/officeDocument/2006/relationships/customXml" Target="../ink/ink60.xml"/><Relationship Id="rId4" Type="http://schemas.openxmlformats.org/officeDocument/2006/relationships/customXml" Target="../ink/ink35.xml"/><Relationship Id="rId9" Type="http://schemas.openxmlformats.org/officeDocument/2006/relationships/customXml" Target="../ink/ink38.xml"/><Relationship Id="rId14" Type="http://schemas.openxmlformats.org/officeDocument/2006/relationships/image" Target="../media/image390.png"/><Relationship Id="rId22" Type="http://schemas.openxmlformats.org/officeDocument/2006/relationships/customXml" Target="../ink/ink45.xml"/><Relationship Id="rId27" Type="http://schemas.openxmlformats.org/officeDocument/2006/relationships/image" Target="../media/image510.png"/><Relationship Id="rId30" Type="http://schemas.openxmlformats.org/officeDocument/2006/relationships/customXml" Target="../ink/ink49.xml"/><Relationship Id="rId35" Type="http://schemas.openxmlformats.org/officeDocument/2006/relationships/image" Target="../media/image13.png"/><Relationship Id="rId43" Type="http://schemas.openxmlformats.org/officeDocument/2006/relationships/image" Target="../media/image17.png"/><Relationship Id="rId48" Type="http://schemas.openxmlformats.org/officeDocument/2006/relationships/customXml" Target="../ink/ink58.xml"/><Relationship Id="rId8" Type="http://schemas.openxmlformats.org/officeDocument/2006/relationships/customXml" Target="../ink/ink37.xml"/><Relationship Id="rId5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4.xml"/><Relationship Id="rId18" Type="http://schemas.openxmlformats.org/officeDocument/2006/relationships/image" Target="../media/image63.png"/><Relationship Id="rId26" Type="http://schemas.openxmlformats.org/officeDocument/2006/relationships/image" Target="../media/image67.png"/><Relationship Id="rId39" Type="http://schemas.openxmlformats.org/officeDocument/2006/relationships/customXml" Target="../ink/ink77.xml"/><Relationship Id="rId21" Type="http://schemas.openxmlformats.org/officeDocument/2006/relationships/customXml" Target="../ink/ink68.xml"/><Relationship Id="rId34" Type="http://schemas.openxmlformats.org/officeDocument/2006/relationships/image" Target="../media/image71.png"/><Relationship Id="rId42" Type="http://schemas.openxmlformats.org/officeDocument/2006/relationships/image" Target="../media/image75.png"/><Relationship Id="rId47" Type="http://schemas.openxmlformats.org/officeDocument/2006/relationships/customXml" Target="../ink/ink81.xml"/><Relationship Id="rId50" Type="http://schemas.openxmlformats.org/officeDocument/2006/relationships/image" Target="../media/image79.png"/><Relationship Id="rId55" Type="http://schemas.openxmlformats.org/officeDocument/2006/relationships/customXml" Target="../ink/ink85.xml"/><Relationship Id="rId63" Type="http://schemas.openxmlformats.org/officeDocument/2006/relationships/customXml" Target="../ink/ink89.xml"/><Relationship Id="rId68" Type="http://schemas.openxmlformats.org/officeDocument/2006/relationships/image" Target="../media/image88.png"/><Relationship Id="rId76" Type="http://schemas.openxmlformats.org/officeDocument/2006/relationships/image" Target="../media/image89.png"/><Relationship Id="rId7" Type="http://schemas.openxmlformats.org/officeDocument/2006/relationships/customXml" Target="../ink/ink61.xml"/><Relationship Id="rId71" Type="http://schemas.openxmlformats.org/officeDocument/2006/relationships/customXml" Target="../ink/ink93.xml"/><Relationship Id="rId2" Type="http://schemas.openxmlformats.org/officeDocument/2006/relationships/image" Target="../media/image56.png"/><Relationship Id="rId16" Type="http://schemas.openxmlformats.org/officeDocument/2006/relationships/image" Target="../media/image62.png"/><Relationship Id="rId29" Type="http://schemas.openxmlformats.org/officeDocument/2006/relationships/customXml" Target="../ink/ink72.xml"/><Relationship Id="rId11" Type="http://schemas.openxmlformats.org/officeDocument/2006/relationships/customXml" Target="../ink/ink63.xml"/><Relationship Id="rId24" Type="http://schemas.openxmlformats.org/officeDocument/2006/relationships/image" Target="../media/image66.png"/><Relationship Id="rId32" Type="http://schemas.openxmlformats.org/officeDocument/2006/relationships/image" Target="../media/image70.png"/><Relationship Id="rId37" Type="http://schemas.openxmlformats.org/officeDocument/2006/relationships/customXml" Target="../ink/ink76.xml"/><Relationship Id="rId40" Type="http://schemas.openxmlformats.org/officeDocument/2006/relationships/image" Target="../media/image74.png"/><Relationship Id="rId45" Type="http://schemas.openxmlformats.org/officeDocument/2006/relationships/customXml" Target="../ink/ink80.xml"/><Relationship Id="rId53" Type="http://schemas.openxmlformats.org/officeDocument/2006/relationships/customXml" Target="../ink/ink84.xml"/><Relationship Id="rId58" Type="http://schemas.openxmlformats.org/officeDocument/2006/relationships/image" Target="../media/image83.png"/><Relationship Id="rId66" Type="http://schemas.openxmlformats.org/officeDocument/2006/relationships/image" Target="../media/image87.png"/><Relationship Id="rId74" Type="http://schemas.openxmlformats.org/officeDocument/2006/relationships/image" Target="../media/image580.png"/><Relationship Id="rId79" Type="http://schemas.openxmlformats.org/officeDocument/2006/relationships/customXml" Target="../ink/ink97.xml"/><Relationship Id="rId5" Type="http://schemas.openxmlformats.org/officeDocument/2006/relationships/image" Target="../media/image30.png"/><Relationship Id="rId61" Type="http://schemas.openxmlformats.org/officeDocument/2006/relationships/customXml" Target="../ink/ink88.xml"/><Relationship Id="rId82" Type="http://schemas.openxmlformats.org/officeDocument/2006/relationships/image" Target="../media/image92.png"/><Relationship Id="rId10" Type="http://schemas.openxmlformats.org/officeDocument/2006/relationships/image" Target="../media/image59.png"/><Relationship Id="rId19" Type="http://schemas.openxmlformats.org/officeDocument/2006/relationships/customXml" Target="../ink/ink67.xml"/><Relationship Id="rId31" Type="http://schemas.openxmlformats.org/officeDocument/2006/relationships/customXml" Target="../ink/ink73.xml"/><Relationship Id="rId44" Type="http://schemas.openxmlformats.org/officeDocument/2006/relationships/image" Target="../media/image76.png"/><Relationship Id="rId52" Type="http://schemas.openxmlformats.org/officeDocument/2006/relationships/image" Target="../media/image80.png"/><Relationship Id="rId60" Type="http://schemas.openxmlformats.org/officeDocument/2006/relationships/image" Target="../media/image84.png"/><Relationship Id="rId65" Type="http://schemas.openxmlformats.org/officeDocument/2006/relationships/customXml" Target="../ink/ink90.xml"/><Relationship Id="rId73" Type="http://schemas.openxmlformats.org/officeDocument/2006/relationships/customXml" Target="../ink/ink94.xml"/><Relationship Id="rId78" Type="http://schemas.openxmlformats.org/officeDocument/2006/relationships/image" Target="../media/image90.png"/><Relationship Id="rId81" Type="http://schemas.openxmlformats.org/officeDocument/2006/relationships/customXml" Target="../ink/ink98.xml"/><Relationship Id="rId4" Type="http://schemas.openxmlformats.org/officeDocument/2006/relationships/image" Target="../media/image570.png"/><Relationship Id="rId9" Type="http://schemas.openxmlformats.org/officeDocument/2006/relationships/customXml" Target="../ink/ink62.xml"/><Relationship Id="rId14" Type="http://schemas.openxmlformats.org/officeDocument/2006/relationships/image" Target="../media/image61.png"/><Relationship Id="rId22" Type="http://schemas.openxmlformats.org/officeDocument/2006/relationships/image" Target="../media/image65.png"/><Relationship Id="rId27" Type="http://schemas.openxmlformats.org/officeDocument/2006/relationships/customXml" Target="../ink/ink71.xml"/><Relationship Id="rId30" Type="http://schemas.openxmlformats.org/officeDocument/2006/relationships/image" Target="../media/image69.png"/><Relationship Id="rId35" Type="http://schemas.openxmlformats.org/officeDocument/2006/relationships/customXml" Target="../ink/ink75.xml"/><Relationship Id="rId43" Type="http://schemas.openxmlformats.org/officeDocument/2006/relationships/customXml" Target="../ink/ink79.xml"/><Relationship Id="rId48" Type="http://schemas.openxmlformats.org/officeDocument/2006/relationships/image" Target="../media/image78.png"/><Relationship Id="rId56" Type="http://schemas.openxmlformats.org/officeDocument/2006/relationships/image" Target="../media/image82.png"/><Relationship Id="rId64" Type="http://schemas.openxmlformats.org/officeDocument/2006/relationships/image" Target="../media/image86.png"/><Relationship Id="rId69" Type="http://schemas.openxmlformats.org/officeDocument/2006/relationships/customXml" Target="../ink/ink92.xml"/><Relationship Id="rId77" Type="http://schemas.openxmlformats.org/officeDocument/2006/relationships/customXml" Target="../ink/ink96.xml"/><Relationship Id="rId8" Type="http://schemas.openxmlformats.org/officeDocument/2006/relationships/image" Target="../media/image280.png"/><Relationship Id="rId51" Type="http://schemas.openxmlformats.org/officeDocument/2006/relationships/customXml" Target="../ink/ink83.xml"/><Relationship Id="rId72" Type="http://schemas.openxmlformats.org/officeDocument/2006/relationships/image" Target="../media/image560.png"/><Relationship Id="rId80" Type="http://schemas.openxmlformats.org/officeDocument/2006/relationships/image" Target="../media/image91.png"/><Relationship Id="rId3" Type="http://schemas.openxmlformats.org/officeDocument/2006/relationships/image" Target="../media/image57.png"/><Relationship Id="rId12" Type="http://schemas.openxmlformats.org/officeDocument/2006/relationships/image" Target="../media/image60.png"/><Relationship Id="rId17" Type="http://schemas.openxmlformats.org/officeDocument/2006/relationships/customXml" Target="../ink/ink66.xml"/><Relationship Id="rId25" Type="http://schemas.openxmlformats.org/officeDocument/2006/relationships/customXml" Target="../ink/ink70.xml"/><Relationship Id="rId33" Type="http://schemas.openxmlformats.org/officeDocument/2006/relationships/customXml" Target="../ink/ink74.xml"/><Relationship Id="rId38" Type="http://schemas.openxmlformats.org/officeDocument/2006/relationships/image" Target="../media/image73.png"/><Relationship Id="rId46" Type="http://schemas.openxmlformats.org/officeDocument/2006/relationships/image" Target="../media/image77.png"/><Relationship Id="rId59" Type="http://schemas.openxmlformats.org/officeDocument/2006/relationships/customXml" Target="../ink/ink87.xml"/><Relationship Id="rId67" Type="http://schemas.openxmlformats.org/officeDocument/2006/relationships/customXml" Target="../ink/ink91.xml"/><Relationship Id="rId20" Type="http://schemas.openxmlformats.org/officeDocument/2006/relationships/image" Target="../media/image64.png"/><Relationship Id="rId41" Type="http://schemas.openxmlformats.org/officeDocument/2006/relationships/customXml" Target="../ink/ink78.xml"/><Relationship Id="rId54" Type="http://schemas.openxmlformats.org/officeDocument/2006/relationships/image" Target="../media/image81.png"/><Relationship Id="rId62" Type="http://schemas.openxmlformats.org/officeDocument/2006/relationships/image" Target="../media/image85.png"/><Relationship Id="rId70" Type="http://schemas.openxmlformats.org/officeDocument/2006/relationships/image" Target="../media/image550.png"/><Relationship Id="rId75" Type="http://schemas.openxmlformats.org/officeDocument/2006/relationships/customXml" Target="../ink/ink9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15" Type="http://schemas.openxmlformats.org/officeDocument/2006/relationships/customXml" Target="../ink/ink65.xml"/><Relationship Id="rId23" Type="http://schemas.openxmlformats.org/officeDocument/2006/relationships/customXml" Target="../ink/ink69.xml"/><Relationship Id="rId28" Type="http://schemas.openxmlformats.org/officeDocument/2006/relationships/image" Target="../media/image68.png"/><Relationship Id="rId36" Type="http://schemas.openxmlformats.org/officeDocument/2006/relationships/image" Target="../media/image72.png"/><Relationship Id="rId49" Type="http://schemas.openxmlformats.org/officeDocument/2006/relationships/customXml" Target="../ink/ink82.xml"/><Relationship Id="rId57" Type="http://schemas.openxmlformats.org/officeDocument/2006/relationships/customXml" Target="../ink/ink8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4.png"/><Relationship Id="rId7" Type="http://schemas.openxmlformats.org/officeDocument/2006/relationships/image" Target="../media/image940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0.png"/><Relationship Id="rId5" Type="http://schemas.openxmlformats.org/officeDocument/2006/relationships/image" Target="../media/image920.png"/><Relationship Id="rId4" Type="http://schemas.openxmlformats.org/officeDocument/2006/relationships/image" Target="../media/image910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customXml" Target="../ink/ink105.xml"/><Relationship Id="rId26" Type="http://schemas.openxmlformats.org/officeDocument/2006/relationships/customXml" Target="../ink/ink109.xml"/><Relationship Id="rId39" Type="http://schemas.openxmlformats.org/officeDocument/2006/relationships/image" Target="../media/image490.png"/><Relationship Id="rId21" Type="http://schemas.openxmlformats.org/officeDocument/2006/relationships/image" Target="../media/image16.png"/><Relationship Id="rId34" Type="http://schemas.openxmlformats.org/officeDocument/2006/relationships/image" Target="../media/image98.png"/><Relationship Id="rId42" Type="http://schemas.openxmlformats.org/officeDocument/2006/relationships/customXml" Target="../ink/ink117.xml"/><Relationship Id="rId47" Type="http://schemas.openxmlformats.org/officeDocument/2006/relationships/image" Target="../media/image53.png"/><Relationship Id="rId50" Type="http://schemas.openxmlformats.org/officeDocument/2006/relationships/image" Target="../media/image99.png"/><Relationship Id="rId55" Type="http://schemas.openxmlformats.org/officeDocument/2006/relationships/customXml" Target="../ink/ink123.xml"/><Relationship Id="rId63" Type="http://schemas.openxmlformats.org/officeDocument/2006/relationships/customXml" Target="../ink/ink127.xml"/><Relationship Id="rId68" Type="http://schemas.openxmlformats.org/officeDocument/2006/relationships/image" Target="../media/image108.png"/><Relationship Id="rId7" Type="http://schemas.openxmlformats.org/officeDocument/2006/relationships/image" Target="../media/image9.png"/><Relationship Id="rId71" Type="http://schemas.openxmlformats.org/officeDocument/2006/relationships/customXml" Target="../ink/ink131.xml"/><Relationship Id="rId2" Type="http://schemas.openxmlformats.org/officeDocument/2006/relationships/image" Target="../media/image920.png"/><Relationship Id="rId16" Type="http://schemas.openxmlformats.org/officeDocument/2006/relationships/customXml" Target="../ink/ink104.xml"/><Relationship Id="rId29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9.xml"/><Relationship Id="rId11" Type="http://schemas.openxmlformats.org/officeDocument/2006/relationships/image" Target="../media/image11.png"/><Relationship Id="rId24" Type="http://schemas.openxmlformats.org/officeDocument/2006/relationships/customXml" Target="../ink/ink108.xml"/><Relationship Id="rId32" Type="http://schemas.openxmlformats.org/officeDocument/2006/relationships/customXml" Target="../ink/ink112.xml"/><Relationship Id="rId37" Type="http://schemas.openxmlformats.org/officeDocument/2006/relationships/customXml" Target="../ink/ink114.xml"/><Relationship Id="rId40" Type="http://schemas.openxmlformats.org/officeDocument/2006/relationships/customXml" Target="../ink/ink116.xml"/><Relationship Id="rId45" Type="http://schemas.openxmlformats.org/officeDocument/2006/relationships/image" Target="../media/image520.png"/><Relationship Id="rId53" Type="http://schemas.openxmlformats.org/officeDocument/2006/relationships/customXml" Target="../ink/ink122.xml"/><Relationship Id="rId58" Type="http://schemas.openxmlformats.org/officeDocument/2006/relationships/image" Target="../media/image103.png"/><Relationship Id="rId66" Type="http://schemas.openxmlformats.org/officeDocument/2006/relationships/image" Target="../media/image107.png"/><Relationship Id="rId5" Type="http://schemas.openxmlformats.org/officeDocument/2006/relationships/image" Target="../media/image97.png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28" Type="http://schemas.openxmlformats.org/officeDocument/2006/relationships/customXml" Target="../ink/ink110.xml"/><Relationship Id="rId36" Type="http://schemas.openxmlformats.org/officeDocument/2006/relationships/image" Target="../media/image340.png"/><Relationship Id="rId49" Type="http://schemas.openxmlformats.org/officeDocument/2006/relationships/image" Target="../media/image54.png"/><Relationship Id="rId57" Type="http://schemas.openxmlformats.org/officeDocument/2006/relationships/customXml" Target="../ink/ink124.xml"/><Relationship Id="rId61" Type="http://schemas.openxmlformats.org/officeDocument/2006/relationships/customXml" Target="../ink/ink126.xml"/><Relationship Id="rId10" Type="http://schemas.openxmlformats.org/officeDocument/2006/relationships/customXml" Target="../ink/ink101.xml"/><Relationship Id="rId19" Type="http://schemas.openxmlformats.org/officeDocument/2006/relationships/image" Target="../media/image15.png"/><Relationship Id="rId31" Type="http://schemas.openxmlformats.org/officeDocument/2006/relationships/image" Target="../media/image21.png"/><Relationship Id="rId44" Type="http://schemas.openxmlformats.org/officeDocument/2006/relationships/customXml" Target="../ink/ink118.xml"/><Relationship Id="rId52" Type="http://schemas.openxmlformats.org/officeDocument/2006/relationships/image" Target="../media/image100.png"/><Relationship Id="rId60" Type="http://schemas.openxmlformats.org/officeDocument/2006/relationships/image" Target="../media/image104.png"/><Relationship Id="rId65" Type="http://schemas.openxmlformats.org/officeDocument/2006/relationships/customXml" Target="../ink/ink128.xml"/><Relationship Id="rId4" Type="http://schemas.openxmlformats.org/officeDocument/2006/relationships/image" Target="../media/image96.png"/><Relationship Id="rId9" Type="http://schemas.openxmlformats.org/officeDocument/2006/relationships/image" Target="../media/image10.png"/><Relationship Id="rId14" Type="http://schemas.openxmlformats.org/officeDocument/2006/relationships/customXml" Target="../ink/ink103.xml"/><Relationship Id="rId22" Type="http://schemas.openxmlformats.org/officeDocument/2006/relationships/customXml" Target="../ink/ink107.xml"/><Relationship Id="rId27" Type="http://schemas.openxmlformats.org/officeDocument/2006/relationships/image" Target="../media/image19.png"/><Relationship Id="rId30" Type="http://schemas.openxmlformats.org/officeDocument/2006/relationships/customXml" Target="../ink/ink111.xml"/><Relationship Id="rId35" Type="http://schemas.openxmlformats.org/officeDocument/2006/relationships/customXml" Target="../ink/ink113.xml"/><Relationship Id="rId43" Type="http://schemas.openxmlformats.org/officeDocument/2006/relationships/image" Target="../media/image510.png"/><Relationship Id="rId48" Type="http://schemas.openxmlformats.org/officeDocument/2006/relationships/customXml" Target="../ink/ink120.xml"/><Relationship Id="rId56" Type="http://schemas.openxmlformats.org/officeDocument/2006/relationships/image" Target="../media/image102.png"/><Relationship Id="rId64" Type="http://schemas.openxmlformats.org/officeDocument/2006/relationships/image" Target="../media/image106.png"/><Relationship Id="rId69" Type="http://schemas.openxmlformats.org/officeDocument/2006/relationships/customXml" Target="../ink/ink130.xml"/><Relationship Id="rId8" Type="http://schemas.openxmlformats.org/officeDocument/2006/relationships/customXml" Target="../ink/ink100.xml"/><Relationship Id="rId51" Type="http://schemas.openxmlformats.org/officeDocument/2006/relationships/customXml" Target="../ink/ink121.xml"/><Relationship Id="rId72" Type="http://schemas.openxmlformats.org/officeDocument/2006/relationships/image" Target="../media/image110.png"/><Relationship Id="rId3" Type="http://schemas.openxmlformats.org/officeDocument/2006/relationships/image" Target="../media/image930.png"/><Relationship Id="rId12" Type="http://schemas.openxmlformats.org/officeDocument/2006/relationships/customXml" Target="../ink/ink102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38" Type="http://schemas.openxmlformats.org/officeDocument/2006/relationships/customXml" Target="../ink/ink115.xml"/><Relationship Id="rId46" Type="http://schemas.openxmlformats.org/officeDocument/2006/relationships/customXml" Target="../ink/ink119.xml"/><Relationship Id="rId59" Type="http://schemas.openxmlformats.org/officeDocument/2006/relationships/customXml" Target="../ink/ink125.xml"/><Relationship Id="rId67" Type="http://schemas.openxmlformats.org/officeDocument/2006/relationships/customXml" Target="../ink/ink129.xml"/><Relationship Id="rId20" Type="http://schemas.openxmlformats.org/officeDocument/2006/relationships/customXml" Target="../ink/ink106.xml"/><Relationship Id="rId41" Type="http://schemas.openxmlformats.org/officeDocument/2006/relationships/image" Target="../media/image500.png"/><Relationship Id="rId54" Type="http://schemas.openxmlformats.org/officeDocument/2006/relationships/image" Target="../media/image101.png"/><Relationship Id="rId62" Type="http://schemas.openxmlformats.org/officeDocument/2006/relationships/image" Target="../media/image105.png"/><Relationship Id="rId70" Type="http://schemas.openxmlformats.org/officeDocument/2006/relationships/image" Target="../media/image10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3.xml"/><Relationship Id="rId13" Type="http://schemas.openxmlformats.org/officeDocument/2006/relationships/image" Target="../media/image12.png"/><Relationship Id="rId18" Type="http://schemas.openxmlformats.org/officeDocument/2006/relationships/customXml" Target="../ink/ink138.xml"/><Relationship Id="rId26" Type="http://schemas.openxmlformats.org/officeDocument/2006/relationships/customXml" Target="../ink/ink142.xml"/><Relationship Id="rId3" Type="http://schemas.openxmlformats.org/officeDocument/2006/relationships/image" Target="../media/image114.png"/><Relationship Id="rId21" Type="http://schemas.openxmlformats.org/officeDocument/2006/relationships/image" Target="../media/image16.png"/><Relationship Id="rId34" Type="http://schemas.openxmlformats.org/officeDocument/2006/relationships/image" Target="../media/image115.png"/><Relationship Id="rId7" Type="http://schemas.openxmlformats.org/officeDocument/2006/relationships/image" Target="../media/image9.png"/><Relationship Id="rId12" Type="http://schemas.openxmlformats.org/officeDocument/2006/relationships/customXml" Target="../ink/ink135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2" Type="http://schemas.openxmlformats.org/officeDocument/2006/relationships/image" Target="../media/image113.png"/><Relationship Id="rId16" Type="http://schemas.openxmlformats.org/officeDocument/2006/relationships/customXml" Target="../ink/ink137.xml"/><Relationship Id="rId20" Type="http://schemas.openxmlformats.org/officeDocument/2006/relationships/customXml" Target="../ink/ink139.xml"/><Relationship Id="rId29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1.png"/><Relationship Id="rId24" Type="http://schemas.openxmlformats.org/officeDocument/2006/relationships/customXml" Target="../ink/ink141.xml"/><Relationship Id="rId32" Type="http://schemas.openxmlformats.org/officeDocument/2006/relationships/customXml" Target="../ink/ink145.xml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28" Type="http://schemas.openxmlformats.org/officeDocument/2006/relationships/customXml" Target="../ink/ink143.xml"/><Relationship Id="rId10" Type="http://schemas.openxmlformats.org/officeDocument/2006/relationships/customXml" Target="../ink/ink134.xml"/><Relationship Id="rId19" Type="http://schemas.openxmlformats.org/officeDocument/2006/relationships/image" Target="../media/image15.png"/><Relationship Id="rId31" Type="http://schemas.openxmlformats.org/officeDocument/2006/relationships/image" Target="../media/image21.png"/><Relationship Id="rId4" Type="http://schemas.openxmlformats.org/officeDocument/2006/relationships/customXml" Target="../ink/ink132.xml"/><Relationship Id="rId9" Type="http://schemas.openxmlformats.org/officeDocument/2006/relationships/image" Target="../media/image10.png"/><Relationship Id="rId14" Type="http://schemas.openxmlformats.org/officeDocument/2006/relationships/customXml" Target="../ink/ink136.xml"/><Relationship Id="rId22" Type="http://schemas.openxmlformats.org/officeDocument/2006/relationships/customXml" Target="../ink/ink140.xml"/><Relationship Id="rId27" Type="http://schemas.openxmlformats.org/officeDocument/2006/relationships/image" Target="../media/image19.png"/><Relationship Id="rId30" Type="http://schemas.openxmlformats.org/officeDocument/2006/relationships/customXml" Target="../ink/ink144.xml"/><Relationship Id="rId35" Type="http://schemas.openxmlformats.org/officeDocument/2006/relationships/image" Target="../media/image1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hyperlink" Target="https://ut3-toulouseinp.hal.science/hal-0377202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0.png"/><Relationship Id="rId18" Type="http://schemas.openxmlformats.org/officeDocument/2006/relationships/customXml" Target="../ink/ink152.xml"/><Relationship Id="rId26" Type="http://schemas.openxmlformats.org/officeDocument/2006/relationships/customXml" Target="../ink/ink156.xml"/><Relationship Id="rId39" Type="http://schemas.openxmlformats.org/officeDocument/2006/relationships/image" Target="../media/image132.png"/><Relationship Id="rId3" Type="http://schemas.openxmlformats.org/officeDocument/2006/relationships/image" Target="../media/image128.png"/><Relationship Id="rId21" Type="http://schemas.openxmlformats.org/officeDocument/2006/relationships/image" Target="../media/image14.png"/><Relationship Id="rId34" Type="http://schemas.openxmlformats.org/officeDocument/2006/relationships/customXml" Target="../ink/ink160.xml"/><Relationship Id="rId7" Type="http://schemas.openxmlformats.org/officeDocument/2006/relationships/customXml" Target="../ink/ink147.xml"/><Relationship Id="rId12" Type="http://schemas.openxmlformats.org/officeDocument/2006/relationships/customXml" Target="../ink/ink149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38" Type="http://schemas.openxmlformats.org/officeDocument/2006/relationships/image" Target="../media/image131.png"/><Relationship Id="rId2" Type="http://schemas.openxmlformats.org/officeDocument/2006/relationships/image" Target="../media/image127.png"/><Relationship Id="rId16" Type="http://schemas.openxmlformats.org/officeDocument/2006/relationships/customXml" Target="../ink/ink151.xml"/><Relationship Id="rId20" Type="http://schemas.openxmlformats.org/officeDocument/2006/relationships/customXml" Target="../ink/ink153.xm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9.png"/><Relationship Id="rId24" Type="http://schemas.openxmlformats.org/officeDocument/2006/relationships/customXml" Target="../ink/ink155.xml"/><Relationship Id="rId32" Type="http://schemas.openxmlformats.org/officeDocument/2006/relationships/customXml" Target="../ink/ink159.xml"/><Relationship Id="rId37" Type="http://schemas.openxmlformats.org/officeDocument/2006/relationships/image" Target="../media/image22.png"/><Relationship Id="rId40" Type="http://schemas.openxmlformats.org/officeDocument/2006/relationships/image" Target="../media/image133.png"/><Relationship Id="rId5" Type="http://schemas.openxmlformats.org/officeDocument/2006/relationships/customXml" Target="../ink/ink146.xm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57.xml"/><Relationship Id="rId36" Type="http://schemas.openxmlformats.org/officeDocument/2006/relationships/customXml" Target="../ink/ink161.xml"/><Relationship Id="rId10" Type="http://schemas.openxmlformats.org/officeDocument/2006/relationships/customXml" Target="../ink/ink148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" Type="http://schemas.openxmlformats.org/officeDocument/2006/relationships/image" Target="../media/image129.png"/><Relationship Id="rId9" Type="http://schemas.openxmlformats.org/officeDocument/2006/relationships/image" Target="../media/image129.jpeg"/><Relationship Id="rId14" Type="http://schemas.openxmlformats.org/officeDocument/2006/relationships/customXml" Target="../ink/ink150.xml"/><Relationship Id="rId22" Type="http://schemas.openxmlformats.org/officeDocument/2006/relationships/customXml" Target="../ink/ink154.xml"/><Relationship Id="rId27" Type="http://schemas.openxmlformats.org/officeDocument/2006/relationships/image" Target="../media/image17.png"/><Relationship Id="rId30" Type="http://schemas.openxmlformats.org/officeDocument/2006/relationships/customXml" Target="../ink/ink158.xml"/><Relationship Id="rId35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270.png"/><Relationship Id="rId7" Type="http://schemas.openxmlformats.org/officeDocument/2006/relationships/image" Target="../media/image125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136.png"/><Relationship Id="rId4" Type="http://schemas.openxmlformats.org/officeDocument/2006/relationships/image" Target="../media/image28.png"/><Relationship Id="rId9" Type="http://schemas.openxmlformats.org/officeDocument/2006/relationships/image" Target="../media/image1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28.png"/><Relationship Id="rId2" Type="http://schemas.openxmlformats.org/officeDocument/2006/relationships/image" Target="../media/image1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38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article/10.1007/s11134-025-09950-5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.png"/><Relationship Id="rId12" Type="http://schemas.openxmlformats.org/officeDocument/2006/relationships/image" Target="../media/image142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ink.springer.com/article/10.1007/s11134-025-09950-5" TargetMode="External"/><Relationship Id="rId11" Type="http://schemas.openxmlformats.org/officeDocument/2006/relationships/image" Target="../media/image1320.png"/><Relationship Id="rId5" Type="http://schemas.openxmlformats.org/officeDocument/2006/relationships/hyperlink" Target="mailto:Daniel.Mastropietro@gmail.com" TargetMode="External"/><Relationship Id="rId4" Type="http://schemas.openxmlformats.org/officeDocument/2006/relationships/image" Target="../media/image14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3C42B-6E51-4CD7-BB04-0F07AAE7A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895" y="1029341"/>
            <a:ext cx="8981105" cy="2746720"/>
          </a:xfrm>
        </p:spPr>
        <p:txBody>
          <a:bodyPr>
            <a:normAutofit/>
          </a:bodyPr>
          <a:lstStyle/>
          <a:p>
            <a:pPr algn="ctr"/>
            <a:r>
              <a:rPr lang="en-IE" sz="3600" b="1" dirty="0"/>
              <a:t>FVRL:</a:t>
            </a:r>
            <a:r>
              <a:rPr lang="en-IE" sz="3600" dirty="0"/>
              <a:t> Fleming-</a:t>
            </a:r>
            <a:r>
              <a:rPr lang="en-IE" sz="3600" dirty="0" err="1"/>
              <a:t>Viot</a:t>
            </a:r>
            <a:r>
              <a:rPr lang="en-IE" sz="3600" dirty="0"/>
              <a:t>  Reinforcement Learning</a:t>
            </a:r>
            <a:br>
              <a:rPr lang="en-IE" sz="3600" dirty="0"/>
            </a:br>
            <a:r>
              <a:rPr lang="en-IE" sz="3600" i="1" dirty="0"/>
              <a:t>A method for </a:t>
            </a:r>
            <a:r>
              <a:rPr lang="en-IE" sz="3600" b="1" i="1" dirty="0"/>
              <a:t>faster optimization</a:t>
            </a:r>
            <a:endParaRPr lang="en-IE" sz="36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CFEC-D7BE-4651-80A2-B53DE3246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3774327"/>
            <a:ext cx="7315200" cy="914400"/>
          </a:xfrm>
        </p:spPr>
        <p:txBody>
          <a:bodyPr>
            <a:normAutofit/>
          </a:bodyPr>
          <a:lstStyle/>
          <a:p>
            <a:pPr algn="ctr"/>
            <a:r>
              <a:rPr lang="en-IE" sz="2800" i="1" dirty="0"/>
              <a:t>Applications to queueing networks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FF8D517-CE1E-48D2-A5FF-014D5B522CD2}"/>
              </a:ext>
            </a:extLst>
          </p:cNvPr>
          <p:cNvSpPr txBox="1">
            <a:spLocks/>
          </p:cNvSpPr>
          <p:nvPr/>
        </p:nvSpPr>
        <p:spPr>
          <a:xfrm>
            <a:off x="578256" y="4756704"/>
            <a:ext cx="8117873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2000" b="1" i="1" u="sng" dirty="0"/>
              <a:t>Daniel Mastropietro</a:t>
            </a:r>
            <a:r>
              <a:rPr lang="en-IE" sz="2000" i="1" dirty="0"/>
              <a:t>, Urtzi Ayesta, Matthieu Jonckheere, Symon Majewski</a:t>
            </a:r>
            <a:br>
              <a:rPr lang="en-IE" sz="2000" i="1" dirty="0"/>
            </a:br>
            <a:r>
              <a:rPr lang="en-IE" sz="2000" i="1" dirty="0" err="1"/>
              <a:t>PyData</a:t>
            </a:r>
            <a:r>
              <a:rPr lang="en-IE" sz="2000" i="1" dirty="0"/>
              <a:t> Lausanne, 26-Nov-2025</a:t>
            </a:r>
          </a:p>
          <a:p>
            <a:pPr algn="ctr"/>
            <a:endParaRPr lang="en-IE" sz="20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FC1285-DEA0-47D3-B5BC-8936F05F0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081" y="6252260"/>
            <a:ext cx="1354723" cy="511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7E91C9-F764-4515-8CF8-2B8523B6F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203" y="6194077"/>
            <a:ext cx="1281232" cy="530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A0DE38-D8D3-455F-9AB4-609558377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685" y="6175673"/>
            <a:ext cx="1009058" cy="56728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510674F-3D40-42DD-8E82-C8EE08A34B72}"/>
              </a:ext>
            </a:extLst>
          </p:cNvPr>
          <p:cNvGrpSpPr/>
          <p:nvPr/>
        </p:nvGrpSpPr>
        <p:grpSpPr>
          <a:xfrm>
            <a:off x="9300702" y="777914"/>
            <a:ext cx="1119986" cy="889494"/>
            <a:chOff x="7434225" y="1192303"/>
            <a:chExt cx="2605776" cy="189120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7BA2F26-98D9-4D68-9590-8AC008735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34225" y="1346324"/>
              <a:ext cx="2605776" cy="1737182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B5BE5C4-DE90-4121-BC3F-C870521A7FDA}"/>
                </a:ext>
              </a:extLst>
            </p:cNvPr>
            <p:cNvSpPr/>
            <p:nvPr/>
          </p:nvSpPr>
          <p:spPr>
            <a:xfrm rot="18823063">
              <a:off x="8031570" y="1548577"/>
              <a:ext cx="1643450" cy="93090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0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rgbClr val="C00000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FULL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31E6CD5-6128-48AD-B270-F2DBFA2F7A91}"/>
              </a:ext>
            </a:extLst>
          </p:cNvPr>
          <p:cNvGrpSpPr/>
          <p:nvPr/>
        </p:nvGrpSpPr>
        <p:grpSpPr>
          <a:xfrm>
            <a:off x="9661224" y="1899967"/>
            <a:ext cx="1992707" cy="1209738"/>
            <a:chOff x="3726836" y="1099266"/>
            <a:chExt cx="3870037" cy="198581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C7AE2D8-DB52-45F1-A5F2-7FEE8A6FDD44}"/>
                </a:ext>
              </a:extLst>
            </p:cNvPr>
            <p:cNvSpPr/>
            <p:nvPr/>
          </p:nvSpPr>
          <p:spPr>
            <a:xfrm>
              <a:off x="3726836" y="1099266"/>
              <a:ext cx="3870037" cy="198581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B8BAD58-D444-46BC-86DD-E092BE8ECDBC}"/>
                </a:ext>
              </a:extLst>
            </p:cNvPr>
            <p:cNvSpPr/>
            <p:nvPr/>
          </p:nvSpPr>
          <p:spPr>
            <a:xfrm>
              <a:off x="3998594" y="1773520"/>
              <a:ext cx="1745673" cy="10991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4162DAF-2D0B-4468-B9A2-91F65BA2FB36}"/>
                </a:ext>
              </a:extLst>
            </p:cNvPr>
            <p:cNvSpPr/>
            <p:nvPr/>
          </p:nvSpPr>
          <p:spPr>
            <a:xfrm>
              <a:off x="6353868" y="1318401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9A0ACE4-717A-48A5-AB83-9293A17C9A4E}"/>
                </a:ext>
              </a:extLst>
            </p:cNvPr>
            <p:cNvSpPr/>
            <p:nvPr/>
          </p:nvSpPr>
          <p:spPr>
            <a:xfrm>
              <a:off x="6714086" y="2590478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B3A52FD-0B4B-449F-88D8-F1DD1FDCA7CF}"/>
                </a:ext>
              </a:extLst>
            </p:cNvPr>
            <p:cNvSpPr/>
            <p:nvPr/>
          </p:nvSpPr>
          <p:spPr>
            <a:xfrm>
              <a:off x="3906448" y="1199134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4249537-B51B-428C-BE27-2BE4EFEEEF05}"/>
                </a:ext>
              </a:extLst>
            </p:cNvPr>
            <p:cNvSpPr/>
            <p:nvPr/>
          </p:nvSpPr>
          <p:spPr>
            <a:xfrm>
              <a:off x="7221624" y="1465514"/>
              <a:ext cx="88791" cy="104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000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S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68DD4A8-6F53-48D1-B467-F9389FFEA186}"/>
                  </a:ext>
                </a:extLst>
              </p14:cNvPr>
              <p14:cNvContentPartPr/>
              <p14:nvPr/>
            </p14:nvContentPartPr>
            <p14:xfrm>
              <a:off x="9875296" y="2104416"/>
              <a:ext cx="964646" cy="949384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68DD4A8-6F53-48D1-B467-F9389FFEA1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66297" y="2095415"/>
                <a:ext cx="982283" cy="9670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8FFCC81-7C70-4F33-9023-5DFB55E6F3A9}"/>
                  </a:ext>
                </a:extLst>
              </p14:cNvPr>
              <p14:cNvContentPartPr/>
              <p14:nvPr/>
            </p14:nvContentPartPr>
            <p14:xfrm>
              <a:off x="9838737" y="2411140"/>
              <a:ext cx="93054" cy="127199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8FFCC81-7C70-4F33-9023-5DFB55E6F3A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829755" y="2402157"/>
                <a:ext cx="110659" cy="144806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810DE026-B733-4324-9E8B-090AF4560217}"/>
              </a:ext>
            </a:extLst>
          </p:cNvPr>
          <p:cNvGrpSpPr/>
          <p:nvPr/>
        </p:nvGrpSpPr>
        <p:grpSpPr>
          <a:xfrm>
            <a:off x="9661375" y="3344871"/>
            <a:ext cx="1992707" cy="1209738"/>
            <a:chOff x="9309791" y="4810428"/>
            <a:chExt cx="2520000" cy="153000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F255068-8B88-450E-A720-2EFF713952B6}"/>
                </a:ext>
              </a:extLst>
            </p:cNvPr>
            <p:cNvGrpSpPr/>
            <p:nvPr/>
          </p:nvGrpSpPr>
          <p:grpSpPr>
            <a:xfrm>
              <a:off x="9309791" y="4810428"/>
              <a:ext cx="2520000" cy="1530000"/>
              <a:chOff x="9312400" y="4540446"/>
              <a:chExt cx="2520000" cy="1530000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C620DF7C-BEEC-451B-B709-23554B3E6C33}"/>
                  </a:ext>
                </a:extLst>
              </p:cNvPr>
              <p:cNvGrpSpPr/>
              <p:nvPr/>
            </p:nvGrpSpPr>
            <p:grpSpPr>
              <a:xfrm>
                <a:off x="9312400" y="4540446"/>
                <a:ext cx="2520000" cy="1530000"/>
                <a:chOff x="4729018" y="4147127"/>
                <a:chExt cx="3870037" cy="1985818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1AEEEE32-D3B0-4E8B-99C3-84FC41954632}"/>
                    </a:ext>
                  </a:extLst>
                </p:cNvPr>
                <p:cNvSpPr/>
                <p:nvPr/>
              </p:nvSpPr>
              <p:spPr>
                <a:xfrm>
                  <a:off x="4729018" y="4147127"/>
                  <a:ext cx="3870037" cy="1985818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E" dirty="0"/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5E8B7242-4EA1-452B-BD18-397FF3C28A97}"/>
                    </a:ext>
                  </a:extLst>
                </p:cNvPr>
                <p:cNvSpPr/>
                <p:nvPr/>
              </p:nvSpPr>
              <p:spPr>
                <a:xfrm>
                  <a:off x="4996872" y="4821381"/>
                  <a:ext cx="1745673" cy="1099127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A</a:t>
                  </a: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C9EBA333-050C-4FFB-BF68-D29F5A84FF9E}"/>
                    </a:ext>
                  </a:extLst>
                </p:cNvPr>
                <p:cNvSpPr/>
                <p:nvPr/>
              </p:nvSpPr>
              <p:spPr>
                <a:xfrm>
                  <a:off x="7352146" y="4366262"/>
                  <a:ext cx="442912" cy="350981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R</a:t>
                  </a: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6BDA83C1-01E8-413D-98D6-67059AD70661}"/>
                    </a:ext>
                  </a:extLst>
                </p:cNvPr>
                <p:cNvSpPr/>
                <p:nvPr/>
              </p:nvSpPr>
              <p:spPr>
                <a:xfrm>
                  <a:off x="7712364" y="5638339"/>
                  <a:ext cx="442912" cy="350981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R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198F6877-D394-40EF-9869-FB16A183CC80}"/>
                    </a:ext>
                  </a:extLst>
                </p:cNvPr>
                <p:cNvSpPr/>
                <p:nvPr/>
              </p:nvSpPr>
              <p:spPr>
                <a:xfrm>
                  <a:off x="4904726" y="4246995"/>
                  <a:ext cx="442912" cy="350981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R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F8AB5A7A-7FD2-4CA8-B2E6-4DA4BF4D291E}"/>
                    </a:ext>
                  </a:extLst>
                </p:cNvPr>
                <p:cNvSpPr/>
                <p:nvPr/>
              </p:nvSpPr>
              <p:spPr>
                <a:xfrm>
                  <a:off x="8147418" y="4446110"/>
                  <a:ext cx="207721" cy="27894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sz="4000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S</a:t>
                  </a:r>
                </a:p>
              </p:txBody>
            </p:sp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1E1B7F17-F441-4BB7-95E7-DEB59A7C6143}"/>
                      </a:ext>
                    </a:extLst>
                  </p14:cNvPr>
                  <p14:cNvContentPartPr/>
                  <p14:nvPr/>
                </p14:nvContentPartPr>
                <p14:xfrm>
                  <a:off x="9864968" y="4808947"/>
                  <a:ext cx="469337" cy="170498"/>
                </p14:xfrm>
              </p:contentPart>
            </mc:Choice>
            <mc:Fallback xmlns=""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1E1B7F17-F441-4BB7-95E7-DEB59A7C6143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9853587" y="4797580"/>
                    <a:ext cx="491643" cy="1927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1BEED250-108E-49ED-905E-05F2F1813849}"/>
                      </a:ext>
                    </a:extLst>
                  </p14:cNvPr>
                  <p14:cNvContentPartPr/>
                  <p14:nvPr/>
                </p14:nvContentPartPr>
                <p14:xfrm>
                  <a:off x="10675666" y="4815383"/>
                  <a:ext cx="909846" cy="890727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1BEED250-108E-49ED-905E-05F2F1813849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0652920" y="4792626"/>
                    <a:ext cx="954883" cy="9357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6047F10C-0F88-4F3E-97AB-5B97128FE067}"/>
                      </a:ext>
                    </a:extLst>
                  </p14:cNvPr>
                  <p14:cNvContentPartPr/>
                  <p14:nvPr/>
                </p14:nvContentPartPr>
                <p14:xfrm>
                  <a:off x="10564187" y="5287334"/>
                  <a:ext cx="138215" cy="236802"/>
                </p14:xfrm>
              </p:contentPart>
            </mc:Choice>
            <mc:Fallback xmlns=""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6047F10C-0F88-4F3E-97AB-5B97128FE067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0541454" y="5264565"/>
                    <a:ext cx="183226" cy="28188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9688B6-CEE5-4F59-B163-E29760066BAA}"/>
                    </a:ext>
                  </a:extLst>
                </p14:cNvPr>
                <p14:cNvContentPartPr/>
                <p14:nvPr/>
              </p14:nvContentPartPr>
              <p14:xfrm>
                <a:off x="10298534" y="5192524"/>
                <a:ext cx="145220" cy="83495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9688B6-CEE5-4F59-B163-E29760066BA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87153" y="5181180"/>
                  <a:ext cx="167527" cy="10573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E691116-2E10-4640-84C0-3A78D1E2B66A}"/>
                </a:ext>
              </a:extLst>
            </p:cNvPr>
            <p:cNvGrpSpPr/>
            <p:nvPr/>
          </p:nvGrpSpPr>
          <p:grpSpPr>
            <a:xfrm>
              <a:off x="10614999" y="5683679"/>
              <a:ext cx="983880" cy="187920"/>
              <a:chOff x="10617487" y="5684121"/>
              <a:chExt cx="983880" cy="187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62" name="Ink 61">
                    <a:extLst>
                      <a:ext uri="{FF2B5EF4-FFF2-40B4-BE49-F238E27FC236}">
                        <a16:creationId xmlns:a16="http://schemas.microsoft.com/office/drawing/2014/main" id="{B416AFC5-E5F8-469B-9D8F-9D3E1A3FC049}"/>
                      </a:ext>
                    </a:extLst>
                  </p14:cNvPr>
                  <p14:cNvContentPartPr/>
                  <p14:nvPr/>
                </p14:nvContentPartPr>
                <p14:xfrm>
                  <a:off x="10617487" y="5741361"/>
                  <a:ext cx="144720" cy="360"/>
                </p14:xfrm>
              </p:contentPart>
            </mc:Choice>
            <mc:Fallback xmlns=""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B416AFC5-E5F8-469B-9D8F-9D3E1A3FC049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10606110" y="5732721"/>
                    <a:ext cx="16702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63" name="Ink 62">
                    <a:extLst>
                      <a:ext uri="{FF2B5EF4-FFF2-40B4-BE49-F238E27FC236}">
                        <a16:creationId xmlns:a16="http://schemas.microsoft.com/office/drawing/2014/main" id="{64933C38-8969-4911-8FC2-54BC39805FAE}"/>
                      </a:ext>
                    </a:extLst>
                  </p14:cNvPr>
                  <p14:cNvContentPartPr/>
                  <p14:nvPr/>
                </p14:nvContentPartPr>
                <p14:xfrm>
                  <a:off x="10851487" y="5741361"/>
                  <a:ext cx="112680" cy="360"/>
                </p14:xfrm>
              </p:contentPart>
            </mc:Choice>
            <mc:Fallback xmlns="">
              <p:pic>
                <p:nvPicPr>
                  <p:cNvPr id="63" name="Ink 62">
                    <a:extLst>
                      <a:ext uri="{FF2B5EF4-FFF2-40B4-BE49-F238E27FC236}">
                        <a16:creationId xmlns:a16="http://schemas.microsoft.com/office/drawing/2014/main" id="{64933C38-8969-4911-8FC2-54BC39805FAE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10840128" y="5732721"/>
                    <a:ext cx="134943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64" name="Ink 63">
                    <a:extLst>
                      <a:ext uri="{FF2B5EF4-FFF2-40B4-BE49-F238E27FC236}">
                        <a16:creationId xmlns:a16="http://schemas.microsoft.com/office/drawing/2014/main" id="{165069A1-6B56-4C0F-9584-A2EB4799F25F}"/>
                      </a:ext>
                    </a:extLst>
                  </p14:cNvPr>
                  <p14:cNvContentPartPr/>
                  <p14:nvPr/>
                </p14:nvContentPartPr>
                <p14:xfrm>
                  <a:off x="11062807" y="5741361"/>
                  <a:ext cx="138240" cy="360"/>
                </p14:xfrm>
              </p:contentPart>
            </mc:Choice>
            <mc:Fallback xmlns="">
              <p:pic>
                <p:nvPicPr>
                  <p:cNvPr id="64" name="Ink 63">
                    <a:extLst>
                      <a:ext uri="{FF2B5EF4-FFF2-40B4-BE49-F238E27FC236}">
                        <a16:creationId xmlns:a16="http://schemas.microsoft.com/office/drawing/2014/main" id="{165069A1-6B56-4C0F-9584-A2EB4799F25F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11051893" y="5732721"/>
                    <a:ext cx="160522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65" name="Ink 64">
                    <a:extLst>
                      <a:ext uri="{FF2B5EF4-FFF2-40B4-BE49-F238E27FC236}">
                        <a16:creationId xmlns:a16="http://schemas.microsoft.com/office/drawing/2014/main" id="{9B3FEFD3-2579-4E4C-8F33-281BED6DFFAF}"/>
                      </a:ext>
                    </a:extLst>
                  </p14:cNvPr>
                  <p14:cNvContentPartPr/>
                  <p14:nvPr/>
                </p14:nvContentPartPr>
                <p14:xfrm>
                  <a:off x="11301487" y="5741361"/>
                  <a:ext cx="152280" cy="360"/>
                </p14:xfrm>
              </p:contentPart>
            </mc:Choice>
            <mc:Fallback xmlns="">
              <p:pic>
                <p:nvPicPr>
                  <p:cNvPr id="65" name="Ink 64">
                    <a:extLst>
                      <a:ext uri="{FF2B5EF4-FFF2-40B4-BE49-F238E27FC236}">
                        <a16:creationId xmlns:a16="http://schemas.microsoft.com/office/drawing/2014/main" id="{9B3FEFD3-2579-4E4C-8F33-281BED6DFFAF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11290089" y="5732721"/>
                    <a:ext cx="17462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66" name="Ink 65">
                    <a:extLst>
                      <a:ext uri="{FF2B5EF4-FFF2-40B4-BE49-F238E27FC236}">
                        <a16:creationId xmlns:a16="http://schemas.microsoft.com/office/drawing/2014/main" id="{0F2E2B46-1EF6-4468-8033-ADAB34FAFDEF}"/>
                      </a:ext>
                    </a:extLst>
                  </p14:cNvPr>
                  <p14:cNvContentPartPr/>
                  <p14:nvPr/>
                </p14:nvContentPartPr>
                <p14:xfrm>
                  <a:off x="11509567" y="5741361"/>
                  <a:ext cx="67320" cy="360"/>
                </p14:xfrm>
              </p:contentPart>
            </mc:Choice>
            <mc:Fallback xmlns="">
              <p:pic>
                <p:nvPicPr>
                  <p:cNvPr id="66" name="Ink 65">
                    <a:extLst>
                      <a:ext uri="{FF2B5EF4-FFF2-40B4-BE49-F238E27FC236}">
                        <a16:creationId xmlns:a16="http://schemas.microsoft.com/office/drawing/2014/main" id="{0F2E2B46-1EF6-4468-8033-ADAB34FAFDEF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11498195" y="5732721"/>
                    <a:ext cx="89608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F3C4E1D5-A2ED-4831-8704-3A8137F501E2}"/>
                      </a:ext>
                    </a:extLst>
                  </p14:cNvPr>
                  <p14:cNvContentPartPr/>
                  <p14:nvPr/>
                </p14:nvContentPartPr>
                <p14:xfrm>
                  <a:off x="11547367" y="5741361"/>
                  <a:ext cx="54000" cy="360"/>
                </p14:xfrm>
              </p:contentPart>
            </mc:Choice>
            <mc:Fallback xmlns=""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F3C4E1D5-A2ED-4831-8704-3A8137F501E2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11536022" y="5732721"/>
                    <a:ext cx="76235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1252A3DD-6AC0-4862-ABBE-5730E54B04B8}"/>
                      </a:ext>
                    </a:extLst>
                  </p14:cNvPr>
                  <p14:cNvContentPartPr/>
                  <p14:nvPr/>
                </p14:nvContentPartPr>
                <p14:xfrm>
                  <a:off x="11532247" y="5684121"/>
                  <a:ext cx="51120" cy="61560"/>
                </p14:xfrm>
              </p:contentPart>
            </mc:Choice>
            <mc:Fallback xmlns=""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1252A3DD-6AC0-4862-ABBE-5730E54B04B8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11520836" y="5672805"/>
                    <a:ext cx="73485" cy="837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F19FCC9B-9EE1-4939-9929-63E52A5A2FCE}"/>
                      </a:ext>
                    </a:extLst>
                  </p14:cNvPr>
                  <p14:cNvContentPartPr/>
                  <p14:nvPr/>
                </p14:nvContentPartPr>
                <p14:xfrm>
                  <a:off x="11536927" y="5693481"/>
                  <a:ext cx="34920" cy="55080"/>
                </p14:xfrm>
              </p:contentPart>
            </mc:Choice>
            <mc:Fallback xmlns=""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F19FCC9B-9EE1-4939-9929-63E52A5A2FCE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11526043" y="5682101"/>
                    <a:ext cx="57142" cy="7738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ABFAD988-A8C4-4F81-9284-094F09AAF900}"/>
                      </a:ext>
                    </a:extLst>
                  </p14:cNvPr>
                  <p14:cNvContentPartPr/>
                  <p14:nvPr/>
                </p14:nvContentPartPr>
                <p14:xfrm>
                  <a:off x="11397247" y="5719041"/>
                  <a:ext cx="156960" cy="15300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ABFAD988-A8C4-4F81-9284-094F09AAF900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11386328" y="5708112"/>
                    <a:ext cx="179253" cy="175313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DBC4673-9B83-48DC-AEF1-784A7E5271E1}"/>
                    </a:ext>
                  </a:extLst>
                </p14:cNvPr>
                <p14:cNvContentPartPr/>
                <p14:nvPr/>
              </p14:nvContentPartPr>
              <p14:xfrm>
                <a:off x="11551719" y="5701412"/>
                <a:ext cx="140040" cy="224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DBC4673-9B83-48DC-AEF1-784A7E5271E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540352" y="5690039"/>
                  <a:ext cx="162319" cy="24657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AEDE8B3D-9D7A-4F30-9041-90232766D39A}"/>
              </a:ext>
            </a:extLst>
          </p:cNvPr>
          <p:cNvSpPr txBox="1"/>
          <p:nvPr/>
        </p:nvSpPr>
        <p:spPr>
          <a:xfrm>
            <a:off x="9589345" y="3080812"/>
            <a:ext cx="21854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200" b="1" dirty="0">
                <a:solidFill>
                  <a:srgbClr val="00B050"/>
                </a:solidFill>
              </a:rPr>
              <a:t>Fleming-</a:t>
            </a:r>
            <a:r>
              <a:rPr lang="en-IE" sz="1200" b="1" dirty="0" err="1">
                <a:solidFill>
                  <a:srgbClr val="00B050"/>
                </a:solidFill>
              </a:rPr>
              <a:t>Viot</a:t>
            </a:r>
            <a:r>
              <a:rPr lang="en-IE" sz="1200" b="1" dirty="0">
                <a:solidFill>
                  <a:srgbClr val="00B050"/>
                </a:solidFill>
              </a:rPr>
              <a:t> excursion</a:t>
            </a:r>
            <a:endParaRPr lang="en-IE" sz="1200" b="1" i="1" dirty="0">
              <a:solidFill>
                <a:srgbClr val="00B050"/>
              </a:solidFill>
              <a:sym typeface="Symbol" panose="05050102010706020507" pitchFamily="18" charset="2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73EA2DF-8DBB-42CB-93DD-D5CDA409B946}"/>
              </a:ext>
            </a:extLst>
          </p:cNvPr>
          <p:cNvSpPr txBox="1"/>
          <p:nvPr/>
        </p:nvSpPr>
        <p:spPr>
          <a:xfrm>
            <a:off x="9576916" y="1646188"/>
            <a:ext cx="21854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200" b="1" dirty="0">
                <a:solidFill>
                  <a:srgbClr val="C00000"/>
                </a:solidFill>
              </a:rPr>
              <a:t>Regular excursion</a:t>
            </a:r>
            <a:endParaRPr lang="en-IE" sz="1200" b="1" i="1" dirty="0">
              <a:solidFill>
                <a:srgbClr val="C00000"/>
              </a:solidFill>
              <a:sym typeface="Symbol" panose="05050102010706020507" pitchFamily="18" charset="2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2D7ED47-1999-482B-8485-45CEB2B4B5A4}"/>
              </a:ext>
            </a:extLst>
          </p:cNvPr>
          <p:cNvGrpSpPr/>
          <p:nvPr/>
        </p:nvGrpSpPr>
        <p:grpSpPr>
          <a:xfrm>
            <a:off x="9313973" y="4644426"/>
            <a:ext cx="1244092" cy="1308677"/>
            <a:chOff x="9504942" y="4204699"/>
            <a:chExt cx="2165480" cy="1831419"/>
          </a:xfrm>
        </p:grpSpPr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96BDBD4-F046-4E6A-91B7-40D1651FD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9504942" y="4204699"/>
              <a:ext cx="2165480" cy="1831419"/>
            </a:xfrm>
            <a:prstGeom prst="rect">
              <a:avLst/>
            </a:prstGeom>
          </p:spPr>
        </p:pic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ACEC4A5-D8E4-43DD-8A99-DEF52E9C0632}"/>
                </a:ext>
              </a:extLst>
            </p:cNvPr>
            <p:cNvCxnSpPr>
              <a:cxnSpLocks/>
            </p:cNvCxnSpPr>
            <p:nvPr/>
          </p:nvCxnSpPr>
          <p:spPr>
            <a:xfrm>
              <a:off x="9720559" y="5148752"/>
              <a:ext cx="1918256" cy="21101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82CA404-4FE2-42EC-8932-667DCE06EAEE}"/>
              </a:ext>
            </a:extLst>
          </p:cNvPr>
          <p:cNvPicPr>
            <a:picLocks noChangeAspect="1"/>
          </p:cNvPicPr>
          <p:nvPr/>
        </p:nvPicPr>
        <p:blipFill rotWithShape="1">
          <a:blip r:embed="rId42"/>
          <a:srcRect l="32449"/>
          <a:stretch/>
        </p:blipFill>
        <p:spPr>
          <a:xfrm>
            <a:off x="10651234" y="4642656"/>
            <a:ext cx="1498050" cy="1310447"/>
          </a:xfrm>
          <a:prstGeom prst="rect">
            <a:avLst/>
          </a:prstGeom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A4FEBE7B-F690-4D1D-8DBC-543B60DDAD9E}"/>
              </a:ext>
            </a:extLst>
          </p:cNvPr>
          <p:cNvGrpSpPr/>
          <p:nvPr/>
        </p:nvGrpSpPr>
        <p:grpSpPr>
          <a:xfrm>
            <a:off x="10794778" y="777721"/>
            <a:ext cx="1119986" cy="959648"/>
            <a:chOff x="510049" y="4069477"/>
            <a:chExt cx="2221888" cy="1971208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D233585-90E3-45E0-A680-A8164B8E6C50}"/>
                </a:ext>
              </a:extLst>
            </p:cNvPr>
            <p:cNvSpPr txBox="1"/>
            <p:nvPr/>
          </p:nvSpPr>
          <p:spPr>
            <a:xfrm rot="16200000">
              <a:off x="425703" y="5148239"/>
              <a:ext cx="321707" cy="1530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IE" sz="800" dirty="0"/>
                <a:t>…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E341797A-727E-4F13-963C-D3CC51012489}"/>
                </a:ext>
              </a:extLst>
            </p:cNvPr>
            <p:cNvGrpSpPr/>
            <p:nvPr/>
          </p:nvGrpSpPr>
          <p:grpSpPr>
            <a:xfrm>
              <a:off x="549779" y="4069477"/>
              <a:ext cx="2182158" cy="1971208"/>
              <a:chOff x="3482631" y="4431271"/>
              <a:chExt cx="2182158" cy="1971208"/>
            </a:xfrm>
            <a:solidFill>
              <a:schemeClr val="bg1"/>
            </a:solidFill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5A43C6D6-E174-4D09-95D6-558AB297506F}"/>
                  </a:ext>
                </a:extLst>
              </p:cNvPr>
              <p:cNvSpPr/>
              <p:nvPr/>
            </p:nvSpPr>
            <p:spPr>
              <a:xfrm>
                <a:off x="5266459" y="4431271"/>
                <a:ext cx="368961" cy="42920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</a:t>
                </a:r>
                <a:endParaRPr lang="en-IE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E8B1FC5-958B-4605-BA13-CE3C32139E04}"/>
                  </a:ext>
                </a:extLst>
              </p:cNvPr>
              <p:cNvSpPr/>
              <p:nvPr/>
            </p:nvSpPr>
            <p:spPr>
              <a:xfrm>
                <a:off x="5285251" y="5065266"/>
                <a:ext cx="368961" cy="42920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</a:t>
                </a:r>
                <a:endParaRPr lang="en-IE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A33F91DA-21A0-4B4B-985C-1FC537E43B73}"/>
                  </a:ext>
                </a:extLst>
              </p:cNvPr>
              <p:cNvSpPr/>
              <p:nvPr/>
            </p:nvSpPr>
            <p:spPr>
              <a:xfrm>
                <a:off x="5326930" y="5973271"/>
                <a:ext cx="337859" cy="42920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</a:t>
                </a:r>
                <a:endParaRPr lang="en-IE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384CF28-994E-4E08-92BB-3752AAC35482}"/>
                  </a:ext>
                </a:extLst>
              </p:cNvPr>
              <p:cNvSpPr txBox="1"/>
              <p:nvPr/>
            </p:nvSpPr>
            <p:spPr>
              <a:xfrm rot="16200000">
                <a:off x="5213578" y="5640192"/>
                <a:ext cx="321707" cy="1530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en-IE" sz="800" dirty="0"/>
                  <a:t>…</a:t>
                </a:r>
              </a:p>
            </p:txBody>
          </p: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94313EF5-DAD6-47D4-A37E-0646CE41D8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6893" y="4795935"/>
                <a:ext cx="301241" cy="261899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F861DFC3-07E1-414E-BAD5-3C7B7139C6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26740" y="5261178"/>
                <a:ext cx="335898" cy="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16D9BB6F-32EE-4B0D-B355-29261088AC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06893" y="5452487"/>
                <a:ext cx="345229" cy="57405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DE159E2-917D-4B02-A11A-A359C4936EFC}"/>
                  </a:ext>
                </a:extLst>
              </p:cNvPr>
              <p:cNvSpPr txBox="1"/>
              <p:nvPr/>
            </p:nvSpPr>
            <p:spPr>
              <a:xfrm>
                <a:off x="3482631" y="4673993"/>
                <a:ext cx="251219" cy="279919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en-IE" sz="800" dirty="0">
                    <a:sym typeface="Symbol" panose="05050102010706020507" pitchFamily="18" charset="2"/>
                  </a:rPr>
                  <a:t></a:t>
                </a:r>
                <a:r>
                  <a:rPr lang="en-IE" sz="800" baseline="-25000" dirty="0">
                    <a:sym typeface="Symbol" panose="05050102010706020507" pitchFamily="18" charset="2"/>
                  </a:rPr>
                  <a:t>1</a:t>
                </a:r>
                <a:endParaRPr lang="en-IE" sz="800" dirty="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4657A7D-E12D-4F48-A22C-B8CFCFEE9D0E}"/>
                  </a:ext>
                </a:extLst>
              </p:cNvPr>
              <p:cNvSpPr txBox="1"/>
              <p:nvPr/>
            </p:nvSpPr>
            <p:spPr>
              <a:xfrm>
                <a:off x="3495071" y="5068992"/>
                <a:ext cx="251219" cy="279919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en-IE" sz="800" dirty="0">
                    <a:sym typeface="Symbol" panose="05050102010706020507" pitchFamily="18" charset="2"/>
                  </a:rPr>
                  <a:t></a:t>
                </a:r>
                <a:r>
                  <a:rPr lang="en-IE" sz="800" baseline="-25000" dirty="0">
                    <a:sym typeface="Symbol" panose="05050102010706020507" pitchFamily="18" charset="2"/>
                  </a:rPr>
                  <a:t>2</a:t>
                </a:r>
                <a:endParaRPr lang="en-IE" sz="800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F3F167C-0DC5-4327-BFD3-4EDB133FDC64}"/>
                  </a:ext>
                </a:extLst>
              </p:cNvPr>
              <p:cNvSpPr txBox="1"/>
              <p:nvPr/>
            </p:nvSpPr>
            <p:spPr>
              <a:xfrm>
                <a:off x="3495070" y="5886576"/>
                <a:ext cx="251219" cy="279919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en-IE" sz="800" dirty="0">
                    <a:sym typeface="Symbol" panose="05050102010706020507" pitchFamily="18" charset="2"/>
                  </a:rPr>
                  <a:t></a:t>
                </a:r>
                <a:r>
                  <a:rPr lang="en-IE" sz="800" baseline="-25000" dirty="0">
                    <a:sym typeface="Symbol" panose="05050102010706020507" pitchFamily="18" charset="2"/>
                  </a:rPr>
                  <a:t>L</a:t>
                </a:r>
                <a:endParaRPr lang="en-IE" sz="800" dirty="0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6697A335-8515-4EC1-A577-0123613CC17F}"/>
                  </a:ext>
                </a:extLst>
              </p:cNvPr>
              <p:cNvSpPr/>
              <p:nvPr/>
            </p:nvSpPr>
            <p:spPr>
              <a:xfrm>
                <a:off x="4199962" y="5100687"/>
                <a:ext cx="795446" cy="321706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/>
                <a:r>
                  <a:rPr lang="en-IE" sz="200" dirty="0">
                    <a:solidFill>
                      <a:schemeClr val="tx1"/>
                    </a:solidFill>
                  </a:rPr>
                  <a:t>Dispatcher</a:t>
                </a:r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07B3B45B-EE19-4E2D-A00B-C049DD08899A}"/>
                  </a:ext>
                </a:extLst>
              </p:cNvPr>
              <p:cNvCxnSpPr>
                <a:cxnSpLocks/>
                <a:stCxn id="101" idx="3"/>
                <a:endCxn id="91" idx="3"/>
              </p:cNvCxnSpPr>
              <p:nvPr/>
            </p:nvCxnSpPr>
            <p:spPr>
              <a:xfrm flipV="1">
                <a:off x="4995409" y="4797623"/>
                <a:ext cx="325083" cy="463917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1C0C3663-F9C6-4CF2-8A88-757959FBE5B4}"/>
                  </a:ext>
                </a:extLst>
              </p:cNvPr>
              <p:cNvCxnSpPr>
                <a:cxnSpLocks/>
                <a:stCxn id="101" idx="3"/>
                <a:endCxn id="92" idx="2"/>
              </p:cNvCxnSpPr>
              <p:nvPr/>
            </p:nvCxnSpPr>
            <p:spPr>
              <a:xfrm>
                <a:off x="4995409" y="5261540"/>
                <a:ext cx="289842" cy="1833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2AB8BA8E-3369-43E2-AAF6-9FF46FB407C6}"/>
                  </a:ext>
                </a:extLst>
              </p:cNvPr>
              <p:cNvCxnSpPr>
                <a:cxnSpLocks/>
                <a:stCxn id="101" idx="3"/>
                <a:endCxn id="93" idx="2"/>
              </p:cNvCxnSpPr>
              <p:nvPr/>
            </p:nvCxnSpPr>
            <p:spPr>
              <a:xfrm>
                <a:off x="4995409" y="5261540"/>
                <a:ext cx="331521" cy="926335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1309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5C8A1653-7165-484D-BAE2-E9D58FEA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A2148ABD-AEAC-406C-B46F-0DD13526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944FE37-8A5A-4095-80EF-4BCF1A5B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24804" y="6356350"/>
            <a:ext cx="153092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r>
              <a:rPr lang="en-US" dirty="0"/>
              <a:t> / 30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B7B220-198B-4D7C-A3F0-521E8102B18E}"/>
              </a:ext>
            </a:extLst>
          </p:cNvPr>
          <p:cNvSpPr txBox="1"/>
          <p:nvPr/>
        </p:nvSpPr>
        <p:spPr>
          <a:xfrm>
            <a:off x="7748785" y="3841818"/>
            <a:ext cx="4063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The </a:t>
            </a:r>
            <a:r>
              <a:rPr lang="en-IE" b="1" dirty="0"/>
              <a:t>data</a:t>
            </a:r>
            <a:r>
              <a:rPr lang="en-IE" dirty="0"/>
              <a:t> for learning are trajectories:</a:t>
            </a:r>
          </a:p>
          <a:p>
            <a:pPr algn="ctr"/>
            <a:r>
              <a:rPr lang="en-IE" i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IE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IE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E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E" b="1" baseline="-250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 </a:t>
            </a:r>
            <a:r>
              <a:rPr lang="en-IE" i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X</a:t>
            </a:r>
            <a:r>
              <a:rPr lang="en-IE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 </a:t>
            </a:r>
            <a:r>
              <a:rPr lang="en-IE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E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 </a:t>
            </a:r>
            <a:r>
              <a:rPr lang="en-IE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E" b="1" baseline="-250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65842614-F765-4A13-A2B2-5DE5B6481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30727" y="467455"/>
            <a:ext cx="4230030" cy="5746733"/>
          </a:xfrm>
        </p:spPr>
        <p:txBody>
          <a:bodyPr>
            <a:normAutofit fontScale="77500" lnSpcReduction="20000"/>
          </a:bodyPr>
          <a:lstStyle/>
          <a:p>
            <a:r>
              <a:rPr lang="en-IE" b="1" dirty="0"/>
              <a:t>Context:</a:t>
            </a:r>
            <a:br>
              <a:rPr lang="en-IE" b="1" dirty="0"/>
            </a:br>
            <a:r>
              <a:rPr lang="en-IE" dirty="0"/>
              <a:t>Optimisation of long-term objectives in Markovian systems.</a:t>
            </a:r>
          </a:p>
          <a:p>
            <a:r>
              <a:rPr lang="en-IE" b="1" dirty="0"/>
              <a:t>What is RL?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Learning from interactions between an agent and the system.</a:t>
            </a:r>
          </a:p>
          <a:p>
            <a:r>
              <a:rPr lang="en-IE" b="1" dirty="0"/>
              <a:t>In practice:</a:t>
            </a:r>
            <a:br>
              <a:rPr lang="en-IE" b="1" dirty="0"/>
            </a:br>
            <a:r>
              <a:rPr lang="en-IE" dirty="0"/>
              <a:t>Optimize by “trial and error”</a:t>
            </a:r>
          </a:p>
          <a:p>
            <a:endParaRPr lang="en-IE" b="1" dirty="0"/>
          </a:p>
          <a:p>
            <a:r>
              <a:rPr lang="en-IE" b="1" dirty="0"/>
              <a:t>What is optimized?</a:t>
            </a:r>
            <a:br>
              <a:rPr lang="en-IE" b="1" dirty="0"/>
            </a:br>
            <a:r>
              <a:rPr lang="en-IE" dirty="0"/>
              <a:t>Actions / Decisions at </a:t>
            </a:r>
            <a:r>
              <a:rPr lang="en-IE" i="1" dirty="0"/>
              <a:t>each </a:t>
            </a:r>
            <a:r>
              <a:rPr lang="en-IE" dirty="0"/>
              <a:t>state </a:t>
            </a:r>
            <a:r>
              <a:rPr lang="en-IE" i="1" dirty="0"/>
              <a:t>x</a:t>
            </a:r>
            <a:r>
              <a:rPr lang="en-IE" dirty="0"/>
              <a:t> of the system, i.e.</a:t>
            </a:r>
            <a:r>
              <a:rPr lang="en-IE" dirty="0">
                <a:sym typeface="Wingdings" panose="05000000000000000000" pitchFamily="2" charset="2"/>
              </a:rPr>
              <a:t> </a:t>
            </a:r>
            <a:r>
              <a:rPr lang="en-IE" u="sng" dirty="0">
                <a:sym typeface="Wingdings" panose="05000000000000000000" pitchFamily="2" charset="2"/>
              </a:rPr>
              <a:t>the Policy</a:t>
            </a:r>
            <a:r>
              <a:rPr lang="en-IE" dirty="0">
                <a:sym typeface="Wingdings" panose="05000000000000000000" pitchFamily="2" charset="2"/>
              </a:rPr>
              <a:t>: </a:t>
            </a:r>
            <a:r>
              <a:rPr lang="en-IE" b="1" dirty="0">
                <a:solidFill>
                  <a:srgbClr val="C00000"/>
                </a:solidFill>
                <a:sym typeface="Symbol" panose="05050102010706020507" pitchFamily="18" charset="2"/>
              </a:rPr>
              <a:t>(</a:t>
            </a:r>
            <a:r>
              <a:rPr lang="en-IE" b="1" i="1" dirty="0" err="1">
                <a:solidFill>
                  <a:srgbClr val="C00000"/>
                </a:solidFill>
                <a:sym typeface="Symbol" panose="05050102010706020507" pitchFamily="18" charset="2"/>
              </a:rPr>
              <a:t>a</a:t>
            </a:r>
            <a:r>
              <a:rPr lang="en-IE" b="1" dirty="0" err="1">
                <a:solidFill>
                  <a:srgbClr val="C00000"/>
                </a:solidFill>
                <a:sym typeface="Symbol" panose="05050102010706020507" pitchFamily="18" charset="2"/>
              </a:rPr>
              <a:t>|</a:t>
            </a:r>
            <a:r>
              <a:rPr lang="en-IE" b="1" i="1" dirty="0" err="1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en-IE" b="1" dirty="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</a:p>
          <a:p>
            <a:r>
              <a:rPr lang="en-IE" b="1" dirty="0">
                <a:sym typeface="Symbol" panose="05050102010706020507" pitchFamily="18" charset="2"/>
              </a:rPr>
              <a:t>With what goal?</a:t>
            </a:r>
            <a:br>
              <a:rPr lang="en-IE" b="1" dirty="0">
                <a:sym typeface="Symbol" panose="05050102010706020507" pitchFamily="18" charset="2"/>
              </a:rPr>
            </a:br>
            <a:r>
              <a:rPr lang="en-IE" dirty="0">
                <a:sym typeface="Symbol" panose="05050102010706020507" pitchFamily="18" charset="2"/>
              </a:rPr>
              <a:t>Maximize / Minimize a </a:t>
            </a:r>
            <a:r>
              <a:rPr lang="en-IE" u="sng" dirty="0">
                <a:sym typeface="Symbol" panose="05050102010706020507" pitchFamily="18" charset="2"/>
              </a:rPr>
              <a:t>long-term objective</a:t>
            </a:r>
            <a:r>
              <a:rPr lang="en-IE" dirty="0">
                <a:sym typeface="Symbol" panose="05050102010706020507" pitchFamily="18" charset="2"/>
              </a:rPr>
              <a:t>. Ex: the long-run expected reward.</a:t>
            </a:r>
            <a:endParaRPr lang="en-IE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E" b="1" dirty="0">
              <a:solidFill>
                <a:srgbClr val="C00000"/>
              </a:solidFill>
              <a:sym typeface="Symbol" panose="05050102010706020507" pitchFamily="18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ABCDF-8EA7-4D64-B87E-2303B9515E15}"/>
              </a:ext>
            </a:extLst>
          </p:cNvPr>
          <p:cNvSpPr txBox="1"/>
          <p:nvPr/>
        </p:nvSpPr>
        <p:spPr>
          <a:xfrm>
            <a:off x="102637" y="868681"/>
            <a:ext cx="3255884" cy="5120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IE" sz="2800" i="1" spc="-6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IE" sz="2800" i="1" spc="-6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IE" sz="2800" i="1" spc="-6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Reinforcement Learning (RL) is an optimisation approach that requires very few modelling assumptions.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47BA4C-984A-4F8A-BDAA-246D9D1343AA}"/>
              </a:ext>
            </a:extLst>
          </p:cNvPr>
          <p:cNvSpPr txBox="1"/>
          <p:nvPr/>
        </p:nvSpPr>
        <p:spPr>
          <a:xfrm>
            <a:off x="10624804" y="513107"/>
            <a:ext cx="1455228" cy="12287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b="1" dirty="0"/>
              <a:t>M</a:t>
            </a:r>
            <a:r>
              <a:rPr lang="en-IE" dirty="0"/>
              <a:t>arkov</a:t>
            </a:r>
          </a:p>
          <a:p>
            <a:pPr algn="ctr"/>
            <a:r>
              <a:rPr lang="en-IE" b="1" dirty="0"/>
              <a:t>D</a:t>
            </a:r>
            <a:r>
              <a:rPr lang="en-IE" dirty="0"/>
              <a:t>ecision</a:t>
            </a:r>
          </a:p>
          <a:p>
            <a:pPr algn="ctr"/>
            <a:r>
              <a:rPr lang="en-IE" b="1" dirty="0"/>
              <a:t>P</a:t>
            </a:r>
            <a:r>
              <a:rPr lang="en-IE" dirty="0"/>
              <a:t>rocess</a:t>
            </a:r>
          </a:p>
          <a:p>
            <a:pPr algn="ctr"/>
            <a:r>
              <a:rPr lang="en-IE" dirty="0"/>
              <a:t>(</a:t>
            </a:r>
            <a:r>
              <a:rPr lang="en-IE" b="1" dirty="0"/>
              <a:t>MDP</a:t>
            </a:r>
            <a:r>
              <a:rPr lang="en-IE" dirty="0"/>
              <a:t>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7B593-E5BC-4D3D-9077-59CF6ACD49DF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4917093" y="3331056"/>
            <a:ext cx="442422" cy="12550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5634ED-8E09-4D1D-A374-DEE3A56484E1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6161883" y="3349888"/>
            <a:ext cx="311015" cy="11343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A0C8667-E2E9-4D98-8072-1AE640DCB384}"/>
              </a:ext>
            </a:extLst>
          </p:cNvPr>
          <p:cNvSpPr txBox="1"/>
          <p:nvPr/>
        </p:nvSpPr>
        <p:spPr>
          <a:xfrm>
            <a:off x="4095374" y="3456558"/>
            <a:ext cx="1643438" cy="593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1600" b="1" dirty="0">
                <a:solidFill>
                  <a:schemeClr val="accent2">
                    <a:lumMod val="75000"/>
                  </a:schemeClr>
                </a:solidFill>
              </a:rPr>
              <a:t>Environment</a:t>
            </a:r>
          </a:p>
          <a:p>
            <a:pPr algn="ctr"/>
            <a:r>
              <a:rPr lang="en-IE" sz="1600" b="1" u="sng" dirty="0">
                <a:solidFill>
                  <a:schemeClr val="accent2">
                    <a:lumMod val="75000"/>
                  </a:schemeClr>
                </a:solidFill>
              </a:rPr>
              <a:t>exploration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82E213-0328-4F11-B3DE-C132A67FF503}"/>
              </a:ext>
            </a:extLst>
          </p:cNvPr>
          <p:cNvSpPr txBox="1"/>
          <p:nvPr/>
        </p:nvSpPr>
        <p:spPr>
          <a:xfrm>
            <a:off x="5504436" y="3463320"/>
            <a:ext cx="1936924" cy="6528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1600" b="1" dirty="0">
                <a:solidFill>
                  <a:srgbClr val="7030A0"/>
                </a:solidFill>
              </a:rPr>
              <a:t>Signal returned</a:t>
            </a:r>
            <a:br>
              <a:rPr lang="en-IE" sz="1600" b="1" dirty="0">
                <a:solidFill>
                  <a:srgbClr val="7030A0"/>
                </a:solidFill>
              </a:rPr>
            </a:br>
            <a:r>
              <a:rPr lang="en-IE" sz="1600" b="1" dirty="0">
                <a:solidFill>
                  <a:srgbClr val="7030A0"/>
                </a:solidFill>
              </a:rPr>
              <a:t>(</a:t>
            </a:r>
            <a:r>
              <a:rPr lang="en-IE" sz="1600" b="1" i="1" u="sng" dirty="0">
                <a:solidFill>
                  <a:srgbClr val="7030A0"/>
                </a:solidFill>
              </a:rPr>
              <a:t>reward</a:t>
            </a:r>
            <a:r>
              <a:rPr lang="en-IE" sz="16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7BFBD7-9070-4E3F-BE8D-816854D8728B}"/>
              </a:ext>
            </a:extLst>
          </p:cNvPr>
          <p:cNvSpPr/>
          <p:nvPr/>
        </p:nvSpPr>
        <p:spPr>
          <a:xfrm>
            <a:off x="8543697" y="4172414"/>
            <a:ext cx="309441" cy="298579"/>
          </a:xfrm>
          <a:prstGeom prst="ellipse">
            <a:avLst/>
          </a:prstGeom>
          <a:solidFill>
            <a:srgbClr val="C00000"/>
          </a:solidFill>
          <a:ln w="19050">
            <a:solidFill>
              <a:srgbClr val="DCA6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E" i="1" dirty="0"/>
              <a:t>A</a:t>
            </a:r>
            <a:r>
              <a:rPr lang="en-IE" i="1" baseline="-25000" dirty="0"/>
              <a:t>0</a:t>
            </a:r>
            <a:endParaRPr lang="en-IE" i="1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7D6C1F2-2CA1-4DDF-8F3E-88A41174139F}"/>
              </a:ext>
            </a:extLst>
          </p:cNvPr>
          <p:cNvSpPr/>
          <p:nvPr/>
        </p:nvSpPr>
        <p:spPr>
          <a:xfrm>
            <a:off x="10152680" y="4166907"/>
            <a:ext cx="309441" cy="298579"/>
          </a:xfrm>
          <a:prstGeom prst="ellipse">
            <a:avLst/>
          </a:prstGeom>
          <a:solidFill>
            <a:srgbClr val="C00000"/>
          </a:solidFill>
          <a:ln w="19050">
            <a:solidFill>
              <a:srgbClr val="DCA6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E" i="1" dirty="0"/>
              <a:t>A</a:t>
            </a:r>
            <a:r>
              <a:rPr lang="en-IE" i="1" baseline="-25000" dirty="0"/>
              <a:t>1</a:t>
            </a:r>
            <a:endParaRPr lang="en-IE" i="1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7534034-EEAE-40C3-B6DD-2E03A052DCB4}"/>
              </a:ext>
            </a:extLst>
          </p:cNvPr>
          <p:cNvCxnSpPr>
            <a:cxnSpLocks/>
            <a:stCxn id="33" idx="0"/>
            <a:endCxn id="13" idx="4"/>
          </p:cNvCxnSpPr>
          <p:nvPr/>
        </p:nvCxnSpPr>
        <p:spPr>
          <a:xfrm flipH="1" flipV="1">
            <a:off x="8698418" y="4470993"/>
            <a:ext cx="808291" cy="2568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695665D-1CA5-409A-BB46-94FF36CD3F31}"/>
              </a:ext>
            </a:extLst>
          </p:cNvPr>
          <p:cNvSpPr txBox="1"/>
          <p:nvPr/>
        </p:nvSpPr>
        <p:spPr>
          <a:xfrm>
            <a:off x="8217898" y="4727837"/>
            <a:ext cx="2577622" cy="6397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b="1" dirty="0">
                <a:solidFill>
                  <a:srgbClr val="C00000"/>
                </a:solidFill>
              </a:rPr>
              <a:t>Defined </a:t>
            </a:r>
            <a:r>
              <a:rPr lang="en-IE" b="1" u="sng" dirty="0">
                <a:solidFill>
                  <a:srgbClr val="C00000"/>
                </a:solidFill>
              </a:rPr>
              <a:t>stochastically</a:t>
            </a:r>
            <a:r>
              <a:rPr lang="en-IE" b="1" dirty="0">
                <a:solidFill>
                  <a:srgbClr val="C00000"/>
                </a:solidFill>
              </a:rPr>
              <a:t> by policy </a:t>
            </a:r>
            <a:r>
              <a:rPr lang="en-IE" b="1" dirty="0">
                <a:solidFill>
                  <a:srgbClr val="C00000"/>
                </a:solidFill>
                <a:sym typeface="Symbol" panose="05050102010706020507" pitchFamily="18" charset="2"/>
              </a:rPr>
              <a:t>(</a:t>
            </a:r>
            <a:r>
              <a:rPr lang="en-IE" b="1" i="1" dirty="0" err="1">
                <a:solidFill>
                  <a:srgbClr val="C00000"/>
                </a:solidFill>
                <a:sym typeface="Symbol" panose="05050102010706020507" pitchFamily="18" charset="2"/>
              </a:rPr>
              <a:t>a</a:t>
            </a:r>
            <a:r>
              <a:rPr lang="en-IE" b="1" dirty="0" err="1">
                <a:solidFill>
                  <a:srgbClr val="C00000"/>
                </a:solidFill>
                <a:sym typeface="Symbol" panose="05050102010706020507" pitchFamily="18" charset="2"/>
              </a:rPr>
              <a:t>|</a:t>
            </a:r>
            <a:r>
              <a:rPr lang="en-IE" b="1" i="1" dirty="0" err="1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en-IE" b="1" dirty="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  <a:endParaRPr lang="en-IE" b="1" dirty="0">
              <a:solidFill>
                <a:srgbClr val="C00000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B4D7973-E903-46CF-8E62-FF1984534864}"/>
              </a:ext>
            </a:extLst>
          </p:cNvPr>
          <p:cNvCxnSpPr>
            <a:cxnSpLocks/>
            <a:stCxn id="33" idx="0"/>
            <a:endCxn id="28" idx="4"/>
          </p:cNvCxnSpPr>
          <p:nvPr/>
        </p:nvCxnSpPr>
        <p:spPr>
          <a:xfrm flipV="1">
            <a:off x="9506709" y="4465486"/>
            <a:ext cx="800692" cy="26235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3C45E7F-C437-445C-8D47-69B0950CC532}"/>
              </a:ext>
            </a:extLst>
          </p:cNvPr>
          <p:cNvGrpSpPr/>
          <p:nvPr/>
        </p:nvGrpSpPr>
        <p:grpSpPr>
          <a:xfrm>
            <a:off x="7609067" y="2222728"/>
            <a:ext cx="4030082" cy="1619783"/>
            <a:chOff x="7609067" y="2940678"/>
            <a:chExt cx="4030082" cy="161978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952116E-3D71-4FEC-9468-EB8B29828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9067" y="2940678"/>
              <a:ext cx="4030082" cy="1619783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D584298-D246-4186-AD75-44A31161AE49}"/>
                </a:ext>
              </a:extLst>
            </p:cNvPr>
            <p:cNvSpPr txBox="1"/>
            <p:nvPr/>
          </p:nvSpPr>
          <p:spPr>
            <a:xfrm>
              <a:off x="7764181" y="3709692"/>
              <a:ext cx="146810" cy="19732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en-IE" sz="1400" i="1" dirty="0" err="1"/>
                <a:t>X</a:t>
              </a:r>
              <a:r>
                <a:rPr lang="en-IE" sz="1400" i="1" baseline="-25000" dirty="0" err="1"/>
                <a:t>t</a:t>
              </a:r>
              <a:endParaRPr lang="en-IE" sz="1400" i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DA42B8E-12AF-4292-B19F-491DAB74439E}"/>
                </a:ext>
              </a:extLst>
            </p:cNvPr>
            <p:cNvSpPr txBox="1"/>
            <p:nvPr/>
          </p:nvSpPr>
          <p:spPr>
            <a:xfrm>
              <a:off x="8707175" y="4096798"/>
              <a:ext cx="227461" cy="19732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en-IE" sz="1050" i="1" dirty="0"/>
                <a:t>X</a:t>
              </a:r>
              <a:r>
                <a:rPr lang="en-IE" sz="1100" i="1" baseline="-25000" dirty="0"/>
                <a:t>t+1</a:t>
              </a:r>
              <a:endParaRPr lang="en-IE" sz="1050" i="1" dirty="0"/>
            </a:p>
          </p:txBody>
        </p:sp>
      </p:grp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B6193D5-EC12-4972-BA3C-F2976FBBB8EA}"/>
              </a:ext>
            </a:extLst>
          </p:cNvPr>
          <p:cNvSpPr/>
          <p:nvPr/>
        </p:nvSpPr>
        <p:spPr>
          <a:xfrm>
            <a:off x="8999455" y="3254514"/>
            <a:ext cx="1339359" cy="43321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dirty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1606B8E-4965-4989-A76C-51CDA871E058}"/>
              </a:ext>
            </a:extLst>
          </p:cNvPr>
          <p:cNvSpPr/>
          <p:nvPr/>
        </p:nvSpPr>
        <p:spPr>
          <a:xfrm>
            <a:off x="8218771" y="2996384"/>
            <a:ext cx="287619" cy="271198"/>
          </a:xfrm>
          <a:prstGeom prst="rect">
            <a:avLst/>
          </a:prstGeom>
          <a:solidFill>
            <a:srgbClr val="C999E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E" b="1" i="1" dirty="0">
                <a:solidFill>
                  <a:schemeClr val="tx1"/>
                </a:solidFill>
                <a:latin typeface="Calibri" panose="020F0502020204030204" pitchFamily="34" charset="0"/>
              </a:rPr>
              <a:t>R</a:t>
            </a:r>
            <a:r>
              <a:rPr lang="en-IE" b="1" i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t</a:t>
            </a:r>
            <a:endParaRPr lang="en-IE" b="1" i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F153690-5851-4E0E-938E-13B10F41FAC6}"/>
              </a:ext>
            </a:extLst>
          </p:cNvPr>
          <p:cNvSpPr/>
          <p:nvPr/>
        </p:nvSpPr>
        <p:spPr>
          <a:xfrm>
            <a:off x="8606728" y="3078690"/>
            <a:ext cx="376267" cy="271198"/>
          </a:xfrm>
          <a:prstGeom prst="rect">
            <a:avLst/>
          </a:prstGeom>
          <a:solidFill>
            <a:srgbClr val="C999E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E" b="1" i="1" dirty="0">
                <a:solidFill>
                  <a:schemeClr val="tx1"/>
                </a:solidFill>
                <a:latin typeface="Calibri" panose="020F0502020204030204" pitchFamily="34" charset="0"/>
              </a:rPr>
              <a:t>R</a:t>
            </a:r>
            <a:r>
              <a:rPr lang="en-IE" b="1" i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t+1</a:t>
            </a:r>
            <a:endParaRPr lang="en-IE" b="1" i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29849F7-F4AB-4402-A0E4-83D535AC79DE}"/>
              </a:ext>
            </a:extLst>
          </p:cNvPr>
          <p:cNvGrpSpPr/>
          <p:nvPr/>
        </p:nvGrpSpPr>
        <p:grpSpPr>
          <a:xfrm>
            <a:off x="8108371" y="81999"/>
            <a:ext cx="2525764" cy="2090203"/>
            <a:chOff x="8099040" y="883547"/>
            <a:chExt cx="2525764" cy="219372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947F81D-A338-49D4-9C64-DD33C57982CF}"/>
                </a:ext>
              </a:extLst>
            </p:cNvPr>
            <p:cNvGrpSpPr/>
            <p:nvPr/>
          </p:nvGrpSpPr>
          <p:grpSpPr>
            <a:xfrm>
              <a:off x="8099040" y="883547"/>
              <a:ext cx="2525764" cy="2193727"/>
              <a:chOff x="8274918" y="320777"/>
              <a:chExt cx="2346674" cy="2078879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D7BAB9A5-21B9-4364-AE26-270E52A064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74918" y="320777"/>
                <a:ext cx="2264169" cy="1907656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CE777F6-A2AE-4B42-BD45-25345AE12CE1}"/>
                  </a:ext>
                </a:extLst>
              </p:cNvPr>
              <p:cNvSpPr txBox="1"/>
              <p:nvPr/>
            </p:nvSpPr>
            <p:spPr>
              <a:xfrm>
                <a:off x="8489367" y="2151507"/>
                <a:ext cx="2132225" cy="24814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IE" sz="1100" dirty="0"/>
                  <a:t>Source: Wikipedia</a:t>
                </a: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C41C106-9BF0-48AB-B98C-5E153D5774F5}"/>
                </a:ext>
              </a:extLst>
            </p:cNvPr>
            <p:cNvSpPr txBox="1"/>
            <p:nvPr/>
          </p:nvSpPr>
          <p:spPr>
            <a:xfrm>
              <a:off x="8707190" y="1221588"/>
              <a:ext cx="168756" cy="19732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en-IE" sz="1200" i="1" dirty="0"/>
                <a:t>X</a:t>
              </a:r>
              <a:r>
                <a:rPr lang="en-IE" sz="1200" i="1" baseline="-25000" dirty="0"/>
                <a:t>0</a:t>
              </a:r>
              <a:endParaRPr lang="en-IE" sz="1200" i="1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B4D98C1-FC60-4F10-BF43-CA109B488B29}"/>
                </a:ext>
              </a:extLst>
            </p:cNvPr>
            <p:cNvSpPr txBox="1"/>
            <p:nvPr/>
          </p:nvSpPr>
          <p:spPr>
            <a:xfrm>
              <a:off x="10223022" y="1330318"/>
              <a:ext cx="168756" cy="19732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en-IE" sz="1200" i="1" dirty="0"/>
                <a:t>X</a:t>
              </a:r>
              <a:r>
                <a:rPr lang="en-IE" sz="1200" i="1" baseline="-25000" dirty="0"/>
                <a:t>1</a:t>
              </a:r>
              <a:endParaRPr lang="en-IE" sz="1200" i="1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D908D02-AE59-43AA-9F34-6E798CA1ED8E}"/>
                </a:ext>
              </a:extLst>
            </p:cNvPr>
            <p:cNvSpPr txBox="1"/>
            <p:nvPr/>
          </p:nvSpPr>
          <p:spPr>
            <a:xfrm>
              <a:off x="9438089" y="2428350"/>
              <a:ext cx="168756" cy="19732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en-IE" sz="1200" i="1" dirty="0"/>
                <a:t>X</a:t>
              </a:r>
              <a:r>
                <a:rPr lang="en-IE" sz="1200" i="1" baseline="-25000" dirty="0"/>
                <a:t>2</a:t>
              </a:r>
              <a:endParaRPr lang="en-IE" sz="1200" i="1" dirty="0"/>
            </a:p>
          </p:txBody>
        </p: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37C54F2F-AD36-4ECD-B27F-970A6365A312}"/>
              </a:ext>
            </a:extLst>
          </p:cNvPr>
          <p:cNvSpPr/>
          <p:nvPr/>
        </p:nvSpPr>
        <p:spPr>
          <a:xfrm>
            <a:off x="11180291" y="3060209"/>
            <a:ext cx="309441" cy="298579"/>
          </a:xfrm>
          <a:prstGeom prst="ellipse">
            <a:avLst/>
          </a:prstGeom>
          <a:solidFill>
            <a:srgbClr val="C00000"/>
          </a:solidFill>
          <a:ln w="19050">
            <a:solidFill>
              <a:srgbClr val="DCA6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E" i="1" dirty="0"/>
              <a:t>A</a:t>
            </a:r>
            <a:r>
              <a:rPr lang="en-IE" i="1" baseline="-25000" dirty="0"/>
              <a:t>t</a:t>
            </a:r>
            <a:endParaRPr lang="en-IE" i="1" dirty="0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834609F-00EB-452A-A7A4-9DF019C0520F}"/>
              </a:ext>
            </a:extLst>
          </p:cNvPr>
          <p:cNvCxnSpPr/>
          <p:nvPr/>
        </p:nvCxnSpPr>
        <p:spPr>
          <a:xfrm>
            <a:off x="5131837" y="3304904"/>
            <a:ext cx="363894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2D633C7-6A54-4150-9E78-AAE12D564726}"/>
              </a:ext>
            </a:extLst>
          </p:cNvPr>
          <p:cNvCxnSpPr/>
          <p:nvPr/>
        </p:nvCxnSpPr>
        <p:spPr>
          <a:xfrm>
            <a:off x="5921512" y="3304904"/>
            <a:ext cx="363894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7FE861F3-93FA-47E1-BE81-1CEBE996D653}"/>
              </a:ext>
            </a:extLst>
          </p:cNvPr>
          <p:cNvSpPr/>
          <p:nvPr/>
        </p:nvSpPr>
        <p:spPr>
          <a:xfrm>
            <a:off x="7667776" y="3008018"/>
            <a:ext cx="309441" cy="298579"/>
          </a:xfrm>
          <a:prstGeom prst="ellipse">
            <a:avLst/>
          </a:prstGeom>
          <a:solidFill>
            <a:srgbClr val="C00000"/>
          </a:solidFill>
          <a:ln w="19050">
            <a:solidFill>
              <a:srgbClr val="DCA6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E" i="1" dirty="0" err="1"/>
              <a:t>X</a:t>
            </a:r>
            <a:r>
              <a:rPr lang="en-IE" i="1" baseline="-25000" dirty="0" err="1"/>
              <a:t>t</a:t>
            </a:r>
            <a:endParaRPr lang="en-IE" i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08AFA7E-594A-49B7-BB1D-70CDA235D293}"/>
              </a:ext>
            </a:extLst>
          </p:cNvPr>
          <p:cNvSpPr txBox="1"/>
          <p:nvPr/>
        </p:nvSpPr>
        <p:spPr>
          <a:xfrm>
            <a:off x="11456911" y="3004785"/>
            <a:ext cx="764371" cy="426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b="1" dirty="0">
                <a:solidFill>
                  <a:srgbClr val="C00000"/>
                </a:solidFill>
                <a:sym typeface="Symbol" panose="05050102010706020507" pitchFamily="18" charset="2"/>
              </a:rPr>
              <a:t>(</a:t>
            </a:r>
            <a:r>
              <a:rPr lang="en-IE" b="1" i="1" dirty="0" err="1">
                <a:solidFill>
                  <a:srgbClr val="C00000"/>
                </a:solidFill>
                <a:sym typeface="Symbol" panose="05050102010706020507" pitchFamily="18" charset="2"/>
              </a:rPr>
              <a:t>a</a:t>
            </a:r>
            <a:r>
              <a:rPr lang="en-IE" b="1" dirty="0" err="1">
                <a:solidFill>
                  <a:srgbClr val="C00000"/>
                </a:solidFill>
                <a:sym typeface="Symbol" panose="05050102010706020507" pitchFamily="18" charset="2"/>
              </a:rPr>
              <a:t>|</a:t>
            </a:r>
            <a:r>
              <a:rPr lang="en-IE" b="1" i="1" dirty="0" err="1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en-IE" b="1" dirty="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  <a:endParaRPr lang="en-IE" b="1" dirty="0">
              <a:solidFill>
                <a:srgbClr val="C00000"/>
              </a:solidFill>
            </a:endParaRPr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ACE5C954-F261-4ABC-8321-49DF991499BB}"/>
              </a:ext>
            </a:extLst>
          </p:cNvPr>
          <p:cNvCxnSpPr>
            <a:cxnSpLocks/>
          </p:cNvCxnSpPr>
          <p:nvPr/>
        </p:nvCxnSpPr>
        <p:spPr>
          <a:xfrm rot="10800000" flipH="1">
            <a:off x="7609067" y="3004785"/>
            <a:ext cx="4230030" cy="27835"/>
          </a:xfrm>
          <a:prstGeom prst="bentConnector4">
            <a:avLst>
              <a:gd name="adj1" fmla="val -5404"/>
              <a:gd name="adj2" fmla="val 2725252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67518A0-78FB-44B1-A239-C3B80B448588}"/>
              </a:ext>
            </a:extLst>
          </p:cNvPr>
          <p:cNvSpPr txBox="1"/>
          <p:nvPr/>
        </p:nvSpPr>
        <p:spPr>
          <a:xfrm>
            <a:off x="8012614" y="5467736"/>
            <a:ext cx="3499911" cy="6158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E" i="1" u="sng" dirty="0"/>
              <a:t>Note</a:t>
            </a:r>
            <a:r>
              <a:rPr lang="en-IE" i="1" dirty="0"/>
              <a:t>: Depending on the problem, rewards may be actually “costs”.</a:t>
            </a:r>
          </a:p>
        </p:txBody>
      </p:sp>
    </p:spTree>
    <p:extLst>
      <p:ext uri="{BB962C8B-B14F-4D97-AF65-F5344CB8AC3E}">
        <p14:creationId xmlns:p14="http://schemas.microsoft.com/office/powerpoint/2010/main" val="408504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/>
      <p:bldP spid="27" grpId="0" uiExpand="1" build="p"/>
      <p:bldP spid="2" grpId="0" uiExpand="1"/>
      <p:bldP spid="9" grpId="0" uiExpand="1"/>
      <p:bldP spid="20" grpId="0" uiExpand="1"/>
      <p:bldP spid="13" grpId="0" animBg="1"/>
      <p:bldP spid="28" grpId="0" animBg="1"/>
      <p:bldP spid="33" grpId="0" uiExpand="1"/>
      <p:bldP spid="56" grpId="0" animBg="1"/>
      <p:bldP spid="57" grpId="0" animBg="1"/>
      <p:bldP spid="58" grpId="0" animBg="1"/>
      <p:bldP spid="69" grpId="0" animBg="1"/>
      <p:bldP spid="91" grpId="0" animBg="1"/>
      <p:bldP spid="92" grpId="0" uiExpand="1"/>
      <p:bldP spid="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A7467-110A-4930-B589-0A15709B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pPr algn="ctr"/>
            <a:r>
              <a:rPr lang="en-IE" b="1" dirty="0"/>
              <a:t>RL</a:t>
            </a:r>
            <a:br>
              <a:rPr lang="en-IE" b="1" dirty="0"/>
            </a:br>
            <a:r>
              <a:rPr lang="en-IE" b="1" dirty="0"/>
              <a:t>Examples</a:t>
            </a:r>
            <a:br>
              <a:rPr lang="en-IE" b="1" dirty="0"/>
            </a:br>
            <a:endParaRPr lang="en-IE" b="1" dirty="0"/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5C8A1653-7165-484D-BAE2-E9D58FEA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A2148ABD-AEAC-406C-B46F-0DD13526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944FE37-8A5A-4095-80EF-4BCF1A5B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r>
              <a:rPr lang="en-US" dirty="0"/>
              <a:t> / 30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2884DC-826C-4A29-AF00-9953BD986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074" y="574075"/>
            <a:ext cx="1121036" cy="13152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BB56A1-B2F6-4B73-97DA-4D6BAB0DC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977" y="492786"/>
            <a:ext cx="1523661" cy="1295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D2FAE4-11DC-4B80-8A4E-4714CE548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0639" y="478629"/>
            <a:ext cx="1658575" cy="130938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92EFA6-8509-4CAF-9750-673C62C51637}"/>
              </a:ext>
            </a:extLst>
          </p:cNvPr>
          <p:cNvSpPr/>
          <p:nvPr/>
        </p:nvSpPr>
        <p:spPr>
          <a:xfrm rot="18823063">
            <a:off x="10192538" y="793797"/>
            <a:ext cx="1734777" cy="7581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BLACK</a:t>
            </a:r>
            <a:b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OUT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44C88A-AD96-4602-854D-34A5C1CDB02D}"/>
              </a:ext>
            </a:extLst>
          </p:cNvPr>
          <p:cNvSpPr txBox="1"/>
          <p:nvPr/>
        </p:nvSpPr>
        <p:spPr>
          <a:xfrm>
            <a:off x="9451629" y="113074"/>
            <a:ext cx="1667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600" b="1" dirty="0"/>
              <a:t>Business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AEAF1-AC70-4A7E-9474-28E0306B66B2}"/>
              </a:ext>
            </a:extLst>
          </p:cNvPr>
          <p:cNvSpPr txBox="1"/>
          <p:nvPr/>
        </p:nvSpPr>
        <p:spPr>
          <a:xfrm>
            <a:off x="6279578" y="99438"/>
            <a:ext cx="1758082" cy="3604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Games</a:t>
            </a:r>
            <a:endParaRPr lang="en-IE" sz="1600" b="1" dirty="0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E0C347-436C-45E5-A732-D5B61AE8B6E7}"/>
              </a:ext>
            </a:extLst>
          </p:cNvPr>
          <p:cNvSpPr txBox="1"/>
          <p:nvPr/>
        </p:nvSpPr>
        <p:spPr>
          <a:xfrm>
            <a:off x="3996894" y="1967624"/>
            <a:ext cx="1702533" cy="52383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/>
              <a:t>Long-term objective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0334A7-1A70-4714-8816-7525E492734A}"/>
              </a:ext>
            </a:extLst>
          </p:cNvPr>
          <p:cNvSpPr txBox="1"/>
          <p:nvPr/>
        </p:nvSpPr>
        <p:spPr>
          <a:xfrm>
            <a:off x="5716328" y="1998706"/>
            <a:ext cx="2307593" cy="3604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Win</a:t>
            </a:r>
            <a:r>
              <a:rPr lang="en-IE" sz="1600" dirty="0"/>
              <a:t> the game.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A9A0AB-403F-409A-8E9C-F52BD8C6EF17}"/>
              </a:ext>
            </a:extLst>
          </p:cNvPr>
          <p:cNvSpPr txBox="1"/>
          <p:nvPr/>
        </p:nvSpPr>
        <p:spPr>
          <a:xfrm>
            <a:off x="3669419" y="3016708"/>
            <a:ext cx="2307593" cy="56969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/>
              <a:t>States</a:t>
            </a:r>
          </a:p>
          <a:p>
            <a:pPr algn="ctr"/>
            <a:r>
              <a:rPr lang="en-IE" b="1" dirty="0"/>
              <a:t>(</a:t>
            </a:r>
            <a:r>
              <a:rPr lang="en-IE" b="1" i="1" dirty="0" err="1"/>
              <a:t>X</a:t>
            </a:r>
            <a:r>
              <a:rPr lang="en-IE" b="1" i="1" baseline="-25000" dirty="0" err="1"/>
              <a:t>t</a:t>
            </a:r>
            <a:r>
              <a:rPr lang="en-IE" b="1" dirty="0"/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059938-9AA7-48F0-BC82-AC262C0731EF}"/>
              </a:ext>
            </a:extLst>
          </p:cNvPr>
          <p:cNvSpPr txBox="1"/>
          <p:nvPr/>
        </p:nvSpPr>
        <p:spPr>
          <a:xfrm>
            <a:off x="5823046" y="2594486"/>
            <a:ext cx="2349460" cy="131520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dirty="0"/>
              <a:t>Board </a:t>
            </a:r>
            <a:r>
              <a:rPr lang="en-IE" sz="1600" b="1" dirty="0"/>
              <a:t>configuration.</a:t>
            </a:r>
          </a:p>
          <a:p>
            <a:pPr algn="ctr"/>
            <a:r>
              <a:rPr lang="en-IE" sz="1600" dirty="0"/>
              <a:t>Player </a:t>
            </a:r>
            <a:r>
              <a:rPr lang="en-IE" sz="1600" b="1" dirty="0"/>
              <a:t>position</a:t>
            </a:r>
            <a:r>
              <a:rPr lang="en-IE" sz="1600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F2BC0C-C0E0-4E1E-94B0-2B3D3C0105C3}"/>
              </a:ext>
            </a:extLst>
          </p:cNvPr>
          <p:cNvSpPr txBox="1"/>
          <p:nvPr/>
        </p:nvSpPr>
        <p:spPr>
          <a:xfrm>
            <a:off x="9252039" y="2063112"/>
            <a:ext cx="2307593" cy="50695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Quality of Service </a:t>
            </a:r>
            <a:r>
              <a:rPr lang="en-IE" sz="1600" dirty="0"/>
              <a:t>with limited resources.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89E064-20F3-49FF-B169-7E700E5F429F}"/>
              </a:ext>
            </a:extLst>
          </p:cNvPr>
          <p:cNvSpPr txBox="1"/>
          <p:nvPr/>
        </p:nvSpPr>
        <p:spPr>
          <a:xfrm>
            <a:off x="9216375" y="4116614"/>
            <a:ext cx="2378919" cy="8321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Accept/Reject </a:t>
            </a:r>
            <a:r>
              <a:rPr lang="en-IE" sz="1600" dirty="0"/>
              <a:t>a job.</a:t>
            </a:r>
          </a:p>
          <a:p>
            <a:pPr algn="ctr"/>
            <a:r>
              <a:rPr lang="en-IE" sz="1600" b="1" dirty="0"/>
              <a:t>Deliver/Cut </a:t>
            </a:r>
            <a:r>
              <a:rPr lang="en-IE" sz="1600" dirty="0"/>
              <a:t>distribution.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4499BE-A3F5-44E2-A803-D7AC2C94960F}"/>
              </a:ext>
            </a:extLst>
          </p:cNvPr>
          <p:cNvSpPr txBox="1"/>
          <p:nvPr/>
        </p:nvSpPr>
        <p:spPr>
          <a:xfrm>
            <a:off x="9158838" y="2603368"/>
            <a:ext cx="2349460" cy="131520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No.</a:t>
            </a:r>
            <a:r>
              <a:rPr lang="en-IE" sz="1600" dirty="0"/>
              <a:t> </a:t>
            </a:r>
            <a:r>
              <a:rPr lang="en-IE" sz="1600" b="1" dirty="0"/>
              <a:t>jobs</a:t>
            </a:r>
            <a:r>
              <a:rPr lang="en-IE" sz="1600" dirty="0"/>
              <a:t> in service.</a:t>
            </a:r>
            <a:endParaRPr lang="en-IE" sz="1600" b="1" dirty="0"/>
          </a:p>
          <a:p>
            <a:pPr algn="ctr"/>
            <a:r>
              <a:rPr lang="en-IE" sz="1600" dirty="0"/>
              <a:t>Energy </a:t>
            </a:r>
            <a:r>
              <a:rPr lang="en-IE" sz="1600" b="1" dirty="0"/>
              <a:t>demand</a:t>
            </a:r>
            <a:r>
              <a:rPr lang="en-IE" sz="1600" dirty="0"/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6E57B6-22F4-46C1-B332-318BA32E9888}"/>
              </a:ext>
            </a:extLst>
          </p:cNvPr>
          <p:cNvSpPr txBox="1"/>
          <p:nvPr/>
        </p:nvSpPr>
        <p:spPr>
          <a:xfrm>
            <a:off x="4378553" y="692782"/>
            <a:ext cx="1173019" cy="3604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/>
              <a:t>Problem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B744EF-A399-40C6-B824-0B98CB1B7763}"/>
              </a:ext>
            </a:extLst>
          </p:cNvPr>
          <p:cNvSpPr txBox="1"/>
          <p:nvPr/>
        </p:nvSpPr>
        <p:spPr>
          <a:xfrm>
            <a:off x="3656471" y="4386194"/>
            <a:ext cx="2307593" cy="3604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/>
              <a:t>Actions / Decisions</a:t>
            </a:r>
            <a:br>
              <a:rPr lang="en-IE" b="1" dirty="0"/>
            </a:br>
            <a:r>
              <a:rPr lang="en-IE" b="1" dirty="0"/>
              <a:t>(</a:t>
            </a:r>
            <a:r>
              <a:rPr lang="en-IE" b="1" i="1" dirty="0"/>
              <a:t>A</a:t>
            </a:r>
            <a:r>
              <a:rPr lang="en-IE" b="1" i="1" baseline="-25000" dirty="0"/>
              <a:t>t</a:t>
            </a:r>
            <a:r>
              <a:rPr lang="en-IE" b="1" dirty="0"/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BFE3AE-8EB1-419E-B138-4E58A1BF4B6F}"/>
              </a:ext>
            </a:extLst>
          </p:cNvPr>
          <p:cNvSpPr txBox="1"/>
          <p:nvPr/>
        </p:nvSpPr>
        <p:spPr>
          <a:xfrm>
            <a:off x="5717119" y="3880982"/>
            <a:ext cx="2307593" cy="131520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Move</a:t>
            </a:r>
            <a:r>
              <a:rPr lang="en-IE" sz="1600" dirty="0"/>
              <a:t> a piece.</a:t>
            </a:r>
          </a:p>
          <a:p>
            <a:pPr algn="ctr"/>
            <a:r>
              <a:rPr lang="en-IE" sz="1600" b="1" dirty="0"/>
              <a:t>Move</a:t>
            </a:r>
            <a:r>
              <a:rPr lang="en-IE" sz="1600" dirty="0"/>
              <a:t> the player.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33939D-DCE6-4F13-9806-950DCB5172D8}"/>
              </a:ext>
            </a:extLst>
          </p:cNvPr>
          <p:cNvSpPr txBox="1"/>
          <p:nvPr/>
        </p:nvSpPr>
        <p:spPr>
          <a:xfrm>
            <a:off x="3718028" y="5508070"/>
            <a:ext cx="2307593" cy="5313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/>
              <a:t>Rewards</a:t>
            </a:r>
          </a:p>
          <a:p>
            <a:pPr algn="ctr"/>
            <a:r>
              <a:rPr lang="en-IE" b="1" dirty="0"/>
              <a:t>(</a:t>
            </a:r>
            <a:r>
              <a:rPr lang="en-IE" b="1" i="1" dirty="0"/>
              <a:t>R</a:t>
            </a:r>
            <a:r>
              <a:rPr lang="en-IE" b="1" i="1" baseline="-25000" dirty="0"/>
              <a:t>t</a:t>
            </a:r>
            <a:r>
              <a:rPr lang="en-IE" b="1" dirty="0"/>
              <a:t>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87707F-EBA4-4274-843E-1026CFBE96C6}"/>
              </a:ext>
            </a:extLst>
          </p:cNvPr>
          <p:cNvSpPr txBox="1"/>
          <p:nvPr/>
        </p:nvSpPr>
        <p:spPr>
          <a:xfrm>
            <a:off x="5874380" y="5117016"/>
            <a:ext cx="2349460" cy="131520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Value of piece </a:t>
            </a:r>
            <a:r>
              <a:rPr lang="en-IE" sz="1600" dirty="0"/>
              <a:t>taken.</a:t>
            </a:r>
            <a:r>
              <a:rPr lang="en-IE" sz="1600" b="1" dirty="0"/>
              <a:t> Prize </a:t>
            </a:r>
            <a:r>
              <a:rPr lang="en-IE" sz="1600" dirty="0"/>
              <a:t>is found.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51E18B-C2E8-4861-A106-3522BE14D7E8}"/>
              </a:ext>
            </a:extLst>
          </p:cNvPr>
          <p:cNvSpPr txBox="1"/>
          <p:nvPr/>
        </p:nvSpPr>
        <p:spPr>
          <a:xfrm>
            <a:off x="9210171" y="5099625"/>
            <a:ext cx="2567073" cy="131520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dirty="0"/>
              <a:t>Cost of </a:t>
            </a:r>
            <a:r>
              <a:rPr lang="en-IE" sz="1600" b="1" dirty="0"/>
              <a:t>rejection</a:t>
            </a:r>
            <a:r>
              <a:rPr lang="en-IE" sz="1600" dirty="0"/>
              <a:t>.</a:t>
            </a:r>
          </a:p>
          <a:p>
            <a:pPr algn="ctr"/>
            <a:r>
              <a:rPr lang="en-IE" sz="1600" dirty="0"/>
              <a:t>Cost of </a:t>
            </a:r>
            <a:r>
              <a:rPr lang="en-IE" sz="1600" b="1" dirty="0"/>
              <a:t>black-out</a:t>
            </a:r>
            <a:r>
              <a:rPr lang="en-IE" sz="1600" dirty="0"/>
              <a:t>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9768992-18A2-49B0-BFBD-BB647B9B1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8935" y="1027239"/>
            <a:ext cx="1207065" cy="9498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CC886E2-6344-4EAF-A409-3DC0CBCE5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7" y="1416846"/>
            <a:ext cx="929207" cy="3806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CCBB2BE-02DB-4B81-9801-3CF1925746C0}"/>
              </a:ext>
            </a:extLst>
          </p:cNvPr>
          <p:cNvSpPr/>
          <p:nvPr/>
        </p:nvSpPr>
        <p:spPr>
          <a:xfrm rot="18823063">
            <a:off x="8640558" y="889585"/>
            <a:ext cx="1089892" cy="46850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FULL</a:t>
            </a:r>
          </a:p>
        </p:txBody>
      </p:sp>
    </p:spTree>
    <p:extLst>
      <p:ext uri="{BB962C8B-B14F-4D97-AF65-F5344CB8AC3E}">
        <p14:creationId xmlns:p14="http://schemas.microsoft.com/office/powerpoint/2010/main" val="174956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4" grpId="0"/>
      <p:bldP spid="22" grpId="0"/>
      <p:bldP spid="2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41" grpId="0"/>
      <p:bldP spid="42" grpId="0"/>
      <p:bldP spid="43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5C8A1653-7165-484D-BAE2-E9D58FEA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A2148ABD-AEAC-406C-B46F-0DD13526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944FE37-8A5A-4095-80EF-4BCF1A5B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24804" y="6356350"/>
            <a:ext cx="153092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r>
              <a:rPr lang="en-US" dirty="0"/>
              <a:t> / 30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65842614-F765-4A13-A2B2-5DE5B6481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30727" y="971319"/>
            <a:ext cx="4162971" cy="51206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E" b="1" dirty="0">
                <a:solidFill>
                  <a:srgbClr val="00B050"/>
                </a:solidFill>
              </a:rPr>
              <a:t>ADVANTAGES</a:t>
            </a:r>
            <a:br>
              <a:rPr lang="en-IE" b="1" dirty="0"/>
            </a:br>
            <a:r>
              <a:rPr lang="en-IE" b="1" dirty="0"/>
              <a:t>Little model requirements</a:t>
            </a:r>
            <a:br>
              <a:rPr lang="en-IE" b="1" dirty="0"/>
            </a:br>
            <a:r>
              <a:rPr lang="en-IE" dirty="0"/>
              <a:t>(</a:t>
            </a:r>
            <a:r>
              <a:rPr lang="en-IE" i="1" dirty="0"/>
              <a:t>Markovian assumption is enough</a:t>
            </a:r>
            <a:r>
              <a:rPr lang="en-IE" dirty="0"/>
              <a:t>)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E" b="1" i="1" dirty="0"/>
              <a:t>Complex </a:t>
            </a:r>
            <a:r>
              <a:rPr lang="en-IE" b="1" dirty="0"/>
              <a:t>optimisation problems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E" b="1" i="1" dirty="0"/>
              <a:t>Online </a:t>
            </a:r>
            <a:r>
              <a:rPr lang="en-IE" b="1" dirty="0"/>
              <a:t>learning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E" b="1" dirty="0"/>
              <a:t>Can handle </a:t>
            </a:r>
            <a:r>
              <a:rPr lang="en-IE" b="1" i="1" dirty="0"/>
              <a:t>non-stationarity</a:t>
            </a:r>
            <a:endParaRPr lang="en-IE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ABCDF-8EA7-4D64-B87E-2303B9515E15}"/>
              </a:ext>
            </a:extLst>
          </p:cNvPr>
          <p:cNvSpPr txBox="1"/>
          <p:nvPr/>
        </p:nvSpPr>
        <p:spPr>
          <a:xfrm>
            <a:off x="102637" y="868681"/>
            <a:ext cx="3255884" cy="5120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IE" sz="3600" b="1" spc="-6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IE" sz="3600" b="1" spc="-6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IE" sz="3600" b="1" spc="-6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Advantages and Disadvantages of RL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B1F6A2-DE45-4DCC-A7A7-5617A5FB14D1}"/>
              </a:ext>
            </a:extLst>
          </p:cNvPr>
          <p:cNvSpPr/>
          <p:nvPr/>
        </p:nvSpPr>
        <p:spPr>
          <a:xfrm>
            <a:off x="3869267" y="5117479"/>
            <a:ext cx="7691361" cy="9464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>
                <a:solidFill>
                  <a:schemeClr val="tx1"/>
                </a:solidFill>
                <a:sym typeface="Symbol" panose="05050102010706020507" pitchFamily="18" charset="2"/>
              </a:rPr>
              <a:t>Our goal:</a:t>
            </a:r>
          </a:p>
          <a:p>
            <a:pPr algn="ctr"/>
            <a:r>
              <a:rPr lang="en-IE" dirty="0">
                <a:solidFill>
                  <a:schemeClr val="tx1"/>
                </a:solidFill>
                <a:sym typeface="Symbol" panose="05050102010706020507" pitchFamily="18" charset="2"/>
              </a:rPr>
              <a:t>Reduce time and resource consumption by </a:t>
            </a:r>
            <a:r>
              <a:rPr lang="en-IE" b="1" i="1" dirty="0">
                <a:solidFill>
                  <a:schemeClr val="tx1"/>
                </a:solidFill>
                <a:sym typeface="Symbol" panose="05050102010706020507" pitchFamily="18" charset="2"/>
              </a:rPr>
              <a:t>increasing </a:t>
            </a:r>
            <a:r>
              <a:rPr lang="en-IE" b="1" i="1" dirty="0">
                <a:solidFill>
                  <a:srgbClr val="C00000"/>
                </a:solidFill>
                <a:sym typeface="Symbol" panose="05050102010706020507" pitchFamily="18" charset="2"/>
              </a:rPr>
              <a:t>exploration</a:t>
            </a:r>
            <a:r>
              <a:rPr lang="en-IE" b="1" i="1" dirty="0">
                <a:solidFill>
                  <a:schemeClr val="tx1"/>
                </a:solidFill>
                <a:sym typeface="Symbol" panose="05050102010706020507" pitchFamily="18" charset="2"/>
              </a:rPr>
              <a:t> efficiency </a:t>
            </a:r>
            <a:r>
              <a:rPr lang="en-IE" i="1" dirty="0">
                <a:solidFill>
                  <a:schemeClr val="tx1"/>
                </a:solidFill>
                <a:sym typeface="Symbol" panose="05050102010706020507" pitchFamily="18" charset="2"/>
              </a:rPr>
              <a:t>so that the signal can be </a:t>
            </a:r>
            <a:r>
              <a:rPr lang="en-IE" b="1" i="1" dirty="0">
                <a:solidFill>
                  <a:srgbClr val="7030A0"/>
                </a:solidFill>
                <a:sym typeface="Symbol" panose="05050102010706020507" pitchFamily="18" charset="2"/>
              </a:rPr>
              <a:t>exploited</a:t>
            </a:r>
            <a:r>
              <a:rPr lang="en-IE" i="1" dirty="0">
                <a:solidFill>
                  <a:schemeClr val="tx1"/>
                </a:solidFill>
                <a:sym typeface="Symbol" panose="05050102010706020507" pitchFamily="18" charset="2"/>
              </a:rPr>
              <a:t> faster.</a:t>
            </a:r>
          </a:p>
        </p:txBody>
      </p:sp>
      <p:sp>
        <p:nvSpPr>
          <p:cNvPr id="35" name="Content Placeholder 26">
            <a:extLst>
              <a:ext uri="{FF2B5EF4-FFF2-40B4-BE49-F238E27FC236}">
                <a16:creationId xmlns:a16="http://schemas.microsoft.com/office/drawing/2014/main" id="{DD55CC73-65D5-4037-A165-F26260661185}"/>
              </a:ext>
            </a:extLst>
          </p:cNvPr>
          <p:cNvSpPr txBox="1">
            <a:spLocks/>
          </p:cNvSpPr>
          <p:nvPr/>
        </p:nvSpPr>
        <p:spPr>
          <a:xfrm>
            <a:off x="7706420" y="971319"/>
            <a:ext cx="4162971" cy="51206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itchFamily="18" charset="2"/>
              <a:buNone/>
            </a:pPr>
            <a:r>
              <a:rPr lang="en-IE" b="1" dirty="0">
                <a:solidFill>
                  <a:srgbClr val="C00000"/>
                </a:solidFill>
              </a:rPr>
              <a:t>DISADVANTAGES</a:t>
            </a:r>
            <a:br>
              <a:rPr lang="en-IE" b="1" dirty="0"/>
            </a:br>
            <a:r>
              <a:rPr lang="en-IE" b="1" dirty="0"/>
              <a:t>Time and resource consuming</a:t>
            </a:r>
            <a:br>
              <a:rPr lang="en-IE" b="1" dirty="0"/>
            </a:br>
            <a:r>
              <a:rPr lang="en-IE" dirty="0"/>
              <a:t>(</a:t>
            </a:r>
            <a:r>
              <a:rPr lang="en-IE" i="1" dirty="0"/>
              <a:t>Exploration of all the environment</a:t>
            </a:r>
            <a:r>
              <a:rPr lang="en-IE" dirty="0"/>
              <a:t>)</a:t>
            </a:r>
          </a:p>
          <a:p>
            <a:pPr marL="0" indent="0" algn="ctr">
              <a:lnSpc>
                <a:spcPct val="100000"/>
              </a:lnSpc>
              <a:buFont typeface="Wingdings 2" pitchFamily="18" charset="2"/>
              <a:buNone/>
            </a:pPr>
            <a:r>
              <a:rPr lang="en-IE" dirty="0"/>
              <a:t>Balance </a:t>
            </a:r>
            <a:r>
              <a:rPr lang="en-IE" b="1" i="1" dirty="0">
                <a:solidFill>
                  <a:srgbClr val="C00000"/>
                </a:solidFill>
              </a:rPr>
              <a:t>exploration</a:t>
            </a:r>
            <a:r>
              <a:rPr lang="en-IE" i="1" dirty="0"/>
              <a:t> (of environment) vs. </a:t>
            </a:r>
            <a:r>
              <a:rPr lang="en-IE" b="1" i="1" dirty="0">
                <a:solidFill>
                  <a:srgbClr val="7030A0"/>
                </a:solidFill>
              </a:rPr>
              <a:t>exploitation </a:t>
            </a:r>
            <a:r>
              <a:rPr lang="en-IE" i="1" dirty="0"/>
              <a:t>(of signal)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DEE8DB-149F-453E-BAEE-6F274353D9B9}"/>
              </a:ext>
            </a:extLst>
          </p:cNvPr>
          <p:cNvGrpSpPr/>
          <p:nvPr/>
        </p:nvGrpSpPr>
        <p:grpSpPr>
          <a:xfrm>
            <a:off x="7609067" y="3360546"/>
            <a:ext cx="4030082" cy="1619783"/>
            <a:chOff x="7609067" y="3211261"/>
            <a:chExt cx="4030082" cy="161978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636CBF3-9E67-4BFB-BE27-31A206E3AA9F}"/>
                </a:ext>
              </a:extLst>
            </p:cNvPr>
            <p:cNvGrpSpPr/>
            <p:nvPr/>
          </p:nvGrpSpPr>
          <p:grpSpPr>
            <a:xfrm>
              <a:off x="7609067" y="3211261"/>
              <a:ext cx="4030082" cy="1619783"/>
              <a:chOff x="7609067" y="3211261"/>
              <a:chExt cx="4030082" cy="1619783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A13DF596-149B-46D2-A061-D78FB626ECC6}"/>
                  </a:ext>
                </a:extLst>
              </p:cNvPr>
              <p:cNvGrpSpPr/>
              <p:nvPr/>
            </p:nvGrpSpPr>
            <p:grpSpPr>
              <a:xfrm>
                <a:off x="7609067" y="3211261"/>
                <a:ext cx="4030082" cy="1619783"/>
                <a:chOff x="7609067" y="2950009"/>
                <a:chExt cx="4030082" cy="1619783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417C5693-354A-4170-AD91-6169BC9E54D8}"/>
                    </a:ext>
                  </a:extLst>
                </p:cNvPr>
                <p:cNvGrpSpPr/>
                <p:nvPr/>
              </p:nvGrpSpPr>
              <p:grpSpPr>
                <a:xfrm>
                  <a:off x="7609067" y="2950009"/>
                  <a:ext cx="4030082" cy="1619783"/>
                  <a:chOff x="7609067" y="2940678"/>
                  <a:chExt cx="4030082" cy="1619783"/>
                </a:xfrm>
              </p:grpSpPr>
              <p:pic>
                <p:nvPicPr>
                  <p:cNvPr id="41" name="Picture 40">
                    <a:extLst>
                      <a:ext uri="{FF2B5EF4-FFF2-40B4-BE49-F238E27FC236}">
                        <a16:creationId xmlns:a16="http://schemas.microsoft.com/office/drawing/2014/main" id="{6B94BCC4-A5C9-4737-9F59-F53127DA499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7609067" y="2940678"/>
                    <a:ext cx="4030082" cy="1619783"/>
                  </a:xfrm>
                  <a:prstGeom prst="rect">
                    <a:avLst/>
                  </a:prstGeom>
                </p:spPr>
              </p:pic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D05E2FFF-F556-4A1E-83DA-7FF78EFB9536}"/>
                      </a:ext>
                    </a:extLst>
                  </p:cNvPr>
                  <p:cNvSpPr txBox="1"/>
                  <p:nvPr/>
                </p:nvSpPr>
                <p:spPr>
                  <a:xfrm>
                    <a:off x="7764181" y="3709692"/>
                    <a:ext cx="146810" cy="19732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l"/>
                    <a:r>
                      <a:rPr lang="en-IE" sz="1400" i="1" dirty="0" err="1"/>
                      <a:t>X</a:t>
                    </a:r>
                    <a:r>
                      <a:rPr lang="en-IE" sz="1400" i="1" baseline="-25000" dirty="0" err="1"/>
                      <a:t>t</a:t>
                    </a:r>
                    <a:endParaRPr lang="en-IE" sz="1400" i="1" dirty="0"/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6B878058-08AF-4CEA-96E1-A8EB9DB0A77A}"/>
                      </a:ext>
                    </a:extLst>
                  </p:cNvPr>
                  <p:cNvSpPr txBox="1"/>
                  <p:nvPr/>
                </p:nvSpPr>
                <p:spPr>
                  <a:xfrm>
                    <a:off x="8707175" y="4096798"/>
                    <a:ext cx="227461" cy="19732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l"/>
                    <a:r>
                      <a:rPr lang="en-IE" sz="1050" i="1" dirty="0"/>
                      <a:t>X</a:t>
                    </a:r>
                    <a:r>
                      <a:rPr lang="en-IE" sz="1100" i="1" baseline="-25000" dirty="0"/>
                      <a:t>t+1</a:t>
                    </a:r>
                    <a:endParaRPr lang="en-IE" sz="1050" i="1" dirty="0"/>
                  </a:p>
                </p:txBody>
              </p:sp>
            </p:grpSp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E01BD101-7B45-4BE5-8147-389EE079B6F6}"/>
                    </a:ext>
                  </a:extLst>
                </p:cNvPr>
                <p:cNvSpPr/>
                <p:nvPr/>
              </p:nvSpPr>
              <p:spPr>
                <a:xfrm>
                  <a:off x="8999455" y="3981795"/>
                  <a:ext cx="1339359" cy="433213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sz="1600" dirty="0">
                      <a:solidFill>
                        <a:schemeClr val="tx1"/>
                      </a:solidFill>
                    </a:rPr>
                    <a:t>Environment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C3C92D3-2C43-4F54-B28E-144EFC125D39}"/>
                    </a:ext>
                  </a:extLst>
                </p:cNvPr>
                <p:cNvSpPr/>
                <p:nvPr/>
              </p:nvSpPr>
              <p:spPr>
                <a:xfrm>
                  <a:off x="8218771" y="3723667"/>
                  <a:ext cx="287619" cy="271198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IE" b="1" i="1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R</a:t>
                  </a:r>
                  <a:r>
                    <a:rPr lang="en-IE" b="1" i="1" baseline="-2500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t</a:t>
                  </a:r>
                  <a:endParaRPr lang="en-IE" b="1" i="1" dirty="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11C0FD02-44FD-44F5-8B06-591584605C39}"/>
                    </a:ext>
                  </a:extLst>
                </p:cNvPr>
                <p:cNvSpPr/>
                <p:nvPr/>
              </p:nvSpPr>
              <p:spPr>
                <a:xfrm>
                  <a:off x="8606728" y="3805971"/>
                  <a:ext cx="376267" cy="271198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IE" b="1" i="1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R</a:t>
                  </a:r>
                  <a:r>
                    <a:rPr lang="en-IE" b="1" i="1" baseline="-2500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t+1</a:t>
                  </a:r>
                  <a:endParaRPr lang="en-IE" b="1" i="1" dirty="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C48EA61-C6E0-4848-929F-E7FB6017D8A4}"/>
                  </a:ext>
                </a:extLst>
              </p:cNvPr>
              <p:cNvSpPr/>
              <p:nvPr/>
            </p:nvSpPr>
            <p:spPr>
              <a:xfrm>
                <a:off x="11169935" y="4039842"/>
                <a:ext cx="309441" cy="298579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rgbClr val="DCA61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IE" i="1" dirty="0"/>
                  <a:t>A</a:t>
                </a:r>
                <a:r>
                  <a:rPr lang="en-IE" i="1" baseline="-25000" dirty="0"/>
                  <a:t>t</a:t>
                </a:r>
                <a:endParaRPr lang="en-IE" i="1" dirty="0"/>
              </a:p>
            </p:txBody>
          </p:sp>
        </p:grp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14D8E01-19E6-4BFB-9EB0-5E5D878511C8}"/>
                </a:ext>
              </a:extLst>
            </p:cNvPr>
            <p:cNvSpPr/>
            <p:nvPr/>
          </p:nvSpPr>
          <p:spPr>
            <a:xfrm>
              <a:off x="7667776" y="4006396"/>
              <a:ext cx="309441" cy="298579"/>
            </a:xfrm>
            <a:prstGeom prst="ellipse">
              <a:avLst/>
            </a:prstGeom>
            <a:solidFill>
              <a:srgbClr val="C00000"/>
            </a:solidFill>
            <a:ln w="19050">
              <a:solidFill>
                <a:srgbClr val="DCA6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E" i="1" dirty="0" err="1"/>
                <a:t>X</a:t>
              </a:r>
              <a:r>
                <a:rPr lang="en-IE" i="1" baseline="-25000" dirty="0" err="1"/>
                <a:t>t</a:t>
              </a:r>
              <a:endParaRPr lang="en-IE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7901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uiExpand="1" build="p"/>
      <p:bldP spid="12" grpId="0" animBg="1"/>
      <p:bldP spid="3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8484-6CD5-4AFE-B61D-D56B0F2F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 algn="ctr"/>
            <a:r>
              <a:rPr lang="en-IE" b="1" dirty="0"/>
              <a:t>Motivating example</a:t>
            </a:r>
            <a:br>
              <a:rPr lang="en-IE" b="1" dirty="0"/>
            </a:br>
            <a:r>
              <a:rPr lang="en-IE" sz="2800" dirty="0"/>
              <a:t>A simple queueing system where rewards are </a:t>
            </a:r>
            <a:r>
              <a:rPr lang="en-IE" sz="2800" b="1" i="1" dirty="0"/>
              <a:t>rare</a:t>
            </a:r>
            <a:br>
              <a:rPr lang="en-IE" dirty="0"/>
            </a:br>
            <a:br>
              <a:rPr lang="en-IE" dirty="0"/>
            </a:br>
            <a:r>
              <a:rPr lang="en-IE" dirty="0"/>
              <a:t>Queue system dimensioning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0BC90453-C2E0-4D3E-AB32-F0F91857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7D2D51F2-2735-416C-9F9C-A1A3AD33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9385E8A6-6405-4B51-9D8C-F10C6EC6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r>
              <a:rPr lang="en-US" dirty="0"/>
              <a:t> / 30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0182C1-FBF0-4458-9EA9-865948BE2330}"/>
              </a:ext>
            </a:extLst>
          </p:cNvPr>
          <p:cNvSpPr txBox="1"/>
          <p:nvPr/>
        </p:nvSpPr>
        <p:spPr>
          <a:xfrm>
            <a:off x="3573611" y="3810808"/>
            <a:ext cx="5923024" cy="25853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b="1" i="1" u="sng" dirty="0">
                <a:sym typeface="Symbol" panose="05050102010706020507" pitchFamily="18" charset="2"/>
              </a:rPr>
              <a:t>Goal:</a:t>
            </a:r>
          </a:p>
          <a:p>
            <a:r>
              <a:rPr lang="en-IE" i="1" dirty="0">
                <a:sym typeface="Symbol" panose="05050102010706020507" pitchFamily="18" charset="2"/>
              </a:rPr>
              <a:t>Design a </a:t>
            </a:r>
            <a:r>
              <a:rPr lang="en-IE" i="1" u="sng" dirty="0">
                <a:sym typeface="Symbol" panose="05050102010706020507" pitchFamily="18" charset="2"/>
              </a:rPr>
              <a:t>threshold-type</a:t>
            </a:r>
            <a:r>
              <a:rPr lang="en-IE" i="1" dirty="0">
                <a:sym typeface="Symbol" panose="05050102010706020507" pitchFamily="18" charset="2"/>
              </a:rPr>
              <a:t> job admission control policy </a:t>
            </a:r>
            <a:r>
              <a:rPr lang="en-IE" b="1" i="1" dirty="0">
                <a:solidFill>
                  <a:srgbClr val="C00000"/>
                </a:solidFill>
                <a:sym typeface="Symbol" panose="05050102010706020507" pitchFamily="18" charset="2"/>
              </a:rPr>
              <a:t>(</a:t>
            </a:r>
            <a:r>
              <a:rPr lang="en-IE" b="1" i="1" dirty="0" err="1">
                <a:solidFill>
                  <a:srgbClr val="C00000"/>
                </a:solidFill>
                <a:sym typeface="Symbol" panose="05050102010706020507" pitchFamily="18" charset="2"/>
              </a:rPr>
              <a:t>a|x</a:t>
            </a:r>
            <a:r>
              <a:rPr lang="en-IE" b="1" i="1" dirty="0">
                <a:solidFill>
                  <a:srgbClr val="C00000"/>
                </a:solidFill>
                <a:sym typeface="Symbol" panose="05050102010706020507" pitchFamily="18" charset="2"/>
              </a:rPr>
              <a:t>) </a:t>
            </a:r>
            <a:r>
              <a:rPr lang="en-IE" i="1" dirty="0">
                <a:sym typeface="Symbol" panose="05050102010706020507" pitchFamily="18" charset="2"/>
              </a:rPr>
              <a:t>that </a:t>
            </a:r>
            <a:r>
              <a:rPr lang="en-IE" b="1" i="1" dirty="0">
                <a:sym typeface="Symbol" panose="05050102010706020507" pitchFamily="18" charset="2"/>
              </a:rPr>
              <a:t>minimizes the average cost in the long-run</a:t>
            </a:r>
            <a:r>
              <a:rPr lang="en-IE" i="1" dirty="0">
                <a:sym typeface="Symbol" panose="05050102010706020507" pitchFamily="18" charset="2"/>
              </a:rPr>
              <a:t>.</a:t>
            </a:r>
          </a:p>
          <a:p>
            <a:endParaRPr lang="en-IE" i="1" u="sng" dirty="0">
              <a:sym typeface="Symbol" panose="05050102010706020507" pitchFamily="18" charset="2"/>
            </a:endParaRPr>
          </a:p>
          <a:p>
            <a:r>
              <a:rPr lang="en-IE" i="1" u="sng" dirty="0">
                <a:sym typeface="Symbol" panose="05050102010706020507" pitchFamily="18" charset="2"/>
              </a:rPr>
              <a:t>Notes</a:t>
            </a:r>
            <a:r>
              <a:rPr lang="en-IE" i="1" dirty="0">
                <a:sym typeface="Symbol" panose="05050102010706020507" pitchFamily="18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i="1" dirty="0">
                <a:sym typeface="Wingdings" panose="05000000000000000000" pitchFamily="2" charset="2"/>
              </a:rPr>
              <a:t>Two possible actions </a:t>
            </a:r>
            <a:r>
              <a:rPr lang="en-IE" b="1" i="1" dirty="0">
                <a:solidFill>
                  <a:srgbClr val="C00000"/>
                </a:solidFill>
                <a:sym typeface="Wingdings" panose="05000000000000000000" pitchFamily="2" charset="2"/>
              </a:rPr>
              <a:t>a</a:t>
            </a:r>
            <a:r>
              <a:rPr lang="en-IE" i="1" dirty="0">
                <a:sym typeface="Wingdings" panose="05000000000000000000" pitchFamily="2" charset="2"/>
              </a:rPr>
              <a:t>: </a:t>
            </a:r>
            <a:r>
              <a:rPr lang="en-IE" i="1" u="sng" dirty="0">
                <a:sym typeface="Wingdings" panose="05000000000000000000" pitchFamily="2" charset="2"/>
              </a:rPr>
              <a:t>Accept</a:t>
            </a:r>
            <a:r>
              <a:rPr lang="en-IE" i="1" dirty="0">
                <a:sym typeface="Wingdings" panose="05000000000000000000" pitchFamily="2" charset="2"/>
              </a:rPr>
              <a:t> or </a:t>
            </a:r>
            <a:r>
              <a:rPr lang="en-IE" i="1" u="sng" dirty="0">
                <a:sym typeface="Wingdings" panose="05000000000000000000" pitchFamily="2" charset="2"/>
              </a:rPr>
              <a:t>Reject</a:t>
            </a:r>
            <a:r>
              <a:rPr lang="en-IE" i="1" dirty="0">
                <a:sym typeface="Wingdings" panose="05000000000000000000" pitchFamily="2" charset="2"/>
              </a:rPr>
              <a:t> an incoming job.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i="1" dirty="0">
                <a:sym typeface="Wingdings" panose="05000000000000000000" pitchFamily="2" charset="2"/>
              </a:rPr>
              <a:t>The Acceptance / Rejection threshold defines how many jobs the queue can hold (its </a:t>
            </a:r>
            <a:r>
              <a:rPr lang="en-IE" i="1" u="sng" dirty="0">
                <a:sym typeface="Wingdings" panose="05000000000000000000" pitchFamily="2" charset="2"/>
              </a:rPr>
              <a:t>capacity </a:t>
            </a:r>
            <a:r>
              <a:rPr lang="en-IE" b="1" i="1" u="sng" dirty="0">
                <a:solidFill>
                  <a:srgbClr val="0070C0"/>
                </a:solidFill>
                <a:sym typeface="Wingdings" panose="05000000000000000000" pitchFamily="2" charset="2"/>
              </a:rPr>
              <a:t>K</a:t>
            </a:r>
            <a:r>
              <a:rPr lang="en-IE" i="1" dirty="0">
                <a:sym typeface="Wingdings" panose="05000000000000000000" pitchFamily="2" charset="2"/>
              </a:rPr>
              <a:t>) =&gt; </a:t>
            </a:r>
            <a:r>
              <a:rPr lang="en-IE" b="1" i="1" dirty="0">
                <a:sym typeface="Wingdings" panose="05000000000000000000" pitchFamily="2" charset="2"/>
              </a:rPr>
              <a:t>The goal is to optimize </a:t>
            </a:r>
            <a:r>
              <a:rPr lang="en-IE" b="1" i="1" dirty="0">
                <a:solidFill>
                  <a:srgbClr val="0070C0"/>
                </a:solidFill>
                <a:sym typeface="Wingdings" panose="05000000000000000000" pitchFamily="2" charset="2"/>
              </a:rPr>
              <a:t>K</a:t>
            </a:r>
            <a:r>
              <a:rPr lang="en-IE" i="1" dirty="0"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E3705E-5EDA-447D-89AD-367B74630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771" y="167898"/>
            <a:ext cx="6307106" cy="229061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40372B3-085F-4611-98BD-3DE9B2B02371}"/>
              </a:ext>
            </a:extLst>
          </p:cNvPr>
          <p:cNvSpPr txBox="1"/>
          <p:nvPr/>
        </p:nvSpPr>
        <p:spPr>
          <a:xfrm>
            <a:off x="10546041" y="1613820"/>
            <a:ext cx="844297" cy="57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800" i="1" dirty="0"/>
              <a:t>X(t)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C8F1B07-191A-47D8-B4C6-11C521B2BAD9}"/>
              </a:ext>
            </a:extLst>
          </p:cNvPr>
          <p:cNvCxnSpPr>
            <a:cxnSpLocks/>
          </p:cNvCxnSpPr>
          <p:nvPr/>
        </p:nvCxnSpPr>
        <p:spPr>
          <a:xfrm>
            <a:off x="10054871" y="1882929"/>
            <a:ext cx="48655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0A048AB-0517-4935-8BA1-696A0CA29F5E}"/>
              </a:ext>
            </a:extLst>
          </p:cNvPr>
          <p:cNvSpPr/>
          <p:nvPr/>
        </p:nvSpPr>
        <p:spPr>
          <a:xfrm>
            <a:off x="4178921" y="575574"/>
            <a:ext cx="3265588" cy="1166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303F60-88ED-4C21-A3C5-AEF050AF50BC}"/>
              </a:ext>
            </a:extLst>
          </p:cNvPr>
          <p:cNvSpPr txBox="1"/>
          <p:nvPr/>
        </p:nvSpPr>
        <p:spPr>
          <a:xfrm>
            <a:off x="10541425" y="1618441"/>
            <a:ext cx="84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800" i="1" dirty="0"/>
              <a:t>X(t)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7D2649-1B12-4E1E-AC1B-C5B771EBB9EC}"/>
              </a:ext>
            </a:extLst>
          </p:cNvPr>
          <p:cNvSpPr txBox="1"/>
          <p:nvPr/>
        </p:nvSpPr>
        <p:spPr>
          <a:xfrm>
            <a:off x="4184609" y="374172"/>
            <a:ext cx="3037287" cy="1323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E" sz="16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:</a:t>
            </a:r>
            <a:r>
              <a:rPr lang="en-IE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job arrival rate</a:t>
            </a:r>
            <a:br>
              <a:rPr lang="en-IE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</a:br>
            <a:r>
              <a:rPr lang="en-IE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(e</a:t>
            </a:r>
            <a:r>
              <a:rPr lang="en-IE" sz="1600" dirty="0">
                <a:latin typeface="Calibri" panose="020F0502020204030204" pitchFamily="34" charset="0"/>
                <a:cs typeface="Calibri" panose="020F0502020204030204" pitchFamily="34" charset="0"/>
              </a:rPr>
              <a:t>xponential inter-arrival times)</a:t>
            </a:r>
          </a:p>
          <a:p>
            <a:pPr algn="l"/>
            <a:endParaRPr lang="en-IE" sz="1600" b="1" dirty="0">
              <a:latin typeface="Calibri" panose="020F0502020204030204" pitchFamily="34" charset="0"/>
              <a:cs typeface="Calibri" panose="020F0502020204030204" pitchFamily="34" charset="0"/>
              <a:sym typeface="Symbol" panose="05050102010706020507" pitchFamily="18" charset="2"/>
            </a:endParaRPr>
          </a:p>
          <a:p>
            <a:pPr algn="l"/>
            <a:r>
              <a:rPr lang="en-IE" sz="16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:</a:t>
            </a:r>
            <a:r>
              <a:rPr lang="en-IE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service rate</a:t>
            </a:r>
            <a:br>
              <a:rPr lang="en-IE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</a:br>
            <a:r>
              <a:rPr lang="en-IE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lang="en-IE" sz="1600" dirty="0">
                <a:latin typeface="Calibri" panose="020F0502020204030204" pitchFamily="34" charset="0"/>
                <a:cs typeface="Calibri" panose="020F0502020204030204" pitchFamily="34" charset="0"/>
              </a:rPr>
              <a:t>exponentially distributed times)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297E716-278A-4EB2-A10A-79315392ACAA}"/>
              </a:ext>
            </a:extLst>
          </p:cNvPr>
          <p:cNvGrpSpPr/>
          <p:nvPr/>
        </p:nvGrpSpPr>
        <p:grpSpPr>
          <a:xfrm>
            <a:off x="198301" y="4847558"/>
            <a:ext cx="2947482" cy="1193129"/>
            <a:chOff x="6096000" y="3104914"/>
            <a:chExt cx="2947482" cy="1229625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E1303682-2F56-462B-A02E-2108E3A3D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4440" t="17027" r="5323" b="53346"/>
            <a:stretch/>
          </p:blipFill>
          <p:spPr>
            <a:xfrm>
              <a:off x="6096000" y="3104914"/>
              <a:ext cx="2947482" cy="1229625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10ED803-F182-4F0C-BBFF-05C6D5E73A37}"/>
                </a:ext>
              </a:extLst>
            </p:cNvPr>
            <p:cNvSpPr txBox="1"/>
            <p:nvPr/>
          </p:nvSpPr>
          <p:spPr>
            <a:xfrm>
              <a:off x="7790171" y="3115625"/>
              <a:ext cx="258560" cy="21664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IE" sz="1600" i="1" dirty="0"/>
                <a:t>x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546B1D6-CF55-48B9-A0B4-EFCE5AEBFEB3}"/>
              </a:ext>
            </a:extLst>
          </p:cNvPr>
          <p:cNvSpPr txBox="1"/>
          <p:nvPr/>
        </p:nvSpPr>
        <p:spPr>
          <a:xfrm>
            <a:off x="3566209" y="2548950"/>
            <a:ext cx="5923024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b="1" i="1" u="sng" dirty="0">
                <a:sym typeface="Symbol" panose="05050102010706020507" pitchFamily="18" charset="2"/>
              </a:rPr>
              <a:t>Given that</a:t>
            </a:r>
            <a:r>
              <a:rPr lang="en-IE" b="1" i="1" dirty="0">
                <a:sym typeface="Symbol" panose="05050102010706020507" pitchFamily="18" charset="2"/>
              </a:rPr>
              <a:t>:</a:t>
            </a:r>
            <a:endParaRPr lang="en-IE" b="1" i="1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i="1" dirty="0">
                <a:sym typeface="Wingdings" panose="05000000000000000000" pitchFamily="2" charset="2"/>
              </a:rPr>
              <a:t>There are NO job holding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i="1" dirty="0">
                <a:sym typeface="Wingdings" panose="05000000000000000000" pitchFamily="2" charset="2"/>
              </a:rPr>
              <a:t>There is a </a:t>
            </a:r>
            <a:r>
              <a:rPr lang="en-IE" b="1" i="1" dirty="0">
                <a:sym typeface="Wingdings" panose="05000000000000000000" pitchFamily="2" charset="2"/>
              </a:rPr>
              <a:t>rejection cost </a:t>
            </a:r>
            <a:r>
              <a:rPr lang="en-IE" i="1" dirty="0">
                <a:sym typeface="Wingdings" panose="05000000000000000000" pitchFamily="2" charset="2"/>
              </a:rPr>
              <a:t>of an incoming job that </a:t>
            </a:r>
            <a:r>
              <a:rPr lang="en-IE" b="1" i="1" dirty="0">
                <a:sym typeface="Wingdings" panose="05000000000000000000" pitchFamily="2" charset="2"/>
              </a:rPr>
              <a:t>increases with the queue size X(t)</a:t>
            </a:r>
            <a:r>
              <a:rPr lang="en-IE" i="1" dirty="0">
                <a:sym typeface="Wingdings" panose="05000000000000000000" pitchFamily="2" charset="2"/>
              </a:rPr>
              <a:t> at the time of rejection.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3FC039-4C76-49B1-9C10-91804427E538}"/>
              </a:ext>
            </a:extLst>
          </p:cNvPr>
          <p:cNvSpPr txBox="1"/>
          <p:nvPr/>
        </p:nvSpPr>
        <p:spPr>
          <a:xfrm>
            <a:off x="9489233" y="1992369"/>
            <a:ext cx="263560" cy="314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l"/>
            <a:r>
              <a:rPr lang="en-IE" sz="2400" i="1" dirty="0"/>
              <a:t>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B6B77C-3E16-45CA-B5A2-67F790779443}"/>
              </a:ext>
            </a:extLst>
          </p:cNvPr>
          <p:cNvSpPr txBox="1"/>
          <p:nvPr/>
        </p:nvSpPr>
        <p:spPr>
          <a:xfrm>
            <a:off x="6756826" y="2002207"/>
            <a:ext cx="465070" cy="314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l"/>
            <a:endParaRPr lang="en-IE" sz="24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BAABA3-629C-4A68-8442-CCEEA25B236A}"/>
              </a:ext>
            </a:extLst>
          </p:cNvPr>
          <p:cNvSpPr txBox="1"/>
          <p:nvPr/>
        </p:nvSpPr>
        <p:spPr>
          <a:xfrm>
            <a:off x="6386040" y="2033307"/>
            <a:ext cx="2425855" cy="31431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IE" sz="2400" i="1" dirty="0">
                <a:latin typeface="Calibri" panose="020F0502020204030204" pitchFamily="34" charset="0"/>
                <a:cs typeface="Calibri" panose="020F0502020204030204" pitchFamily="34" charset="0"/>
              </a:rPr>
              <a:t>State space (1D)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DB4E98-3A26-46DB-9375-AF0A85C20123}"/>
              </a:ext>
            </a:extLst>
          </p:cNvPr>
          <p:cNvSpPr txBox="1"/>
          <p:nvPr/>
        </p:nvSpPr>
        <p:spPr>
          <a:xfrm>
            <a:off x="8207913" y="36711"/>
            <a:ext cx="1619527" cy="6537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l"/>
            <a:endParaRPr lang="en-IE" sz="2400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A498EE-47AD-4B9C-9E9F-CB5DC8BBD09C}"/>
              </a:ext>
            </a:extLst>
          </p:cNvPr>
          <p:cNvSpPr txBox="1"/>
          <p:nvPr/>
        </p:nvSpPr>
        <p:spPr>
          <a:xfrm>
            <a:off x="4356074" y="53981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800" b="1" dirty="0"/>
              <a:t>M/M/1 queue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F7F538A-3985-4855-878B-880F22521791}"/>
              </a:ext>
            </a:extLst>
          </p:cNvPr>
          <p:cNvGrpSpPr/>
          <p:nvPr/>
        </p:nvGrpSpPr>
        <p:grpSpPr>
          <a:xfrm>
            <a:off x="9780780" y="3991130"/>
            <a:ext cx="2242138" cy="2187353"/>
            <a:chOff x="9048778" y="4057576"/>
            <a:chExt cx="2959961" cy="2539890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EB05048A-2070-4059-9356-82CBD111A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48778" y="4416841"/>
              <a:ext cx="2634113" cy="2044252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4D1C92F-BBDD-4543-BE09-69EA2F7513D5}"/>
                </a:ext>
              </a:extLst>
            </p:cNvPr>
            <p:cNvSpPr txBox="1"/>
            <p:nvPr/>
          </p:nvSpPr>
          <p:spPr>
            <a:xfrm>
              <a:off x="9139899" y="4057576"/>
              <a:ext cx="2868840" cy="31592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E" sz="1200" b="1" dirty="0">
                  <a:solidFill>
                    <a:schemeClr val="tx1"/>
                  </a:solidFill>
                  <a:sym typeface="Symbol" panose="05050102010706020507" pitchFamily="18" charset="2"/>
                </a:rPr>
                <a:t>Average cost in the long-run</a:t>
              </a:r>
            </a:p>
            <a:p>
              <a:pPr algn="ctr"/>
              <a:r>
                <a:rPr lang="en-IE" sz="1200" b="1" dirty="0">
                  <a:sym typeface="Symbol" panose="05050102010706020507" pitchFamily="18" charset="2"/>
                </a:rPr>
                <a:t>(log scale)</a:t>
              </a:r>
              <a:endParaRPr lang="en-IE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8839266-BB88-48EC-9DBA-CDCA9A69B856}"/>
                </a:ext>
              </a:extLst>
            </p:cNvPr>
            <p:cNvSpPr txBox="1"/>
            <p:nvPr/>
          </p:nvSpPr>
          <p:spPr>
            <a:xfrm>
              <a:off x="10365834" y="6352200"/>
              <a:ext cx="196917" cy="2452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E" sz="1600" b="1" i="1" dirty="0">
                  <a:solidFill>
                    <a:srgbClr val="0070C0"/>
                  </a:solidFill>
                </a:rPr>
                <a:t>K</a:t>
              </a:r>
              <a:endParaRPr lang="en-IE" sz="1600" b="1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6CC238A-67EE-4B0F-A982-EB97E4FBD434}"/>
              </a:ext>
            </a:extLst>
          </p:cNvPr>
          <p:cNvGrpSpPr/>
          <p:nvPr/>
        </p:nvGrpSpPr>
        <p:grpSpPr>
          <a:xfrm>
            <a:off x="9924463" y="2389714"/>
            <a:ext cx="1857376" cy="1560785"/>
            <a:chOff x="9827440" y="2268017"/>
            <a:chExt cx="1954399" cy="178333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1D8A38E-A10A-4955-950E-0B2AE2F5D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27440" y="2441589"/>
              <a:ext cx="1954399" cy="1464239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EC9CAFD-EA32-472B-A125-9EBE9FDD7DF0}"/>
                </a:ext>
              </a:extLst>
            </p:cNvPr>
            <p:cNvSpPr txBox="1"/>
            <p:nvPr/>
          </p:nvSpPr>
          <p:spPr>
            <a:xfrm>
              <a:off x="10063782" y="2268017"/>
              <a:ext cx="1535284" cy="15851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E" sz="1200" b="1" dirty="0">
                  <a:solidFill>
                    <a:srgbClr val="7030A0"/>
                  </a:solidFill>
                  <a:sym typeface="Symbol" panose="05050102010706020507" pitchFamily="18" charset="2"/>
                </a:rPr>
                <a:t>Rejection cost as a function of x</a:t>
              </a:r>
              <a:br>
                <a:rPr lang="en-IE" sz="1200" b="1" dirty="0">
                  <a:solidFill>
                    <a:srgbClr val="7030A0"/>
                  </a:solidFill>
                  <a:sym typeface="Symbol" panose="05050102010706020507" pitchFamily="18" charset="2"/>
                </a:rPr>
              </a:br>
              <a:r>
                <a:rPr lang="en-IE" sz="1200" b="1" dirty="0">
                  <a:solidFill>
                    <a:srgbClr val="7030A0"/>
                  </a:solidFill>
                  <a:sym typeface="Symbol" panose="05050102010706020507" pitchFamily="18" charset="2"/>
                </a:rPr>
                <a:t>(log scale)</a:t>
              </a:r>
              <a:endParaRPr lang="en-IE" sz="1200" b="1" dirty="0">
                <a:solidFill>
                  <a:srgbClr val="7030A0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E5DA94-D97B-45FF-A212-54189502802F}"/>
                </a:ext>
              </a:extLst>
            </p:cNvPr>
            <p:cNvSpPr txBox="1"/>
            <p:nvPr/>
          </p:nvSpPr>
          <p:spPr>
            <a:xfrm>
              <a:off x="10775807" y="3818500"/>
              <a:ext cx="157139" cy="23284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E" sz="1200" i="1" dirty="0"/>
                <a:t>x</a:t>
              </a:r>
              <a:endParaRPr lang="en-IE" sz="1200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3243EFE-DD07-4708-B170-FD211A50F3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6529" y="4701835"/>
            <a:ext cx="1583109" cy="52244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53D23B-EAAD-421B-B576-B355520D824B}"/>
              </a:ext>
            </a:extLst>
          </p:cNvPr>
          <p:cNvCxnSpPr/>
          <p:nvPr/>
        </p:nvCxnSpPr>
        <p:spPr>
          <a:xfrm>
            <a:off x="9933794" y="5878286"/>
            <a:ext cx="1050625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67EAB6B-3564-40F9-8B6E-E9FF62133EAE}"/>
              </a:ext>
            </a:extLst>
          </p:cNvPr>
          <p:cNvCxnSpPr>
            <a:cxnSpLocks/>
          </p:cNvCxnSpPr>
          <p:nvPr/>
        </p:nvCxnSpPr>
        <p:spPr>
          <a:xfrm flipH="1">
            <a:off x="10999152" y="5878286"/>
            <a:ext cx="9332" cy="478064"/>
          </a:xfrm>
          <a:prstGeom prst="line">
            <a:avLst/>
          </a:prstGeom>
          <a:ln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DBBC0FA-8739-4E6F-9E08-0484A9FA8539}"/>
              </a:ext>
            </a:extLst>
          </p:cNvPr>
          <p:cNvSpPr txBox="1"/>
          <p:nvPr/>
        </p:nvSpPr>
        <p:spPr>
          <a:xfrm>
            <a:off x="10173136" y="6348003"/>
            <a:ext cx="1459067" cy="3253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b="1" i="1" dirty="0">
                <a:solidFill>
                  <a:srgbClr val="0070C0"/>
                </a:solidFill>
              </a:rPr>
              <a:t>Optimum K</a:t>
            </a:r>
          </a:p>
        </p:txBody>
      </p:sp>
    </p:spTree>
    <p:extLst>
      <p:ext uri="{BB962C8B-B14F-4D97-AF65-F5344CB8AC3E}">
        <p14:creationId xmlns:p14="http://schemas.microsoft.com/office/powerpoint/2010/main" val="259191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 animBg="1"/>
      <p:bldP spid="36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8484-6CD5-4AFE-B61D-D56B0F2F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 algn="ctr"/>
            <a:r>
              <a:rPr lang="en-IE" b="1" dirty="0"/>
              <a:t>Motivating example</a:t>
            </a:r>
            <a:br>
              <a:rPr lang="en-IE" b="1" dirty="0"/>
            </a:br>
            <a:r>
              <a:rPr lang="en-IE" sz="2800" dirty="0"/>
              <a:t>A simple queueing system where rewards are </a:t>
            </a:r>
            <a:r>
              <a:rPr lang="en-IE" sz="2800" b="1" i="1" dirty="0"/>
              <a:t>rare</a:t>
            </a:r>
            <a:br>
              <a:rPr lang="en-IE" dirty="0"/>
            </a:br>
            <a:br>
              <a:rPr lang="en-IE" dirty="0"/>
            </a:br>
            <a:r>
              <a:rPr lang="en-IE" dirty="0"/>
              <a:t>Queue system dimensioning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0BC90453-C2E0-4D3E-AB32-F0F91857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7D2D51F2-2735-416C-9F9C-A1A3AD33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9385E8A6-6405-4B51-9D8C-F10C6EC6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r>
              <a:rPr lang="en-US" dirty="0"/>
              <a:t> / 30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E3705E-5EDA-447D-89AD-367B74630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771" y="167898"/>
            <a:ext cx="6307106" cy="229061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438AEE9-BF64-4FB6-8B05-BEC96742A612}"/>
              </a:ext>
            </a:extLst>
          </p:cNvPr>
          <p:cNvSpPr/>
          <p:nvPr/>
        </p:nvSpPr>
        <p:spPr>
          <a:xfrm>
            <a:off x="4557045" y="2323784"/>
            <a:ext cx="2382982" cy="459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>
                <a:solidFill>
                  <a:schemeClr val="tx1"/>
                </a:solidFill>
                <a:latin typeface="+mj-lt"/>
              </a:rPr>
              <a:t>“Attraction” set </a:t>
            </a:r>
            <a:r>
              <a:rPr lang="en-IE" sz="24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  <a:endParaRPr lang="en-IE" sz="3200" dirty="0">
              <a:solidFill>
                <a:schemeClr val="tx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0372B3-085F-4611-98BD-3DE9B2B02371}"/>
              </a:ext>
            </a:extLst>
          </p:cNvPr>
          <p:cNvSpPr txBox="1"/>
          <p:nvPr/>
        </p:nvSpPr>
        <p:spPr>
          <a:xfrm>
            <a:off x="10546041" y="1613820"/>
            <a:ext cx="844297" cy="57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800" i="1" dirty="0"/>
              <a:t>X(t)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C8F1B07-191A-47D8-B4C6-11C521B2BAD9}"/>
              </a:ext>
            </a:extLst>
          </p:cNvPr>
          <p:cNvCxnSpPr>
            <a:cxnSpLocks/>
          </p:cNvCxnSpPr>
          <p:nvPr/>
        </p:nvCxnSpPr>
        <p:spPr>
          <a:xfrm>
            <a:off x="10059487" y="1882927"/>
            <a:ext cx="48655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318FE12-BBD5-4966-BEFA-E65F8DA2A89E}"/>
              </a:ext>
            </a:extLst>
          </p:cNvPr>
          <p:cNvSpPr/>
          <p:nvPr/>
        </p:nvSpPr>
        <p:spPr>
          <a:xfrm>
            <a:off x="4544291" y="1807976"/>
            <a:ext cx="2382982" cy="187230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>
              <a:solidFill>
                <a:schemeClr val="tx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9EC75A-F1DE-49AA-B351-FC59649D1B4C}"/>
              </a:ext>
            </a:extLst>
          </p:cNvPr>
          <p:cNvSpPr txBox="1"/>
          <p:nvPr/>
        </p:nvSpPr>
        <p:spPr>
          <a:xfrm>
            <a:off x="1492898" y="32688"/>
            <a:ext cx="6802575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E" sz="1600" b="1" dirty="0">
                <a:solidFill>
                  <a:srgbClr val="0070C0"/>
                </a:solidFill>
                <a:sym typeface="Symbol" panose="05050102010706020507" pitchFamily="18" charset="2"/>
              </a:rPr>
              <a:t>Stationary occupation probability decreases exponentially with x:</a:t>
            </a:r>
          </a:p>
          <a:p>
            <a:pPr algn="ctr"/>
            <a:r>
              <a:rPr lang="en-IE" sz="1600" b="1" dirty="0">
                <a:solidFill>
                  <a:srgbClr val="0070C0"/>
                </a:solidFill>
                <a:sym typeface="Symbol" panose="05050102010706020507" pitchFamily="18" charset="2"/>
              </a:rPr>
              <a:t>						P(</a:t>
            </a:r>
            <a:r>
              <a:rPr lang="en-IE" sz="1600" b="1" i="1" dirty="0">
                <a:solidFill>
                  <a:srgbClr val="0070C0"/>
                </a:solidFill>
                <a:sym typeface="Symbol" panose="05050102010706020507" pitchFamily="18" charset="2"/>
              </a:rPr>
              <a:t>X</a:t>
            </a:r>
            <a:r>
              <a:rPr lang="en-IE" sz="1600" b="1" dirty="0">
                <a:solidFill>
                  <a:srgbClr val="0070C0"/>
                </a:solidFill>
                <a:sym typeface="Symbol" panose="05050102010706020507" pitchFamily="18" charset="2"/>
              </a:rPr>
              <a:t>(</a:t>
            </a:r>
            <a:r>
              <a:rPr lang="en-IE" sz="1600" b="1" i="1" dirty="0">
                <a:solidFill>
                  <a:srgbClr val="0070C0"/>
                </a:solidFill>
                <a:sym typeface="Symbol" panose="05050102010706020507" pitchFamily="18" charset="2"/>
              </a:rPr>
              <a:t>t</a:t>
            </a:r>
            <a:r>
              <a:rPr lang="en-IE" sz="1600" b="1" dirty="0">
                <a:solidFill>
                  <a:srgbClr val="0070C0"/>
                </a:solidFill>
                <a:sym typeface="Symbol" panose="05050102010706020507" pitchFamily="18" charset="2"/>
              </a:rPr>
              <a:t>) = </a:t>
            </a:r>
            <a:r>
              <a:rPr lang="en-IE" sz="1600" b="1" i="1" dirty="0">
                <a:solidFill>
                  <a:srgbClr val="0070C0"/>
                </a:solidFill>
                <a:sym typeface="Symbol" panose="05050102010706020507" pitchFamily="18" charset="2"/>
              </a:rPr>
              <a:t>x</a:t>
            </a:r>
            <a:r>
              <a:rPr lang="en-IE" sz="1600" b="1" dirty="0">
                <a:solidFill>
                  <a:srgbClr val="0070C0"/>
                </a:solidFill>
                <a:sym typeface="Symbol" panose="05050102010706020507" pitchFamily="18" charset="2"/>
              </a:rPr>
              <a:t>) ~ (/)</a:t>
            </a:r>
            <a:r>
              <a:rPr lang="en-IE" sz="1600" b="1" i="1" baseline="30000" dirty="0">
                <a:solidFill>
                  <a:srgbClr val="0070C0"/>
                </a:solidFill>
                <a:sym typeface="Symbol" panose="05050102010706020507" pitchFamily="18" charset="2"/>
              </a:rPr>
              <a:t>x	</a:t>
            </a:r>
            <a:r>
              <a:rPr lang="en-IE" sz="1600" dirty="0">
                <a:solidFill>
                  <a:srgbClr val="0070C0"/>
                </a:solidFill>
                <a:sym typeface="Symbol" panose="05050102010706020507" pitchFamily="18" charset="2"/>
              </a:rPr>
              <a:t>(when  &lt; )</a:t>
            </a:r>
            <a:endParaRPr lang="en-IE" sz="1600" i="1" dirty="0">
              <a:solidFill>
                <a:srgbClr val="0070C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A048AB-0517-4935-8BA1-696A0CA29F5E}"/>
              </a:ext>
            </a:extLst>
          </p:cNvPr>
          <p:cNvSpPr/>
          <p:nvPr/>
        </p:nvSpPr>
        <p:spPr>
          <a:xfrm>
            <a:off x="4178921" y="575574"/>
            <a:ext cx="3265588" cy="1166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5600389-DBBD-4DFA-95E1-1E388F3751BD}"/>
                  </a:ext>
                </a:extLst>
              </p14:cNvPr>
              <p14:cNvContentPartPr/>
              <p14:nvPr/>
            </p14:nvContentPartPr>
            <p14:xfrm>
              <a:off x="4479535" y="354565"/>
              <a:ext cx="5150520" cy="14810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5600389-DBBD-4DFA-95E1-1E388F3751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61535" y="336565"/>
                <a:ext cx="5186160" cy="151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62D31504-918D-4815-B2CD-4CF23D5B9D2F}"/>
                  </a:ext>
                </a:extLst>
              </p14:cNvPr>
              <p14:cNvContentPartPr/>
              <p14:nvPr/>
            </p14:nvContentPartPr>
            <p14:xfrm>
              <a:off x="3429415" y="723655"/>
              <a:ext cx="1085040" cy="7066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62D31504-918D-4815-B2CD-4CF23D5B9D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11421" y="705655"/>
                <a:ext cx="1120668" cy="74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BE00741-CD9D-4CF2-8B0B-BFCDC8328DAF}"/>
                  </a:ext>
                </a:extLst>
              </p14:cNvPr>
              <p14:cNvContentPartPr/>
              <p14:nvPr/>
            </p14:nvContentPartPr>
            <p14:xfrm>
              <a:off x="4514455" y="1822853"/>
              <a:ext cx="2936160" cy="1497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BE00741-CD9D-4CF2-8B0B-BFCDC8328D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05454" y="1813875"/>
                <a:ext cx="2953802" cy="167358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7303F60-88ED-4C21-A3C5-AEF050AF50BC}"/>
              </a:ext>
            </a:extLst>
          </p:cNvPr>
          <p:cNvSpPr txBox="1"/>
          <p:nvPr/>
        </p:nvSpPr>
        <p:spPr>
          <a:xfrm>
            <a:off x="10541425" y="1618441"/>
            <a:ext cx="84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800" i="1" dirty="0">
                <a:solidFill>
                  <a:srgbClr val="C00000"/>
                </a:solidFill>
              </a:rPr>
              <a:t>X(t)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297E716-278A-4EB2-A10A-79315392ACAA}"/>
              </a:ext>
            </a:extLst>
          </p:cNvPr>
          <p:cNvGrpSpPr/>
          <p:nvPr/>
        </p:nvGrpSpPr>
        <p:grpSpPr>
          <a:xfrm>
            <a:off x="198301" y="4847558"/>
            <a:ext cx="2947482" cy="1193129"/>
            <a:chOff x="6096000" y="3104914"/>
            <a:chExt cx="2947482" cy="1229625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E1303682-2F56-462B-A02E-2108E3A3D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54440" t="17027" r="5323" b="53346"/>
            <a:stretch/>
          </p:blipFill>
          <p:spPr>
            <a:xfrm>
              <a:off x="6096000" y="3104914"/>
              <a:ext cx="2947482" cy="1229625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10ED803-F182-4F0C-BBFF-05C6D5E73A37}"/>
                </a:ext>
              </a:extLst>
            </p:cNvPr>
            <p:cNvSpPr txBox="1"/>
            <p:nvPr/>
          </p:nvSpPr>
          <p:spPr>
            <a:xfrm>
              <a:off x="7790171" y="3115625"/>
              <a:ext cx="258560" cy="21664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IE" sz="1600" i="1" dirty="0"/>
                <a:t>x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8CFBF63-DBB5-4800-B1E9-144AB43D92AD}"/>
              </a:ext>
            </a:extLst>
          </p:cNvPr>
          <p:cNvSpPr txBox="1"/>
          <p:nvPr/>
        </p:nvSpPr>
        <p:spPr>
          <a:xfrm>
            <a:off x="9077863" y="104098"/>
            <a:ext cx="609387" cy="31431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b="1" dirty="0"/>
              <a:t>= 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AD4B41-B416-488E-8360-99149AA26FD8}"/>
              </a:ext>
            </a:extLst>
          </p:cNvPr>
          <p:cNvSpPr/>
          <p:nvPr/>
        </p:nvSpPr>
        <p:spPr>
          <a:xfrm>
            <a:off x="8839209" y="104098"/>
            <a:ext cx="848041" cy="339724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3C18F-7F4E-4A3C-A558-7DC5751D128C}"/>
              </a:ext>
            </a:extLst>
          </p:cNvPr>
          <p:cNvSpPr txBox="1"/>
          <p:nvPr/>
        </p:nvSpPr>
        <p:spPr>
          <a:xfrm>
            <a:off x="9762123" y="65259"/>
            <a:ext cx="2237044" cy="407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E" sz="1200" dirty="0">
                <a:solidFill>
                  <a:srgbClr val="0070C0"/>
                </a:solidFill>
              </a:rPr>
              <a:t>How to dimension the capacity of the queue using RL?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A5DF375-56E2-4D8E-85A9-551A6B4C5F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9267" y="3698449"/>
            <a:ext cx="7389549" cy="76684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6DD5F66-7092-44EE-B14E-857C7FF5A7D1}"/>
              </a:ext>
            </a:extLst>
          </p:cNvPr>
          <p:cNvSpPr txBox="1"/>
          <p:nvPr/>
        </p:nvSpPr>
        <p:spPr>
          <a:xfrm>
            <a:off x="4186039" y="4672446"/>
            <a:ext cx="6856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dirty="0"/>
              <a:t>If no rejection (queue blocking) is observed…</a:t>
            </a:r>
          </a:p>
          <a:p>
            <a:pPr algn="ctr"/>
            <a:r>
              <a:rPr lang="en-IE" dirty="0"/>
              <a:t>the average cost will be estimated as </a:t>
            </a:r>
            <a:r>
              <a:rPr lang="en-IE" b="1" dirty="0">
                <a:solidFill>
                  <a:srgbClr val="C00000"/>
                </a:solidFill>
              </a:rPr>
              <a:t>ZERO</a:t>
            </a:r>
            <a:endParaRPr lang="en-IE" u="sng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F531C1-0D57-4CF6-9777-C822AE1E297B}"/>
              </a:ext>
            </a:extLst>
          </p:cNvPr>
          <p:cNvSpPr txBox="1"/>
          <p:nvPr/>
        </p:nvSpPr>
        <p:spPr>
          <a:xfrm>
            <a:off x="5156890" y="5361308"/>
            <a:ext cx="4901509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rgbClr val="C00000"/>
                </a:solidFill>
              </a:rPr>
              <a:t>It will be difficult to optimize </a:t>
            </a:r>
            <a:r>
              <a:rPr lang="en-IE" b="1" i="1" dirty="0">
                <a:solidFill>
                  <a:srgbClr val="C00000"/>
                </a:solidFill>
              </a:rPr>
              <a:t>K</a:t>
            </a:r>
          </a:p>
          <a:p>
            <a:pPr algn="ctr"/>
            <a:r>
              <a:rPr lang="en-IE" b="1" dirty="0">
                <a:solidFill>
                  <a:srgbClr val="C00000"/>
                </a:solidFill>
              </a:rPr>
              <a:t>to minimize the average blocking cost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3BBA63-BB4B-424D-ABB4-53EB6BE31020}"/>
              </a:ext>
            </a:extLst>
          </p:cNvPr>
          <p:cNvGrpSpPr/>
          <p:nvPr/>
        </p:nvGrpSpPr>
        <p:grpSpPr>
          <a:xfrm>
            <a:off x="3880919" y="2990563"/>
            <a:ext cx="7756899" cy="707886"/>
            <a:chOff x="3880475" y="4421119"/>
            <a:chExt cx="7756899" cy="707886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9E550E-2F4F-4ECB-AC4F-EB2D162816A2}"/>
                </a:ext>
              </a:extLst>
            </p:cNvPr>
            <p:cNvSpPr txBox="1"/>
            <p:nvPr/>
          </p:nvSpPr>
          <p:spPr>
            <a:xfrm>
              <a:off x="4178477" y="4421119"/>
              <a:ext cx="74588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2000" dirty="0"/>
                <a:t>The states in </a:t>
              </a:r>
              <a:r>
                <a:rPr lang="en-IE" sz="2000" b="1" dirty="0">
                  <a:latin typeface="Lucida Calligraphy" panose="03010101010101010101" pitchFamily="66" charset="0"/>
                </a:rPr>
                <a:t>A</a:t>
              </a:r>
              <a:r>
                <a:rPr lang="en-IE" sz="2000" dirty="0"/>
                <a:t>  are frequently visited BUT give </a:t>
              </a:r>
              <a:r>
                <a:rPr lang="en-IE" sz="2000" u="sng" dirty="0"/>
                <a:t>no cost information</a:t>
              </a:r>
              <a:r>
                <a:rPr lang="en-IE" sz="2000" dirty="0"/>
                <a:t> (</a:t>
              </a:r>
              <a:r>
                <a:rPr lang="en-IE" sz="2000" i="1" dirty="0"/>
                <a:t>zero reward</a:t>
              </a:r>
              <a:r>
                <a:rPr lang="en-IE" sz="2000" dirty="0"/>
                <a:t>)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29E1C45-509C-4896-B2F0-A5217F5E84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95203" b="54183"/>
            <a:stretch/>
          </p:blipFill>
          <p:spPr>
            <a:xfrm>
              <a:off x="3880475" y="4446232"/>
              <a:ext cx="354505" cy="351339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6E10286-1D8C-48EF-B663-8F38F2268C44}"/>
              </a:ext>
            </a:extLst>
          </p:cNvPr>
          <p:cNvSpPr txBox="1"/>
          <p:nvPr/>
        </p:nvSpPr>
        <p:spPr>
          <a:xfrm>
            <a:off x="7444509" y="2355879"/>
            <a:ext cx="3814307" cy="6346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E" i="1" dirty="0">
                <a:solidFill>
                  <a:srgbClr val="C00000"/>
                </a:solidFill>
              </a:rPr>
              <a:t>Sketch of typical excursion of process X(t) = “No. of jobs in the queue”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397578-B738-4EC1-BE6B-CD5A8EECFF36}"/>
              </a:ext>
            </a:extLst>
          </p:cNvPr>
          <p:cNvCxnSpPr>
            <a:cxnSpLocks/>
          </p:cNvCxnSpPr>
          <p:nvPr/>
        </p:nvCxnSpPr>
        <p:spPr>
          <a:xfrm flipH="1" flipV="1">
            <a:off x="7141279" y="1995206"/>
            <a:ext cx="303230" cy="678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01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1" grpId="0" animBg="1"/>
      <p:bldP spid="22" grpId="0" animBg="1"/>
      <p:bldP spid="4" grpId="0" animBg="1"/>
      <p:bldP spid="26" grpId="0"/>
      <p:bldP spid="9" grpId="0"/>
      <p:bldP spid="11" grpId="0" animBg="1"/>
      <p:bldP spid="5" grpId="0"/>
      <p:bldP spid="35" grpId="0"/>
      <p:bldP spid="3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57C7-E2EE-492B-9A3E-58B2AEBC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sz="3200" b="1" dirty="0"/>
              <a:t>(Summing up)</a:t>
            </a:r>
            <a:br>
              <a:rPr lang="en-IE" sz="3200" b="1" dirty="0"/>
            </a:br>
            <a:br>
              <a:rPr lang="en-IE" b="1" dirty="0"/>
            </a:br>
            <a:r>
              <a:rPr lang="en-IE" b="1" dirty="0"/>
              <a:t>Our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3E633-FCFD-4B7F-9FC2-387B55716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IE" sz="4400" dirty="0"/>
              <a:t>Develop an RL algorithm for </a:t>
            </a:r>
            <a:r>
              <a:rPr lang="en-IE" sz="4400" b="1" dirty="0">
                <a:solidFill>
                  <a:srgbClr val="00B050"/>
                </a:solidFill>
              </a:rPr>
              <a:t>sample-efficient solution </a:t>
            </a:r>
            <a:r>
              <a:rPr lang="en-IE" sz="4400" dirty="0"/>
              <a:t>of stochastic </a:t>
            </a:r>
            <a:r>
              <a:rPr lang="en-IE" sz="4400" b="1" dirty="0">
                <a:solidFill>
                  <a:srgbClr val="00B050"/>
                </a:solidFill>
              </a:rPr>
              <a:t>optimisation</a:t>
            </a:r>
            <a:r>
              <a:rPr lang="en-IE" sz="4400" dirty="0"/>
              <a:t> problems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6D253-4685-4DDB-8437-D3E10564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F19C-8B60-434E-864F-08246179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F230-8A2E-41DB-AA62-CED83BE5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r>
              <a:rPr lang="en-US" dirty="0"/>
              <a:t> / 30</a:t>
            </a:r>
          </a:p>
        </p:txBody>
      </p:sp>
    </p:spTree>
    <p:extLst>
      <p:ext uri="{BB962C8B-B14F-4D97-AF65-F5344CB8AC3E}">
        <p14:creationId xmlns:p14="http://schemas.microsoft.com/office/powerpoint/2010/main" val="1524418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57C7-E2EE-492B-9A3E-58B2AEBC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sz="3200" b="1" dirty="0"/>
              <a:t>(Summing up)</a:t>
            </a:r>
            <a:br>
              <a:rPr lang="en-IE" sz="3200" b="1" dirty="0"/>
            </a:br>
            <a:br>
              <a:rPr lang="en-IE" sz="3600" b="1" dirty="0"/>
            </a:br>
            <a:r>
              <a:rPr lang="en-IE" sz="3600" b="1" dirty="0"/>
              <a:t>T</a:t>
            </a:r>
            <a:r>
              <a:rPr lang="en-IE" b="1" dirty="0"/>
              <a:t>he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3E633-FCFD-4B7F-9FC2-387B55716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136525"/>
            <a:ext cx="8069813" cy="5984357"/>
          </a:xfrm>
        </p:spPr>
        <p:txBody>
          <a:bodyPr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IE" sz="3600" dirty="0"/>
              <a:t>Optimize a </a:t>
            </a:r>
            <a:br>
              <a:rPr lang="en-IE" sz="3600" dirty="0"/>
            </a:br>
            <a:r>
              <a:rPr lang="en-IE" sz="3600" b="1" dirty="0">
                <a:solidFill>
                  <a:srgbClr val="00B050"/>
                </a:solidFill>
              </a:rPr>
              <a:t>long-term objective </a:t>
            </a:r>
            <a:r>
              <a:rPr lang="en-IE" sz="2800" dirty="0">
                <a:solidFill>
                  <a:srgbClr val="00B050"/>
                </a:solidFill>
              </a:rPr>
              <a:t>(average cost)</a:t>
            </a:r>
            <a:r>
              <a:rPr lang="en-IE" sz="3600" b="1" dirty="0">
                <a:solidFill>
                  <a:srgbClr val="00B050"/>
                </a:solidFill>
              </a:rPr>
              <a:t>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IE" sz="3600" dirty="0"/>
              <a:t>whose value depends on</a:t>
            </a:r>
            <a:br>
              <a:rPr lang="en-IE" sz="3600" dirty="0"/>
            </a:br>
            <a:r>
              <a:rPr lang="en-IE" sz="3600" b="1" dirty="0">
                <a:solidFill>
                  <a:srgbClr val="00B050"/>
                </a:solidFill>
              </a:rPr>
              <a:t>decisions taken over time </a:t>
            </a:r>
            <a:r>
              <a:rPr lang="en-IE" sz="2800" dirty="0">
                <a:solidFill>
                  <a:srgbClr val="00B050"/>
                </a:solidFill>
              </a:rPr>
              <a:t>(accept/reject job)</a:t>
            </a:r>
            <a:endParaRPr lang="en-IE" sz="3600" b="1" dirty="0">
              <a:solidFill>
                <a:srgbClr val="00B050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IE" sz="3600" dirty="0"/>
              <a:t>potentially affected by</a:t>
            </a:r>
            <a:br>
              <a:rPr lang="en-IE" sz="3600" dirty="0"/>
            </a:br>
            <a:r>
              <a:rPr lang="en-IE" sz="3600" b="1" dirty="0">
                <a:solidFill>
                  <a:srgbClr val="00B050"/>
                </a:solidFill>
              </a:rPr>
              <a:t>large rare rewards </a:t>
            </a:r>
            <a:r>
              <a:rPr lang="en-IE" sz="2800" dirty="0">
                <a:solidFill>
                  <a:srgbClr val="00B050"/>
                </a:solidFill>
              </a:rPr>
              <a:t>(rejection cost)</a:t>
            </a:r>
            <a:endParaRPr lang="en-IE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6D253-4685-4DDB-8437-D3E10564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F19C-8B60-434E-864F-08246179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F230-8A2E-41DB-AA62-CED83BE5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r>
              <a:rPr lang="en-US" dirty="0"/>
              <a:t> / 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FABA1-241C-4B16-81C4-4FB91B496258}"/>
              </a:ext>
            </a:extLst>
          </p:cNvPr>
          <p:cNvSpPr txBox="1"/>
          <p:nvPr/>
        </p:nvSpPr>
        <p:spPr>
          <a:xfrm>
            <a:off x="4343441" y="3799531"/>
            <a:ext cx="6982691" cy="9820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2400" dirty="0"/>
              <a:t>Mathematical framework:</a:t>
            </a:r>
            <a:br>
              <a:rPr lang="en-IE" sz="2400" dirty="0"/>
            </a:br>
            <a:r>
              <a:rPr lang="en-IE" sz="2400" b="1" dirty="0"/>
              <a:t>Markov decision processes (MDP)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5CEE31-4219-40A7-A5D2-E535538CA190}"/>
              </a:ext>
            </a:extLst>
          </p:cNvPr>
          <p:cNvSpPr txBox="1"/>
          <p:nvPr/>
        </p:nvSpPr>
        <p:spPr>
          <a:xfrm>
            <a:off x="4334110" y="5483628"/>
            <a:ext cx="6982691" cy="9545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2400" dirty="0"/>
              <a:t>Optimisation output:</a:t>
            </a:r>
            <a:br>
              <a:rPr lang="en-IE" sz="2400" dirty="0"/>
            </a:br>
            <a:r>
              <a:rPr lang="en-IE" sz="2400" b="1" dirty="0">
                <a:solidFill>
                  <a:srgbClr val="C00000"/>
                </a:solidFill>
              </a:rPr>
              <a:t>Policy </a:t>
            </a:r>
            <a:r>
              <a:rPr lang="en-IE" sz="2400" b="1" dirty="0">
                <a:solidFill>
                  <a:srgbClr val="C00000"/>
                </a:solidFill>
                <a:sym typeface="Symbol" panose="05050102010706020507" pitchFamily="18" charset="2"/>
              </a:rPr>
              <a:t> = </a:t>
            </a:r>
            <a:r>
              <a:rPr lang="en-IE" sz="2400" b="1" dirty="0">
                <a:solidFill>
                  <a:srgbClr val="C00000"/>
                </a:solidFill>
              </a:rPr>
              <a:t>Probability(action | state)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D0ADF-823E-4125-80A4-D774C487706F}"/>
              </a:ext>
            </a:extLst>
          </p:cNvPr>
          <p:cNvSpPr txBox="1"/>
          <p:nvPr/>
        </p:nvSpPr>
        <p:spPr>
          <a:xfrm>
            <a:off x="4334110" y="4648402"/>
            <a:ext cx="6982691" cy="9545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2400" dirty="0"/>
              <a:t>Methodological framework:</a:t>
            </a:r>
            <a:br>
              <a:rPr lang="en-IE" sz="2400" dirty="0"/>
            </a:br>
            <a:r>
              <a:rPr lang="en-IE" sz="2400" b="1" dirty="0"/>
              <a:t>Reinforcement learning (RL)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14D8B4-A2A8-41C3-8111-3E091B2AC69F}"/>
              </a:ext>
            </a:extLst>
          </p:cNvPr>
          <p:cNvSpPr/>
          <p:nvPr/>
        </p:nvSpPr>
        <p:spPr>
          <a:xfrm>
            <a:off x="5169167" y="3799531"/>
            <a:ext cx="5309119" cy="263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615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57C7-E2EE-492B-9A3E-58B2AEBC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3089108" cy="4601183"/>
          </a:xfrm>
        </p:spPr>
        <p:txBody>
          <a:bodyPr/>
          <a:lstStyle/>
          <a:p>
            <a:pPr algn="ctr"/>
            <a:r>
              <a:rPr lang="en-IE" sz="3200" b="1" dirty="0"/>
              <a:t>(Summing up) </a:t>
            </a:r>
            <a:br>
              <a:rPr lang="en-IE" sz="3200" b="1" dirty="0"/>
            </a:br>
            <a:br>
              <a:rPr lang="en-IE" sz="3600" b="1" dirty="0"/>
            </a:br>
            <a:r>
              <a:rPr lang="en-IE" b="1" dirty="0"/>
              <a:t>Why Reinforcement Learning (RL)?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3E633-FCFD-4B7F-9FC2-387B55716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IE" sz="4400" dirty="0"/>
              <a:t>RL is </a:t>
            </a:r>
            <a:r>
              <a:rPr lang="en-IE" sz="4400" b="1" dirty="0">
                <a:solidFill>
                  <a:srgbClr val="00B050"/>
                </a:solidFill>
              </a:rPr>
              <a:t>model-free</a:t>
            </a:r>
            <a:br>
              <a:rPr lang="en-IE" sz="4400" b="1" dirty="0">
                <a:solidFill>
                  <a:srgbClr val="00B050"/>
                </a:solidFill>
              </a:rPr>
            </a:br>
            <a:r>
              <a:rPr lang="en-IE" sz="4400" dirty="0"/>
              <a:t>and can find optimal policies by </a:t>
            </a:r>
            <a:r>
              <a:rPr lang="en-IE" sz="4400" b="1" dirty="0">
                <a:solidFill>
                  <a:srgbClr val="00B050"/>
                </a:solidFill>
              </a:rPr>
              <a:t>trial and error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6D253-4685-4DDB-8437-D3E10564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F19C-8B60-434E-864F-08246179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F230-8A2E-41DB-AA62-CED83BE5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r>
              <a:rPr lang="en-US" dirty="0"/>
              <a:t> / 30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2809B-E4A9-4B0D-AF67-06AA69F7F5C6}"/>
              </a:ext>
            </a:extLst>
          </p:cNvPr>
          <p:cNvSpPr txBox="1"/>
          <p:nvPr/>
        </p:nvSpPr>
        <p:spPr>
          <a:xfrm>
            <a:off x="4035522" y="3986929"/>
            <a:ext cx="7676187" cy="171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3600" dirty="0"/>
              <a:t>It’s </a:t>
            </a:r>
            <a:r>
              <a:rPr lang="en-IE" sz="3600" b="1" dirty="0">
                <a:solidFill>
                  <a:srgbClr val="00B050"/>
                </a:solidFill>
              </a:rPr>
              <a:t>appealing</a:t>
            </a:r>
            <a:r>
              <a:rPr lang="en-IE" sz="3600" b="1" dirty="0"/>
              <a:t> </a:t>
            </a:r>
            <a:r>
              <a:rPr lang="en-IE" sz="3600" dirty="0"/>
              <a:t>for solving</a:t>
            </a:r>
            <a:br>
              <a:rPr lang="en-IE" sz="3600" dirty="0"/>
            </a:br>
            <a:r>
              <a:rPr lang="en-IE" sz="3600" b="1" dirty="0"/>
              <a:t>complex optimisation problems </a:t>
            </a:r>
            <a:r>
              <a:rPr lang="en-IE" sz="3600" dirty="0"/>
              <a:t>(</a:t>
            </a:r>
            <a:r>
              <a:rPr lang="en-IE" sz="3600" u="sng" dirty="0"/>
              <a:t>difficult to model</a:t>
            </a:r>
            <a:r>
              <a:rPr lang="en-IE" sz="3600" b="1" dirty="0"/>
              <a:t> </a:t>
            </a:r>
            <a:r>
              <a:rPr lang="en-IE" sz="3600" dirty="0"/>
              <a:t>or</a:t>
            </a:r>
            <a:r>
              <a:rPr lang="en-IE" sz="3600" b="1" dirty="0"/>
              <a:t> </a:t>
            </a:r>
            <a:r>
              <a:rPr lang="en-IE" sz="3600" u="sng" dirty="0"/>
              <a:t>highly nonlinear</a:t>
            </a:r>
            <a:r>
              <a:rPr lang="en-IE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1789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57C7-E2EE-492B-9A3E-58B2AEBC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sz="3200" b="1" dirty="0"/>
              <a:t>(Summing up)</a:t>
            </a:r>
            <a:br>
              <a:rPr lang="en-IE" sz="3200" b="1" dirty="0"/>
            </a:br>
            <a:br>
              <a:rPr lang="en-IE" sz="3600" b="1" dirty="0"/>
            </a:br>
            <a:r>
              <a:rPr lang="en-IE" dirty="0"/>
              <a:t>but there are</a:t>
            </a:r>
            <a:br>
              <a:rPr lang="en-IE" b="1" dirty="0"/>
            </a:br>
            <a:r>
              <a:rPr lang="en-IE" b="1" dirty="0">
                <a:solidFill>
                  <a:srgbClr val="C00000"/>
                </a:solidFill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3E633-FCFD-4B7F-9FC2-387B55716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112257"/>
            <a:ext cx="7315200" cy="3661710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E" sz="2800" b="1" dirty="0"/>
              <a:t>Computing intensive </a:t>
            </a:r>
            <a:r>
              <a:rPr lang="en-IE" sz="2800" dirty="0">
                <a:sym typeface="Wingdings" panose="05000000000000000000" pitchFamily="2" charset="2"/>
              </a:rPr>
              <a:t> </a:t>
            </a:r>
            <a:r>
              <a:rPr lang="en-IE" sz="2800" i="1" dirty="0">
                <a:solidFill>
                  <a:srgbClr val="C00000"/>
                </a:solidFill>
                <a:sym typeface="Wingdings" panose="05000000000000000000" pitchFamily="2" charset="2"/>
              </a:rPr>
              <a:t>How to </a:t>
            </a:r>
            <a:r>
              <a:rPr lang="en-IE" sz="2800" b="1" i="1" dirty="0">
                <a:solidFill>
                  <a:srgbClr val="C00000"/>
                </a:solidFill>
                <a:sym typeface="Wingdings" panose="05000000000000000000" pitchFamily="2" charset="2"/>
              </a:rPr>
              <a:t>discover </a:t>
            </a:r>
            <a:r>
              <a:rPr lang="en-IE" sz="2800" i="1" dirty="0">
                <a:solidFill>
                  <a:srgbClr val="C00000"/>
                </a:solidFill>
                <a:sym typeface="Wingdings" panose="05000000000000000000" pitchFamily="2" charset="2"/>
              </a:rPr>
              <a:t>the environment </a:t>
            </a:r>
            <a:r>
              <a:rPr lang="en-IE" sz="2800" b="1" i="1" dirty="0">
                <a:solidFill>
                  <a:srgbClr val="C00000"/>
                </a:solidFill>
                <a:sym typeface="Wingdings" panose="05000000000000000000" pitchFamily="2" charset="2"/>
              </a:rPr>
              <a:t>efficiently in large configuration spaces</a:t>
            </a:r>
            <a:r>
              <a:rPr lang="en-IE" sz="2800" i="1" dirty="0">
                <a:solidFill>
                  <a:srgbClr val="C00000"/>
                </a:solidFill>
                <a:sym typeface="Wingdings" panose="05000000000000000000" pitchFamily="2" charset="2"/>
              </a:rPr>
              <a:t>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E" sz="2800" b="1" dirty="0">
                <a:sym typeface="Wingdings" panose="05000000000000000000" pitchFamily="2" charset="2"/>
              </a:rPr>
              <a:t>Uneven </a:t>
            </a:r>
            <a:r>
              <a:rPr lang="en-IE" sz="2800" dirty="0">
                <a:sym typeface="Wingdings" panose="05000000000000000000" pitchFamily="2" charset="2"/>
              </a:rPr>
              <a:t>probability distribution  </a:t>
            </a:r>
            <a:r>
              <a:rPr lang="en-IE" sz="2800" i="1" dirty="0">
                <a:solidFill>
                  <a:srgbClr val="C00000"/>
                </a:solidFill>
                <a:sym typeface="Wingdings" panose="05000000000000000000" pitchFamily="2" charset="2"/>
              </a:rPr>
              <a:t>A few states could be </a:t>
            </a:r>
            <a:r>
              <a:rPr lang="en-IE" sz="2800" b="1" i="1" dirty="0">
                <a:solidFill>
                  <a:srgbClr val="0070C0"/>
                </a:solidFill>
                <a:sym typeface="Wingdings" panose="05000000000000000000" pitchFamily="2" charset="2"/>
              </a:rPr>
              <a:t>rarely visited </a:t>
            </a:r>
            <a:r>
              <a:rPr lang="en-IE" sz="2800" i="1" dirty="0">
                <a:solidFill>
                  <a:srgbClr val="C00000"/>
                </a:solidFill>
                <a:sym typeface="Wingdings" panose="05000000000000000000" pitchFamily="2" charset="2"/>
              </a:rPr>
              <a:t>but yield </a:t>
            </a:r>
            <a:r>
              <a:rPr lang="en-IE" sz="2800" b="1" i="1" dirty="0">
                <a:solidFill>
                  <a:srgbClr val="7030A0"/>
                </a:solidFill>
                <a:sym typeface="Wingdings" panose="05000000000000000000" pitchFamily="2" charset="2"/>
              </a:rPr>
              <a:t>very large rewards</a:t>
            </a:r>
            <a:r>
              <a:rPr lang="en-IE" sz="2800" b="1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IE" sz="2800" i="1" dirty="0">
                <a:solidFill>
                  <a:srgbClr val="C00000"/>
                </a:solidFill>
                <a:sym typeface="Wingdings" panose="05000000000000000000" pitchFamily="2" charset="2"/>
              </a:rPr>
              <a:t>impacting optimisation…</a:t>
            </a:r>
            <a:endParaRPr lang="en-IE" sz="2800" i="1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</a:pPr>
            <a:endParaRPr lang="en-IE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6D253-4685-4DDB-8437-D3E10564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F19C-8B60-434E-864F-08246179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F230-8A2E-41DB-AA62-CED83BE5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r>
              <a:rPr lang="en-US" dirty="0"/>
              <a:t> / 30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42B92A-8F28-490A-9C67-EF3FD1190841}"/>
              </a:ext>
            </a:extLst>
          </p:cNvPr>
          <p:cNvSpPr txBox="1"/>
          <p:nvPr/>
        </p:nvSpPr>
        <p:spPr>
          <a:xfrm>
            <a:off x="4083110" y="5100772"/>
            <a:ext cx="7214542" cy="10574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IE" sz="3200" b="1" dirty="0">
                <a:solidFill>
                  <a:schemeClr val="bg1"/>
                </a:solidFill>
              </a:rPr>
              <a:t>Efficient exploration </a:t>
            </a:r>
            <a:r>
              <a:rPr lang="en-IE" sz="3200" dirty="0">
                <a:solidFill>
                  <a:schemeClr val="bg1"/>
                </a:solidFill>
              </a:rPr>
              <a:t>(to find </a:t>
            </a:r>
            <a:r>
              <a:rPr lang="en-IE" sz="3200" b="1" dirty="0">
                <a:solidFill>
                  <a:srgbClr val="7030A0"/>
                </a:solidFill>
              </a:rPr>
              <a:t>rewards</a:t>
            </a:r>
            <a:r>
              <a:rPr lang="en-IE" sz="3200" dirty="0">
                <a:solidFill>
                  <a:schemeClr val="bg1"/>
                </a:solidFill>
              </a:rPr>
              <a:t>)</a:t>
            </a:r>
            <a:br>
              <a:rPr lang="en-IE" sz="3200" b="1" dirty="0">
                <a:solidFill>
                  <a:schemeClr val="bg1"/>
                </a:solidFill>
              </a:rPr>
            </a:br>
            <a:r>
              <a:rPr lang="en-IE" sz="3200" dirty="0">
                <a:solidFill>
                  <a:schemeClr val="bg1"/>
                </a:solidFill>
              </a:rPr>
              <a:t>is one of the main problems in RL</a:t>
            </a:r>
            <a:endParaRPr lang="en-IE" sz="3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393DC-98D7-4A5A-AA2E-C8A25B50DDEC}"/>
              </a:ext>
            </a:extLst>
          </p:cNvPr>
          <p:cNvSpPr txBox="1"/>
          <p:nvPr/>
        </p:nvSpPr>
        <p:spPr>
          <a:xfrm>
            <a:off x="4040141" y="75319"/>
            <a:ext cx="6982691" cy="10930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3200" b="1" dirty="0">
                <a:solidFill>
                  <a:srgbClr val="C00000"/>
                </a:solidFill>
              </a:rPr>
              <a:t>How long it takes </a:t>
            </a:r>
            <a:br>
              <a:rPr lang="en-IE" sz="3200" b="1" dirty="0">
                <a:solidFill>
                  <a:srgbClr val="C00000"/>
                </a:solidFill>
              </a:rPr>
            </a:br>
            <a:r>
              <a:rPr lang="en-IE" sz="3200" dirty="0">
                <a:solidFill>
                  <a:srgbClr val="C00000"/>
                </a:solidFill>
              </a:rPr>
              <a:t>to find an optimum?</a:t>
            </a:r>
            <a:endParaRPr lang="en-IE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0346C4-3E3F-40CC-9C08-C5D495531FB0}"/>
                  </a:ext>
                </a:extLst>
              </p14:cNvPr>
              <p14:cNvContentPartPr/>
              <p14:nvPr/>
            </p14:nvContentPartPr>
            <p14:xfrm>
              <a:off x="5502604" y="3843341"/>
              <a:ext cx="4122591" cy="1185457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0346C4-3E3F-40CC-9C08-C5D495531F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84605" y="3825341"/>
                <a:ext cx="4158230" cy="1221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B016A68-1181-4A49-BE06-DE2C868DE79C}"/>
                  </a:ext>
                </a:extLst>
              </p14:cNvPr>
              <p14:cNvContentPartPr/>
              <p14:nvPr/>
            </p14:nvContentPartPr>
            <p14:xfrm>
              <a:off x="4548578" y="4194994"/>
              <a:ext cx="868490" cy="565642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B016A68-1181-4A49-BE06-DE2C868DE7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30582" y="4176991"/>
                <a:ext cx="904122" cy="601287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109D3E-17C3-4A7D-B471-D5F6B2990EF7}"/>
              </a:ext>
            </a:extLst>
          </p:cNvPr>
          <p:cNvCxnSpPr/>
          <p:nvPr/>
        </p:nvCxnSpPr>
        <p:spPr>
          <a:xfrm>
            <a:off x="4625528" y="5028798"/>
            <a:ext cx="51691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72B2C7C-91AD-4C1C-8FDC-0C96A97E70EF}"/>
              </a:ext>
            </a:extLst>
          </p:cNvPr>
          <p:cNvSpPr/>
          <p:nvPr/>
        </p:nvSpPr>
        <p:spPr>
          <a:xfrm>
            <a:off x="9122883" y="3935271"/>
            <a:ext cx="502312" cy="1084196"/>
          </a:xfrm>
          <a:prstGeom prst="rect">
            <a:avLst/>
          </a:prstGeom>
          <a:solidFill>
            <a:srgbClr val="7030A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Large reward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4D6C5-EE44-474C-B0EF-869BA013B352}"/>
              </a:ext>
            </a:extLst>
          </p:cNvPr>
          <p:cNvSpPr txBox="1"/>
          <p:nvPr/>
        </p:nvSpPr>
        <p:spPr>
          <a:xfrm>
            <a:off x="9975655" y="3843197"/>
            <a:ext cx="1819394" cy="1204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i="1" dirty="0">
                <a:solidFill>
                  <a:srgbClr val="0070C0"/>
                </a:solidFill>
              </a:rPr>
              <a:t>Visit probability </a:t>
            </a:r>
            <a:r>
              <a:rPr lang="en-IE" b="1" i="1" dirty="0">
                <a:solidFill>
                  <a:srgbClr val="0070C0"/>
                </a:solidFill>
              </a:rPr>
              <a:t>decreases </a:t>
            </a:r>
            <a:r>
              <a:rPr lang="en-IE" i="1" dirty="0">
                <a:solidFill>
                  <a:srgbClr val="0070C0"/>
                </a:solidFill>
              </a:rPr>
              <a:t>as state x gets closer to the </a:t>
            </a:r>
            <a:r>
              <a:rPr lang="en-IE" b="1" i="1" dirty="0">
                <a:solidFill>
                  <a:srgbClr val="7030A0"/>
                </a:solidFill>
              </a:rPr>
              <a:t>reward</a:t>
            </a:r>
          </a:p>
        </p:txBody>
      </p:sp>
    </p:spTree>
    <p:extLst>
      <p:ext uri="{BB962C8B-B14F-4D97-AF65-F5344CB8AC3E}">
        <p14:creationId xmlns:p14="http://schemas.microsoft.com/office/powerpoint/2010/main" val="298396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/>
      <p:bldP spid="15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57C7-E2EE-492B-9A3E-58B2AEBC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3089108" cy="4601183"/>
          </a:xfrm>
        </p:spPr>
        <p:txBody>
          <a:bodyPr/>
          <a:lstStyle/>
          <a:p>
            <a:pPr algn="ctr"/>
            <a:r>
              <a:rPr lang="en-IE" b="1" dirty="0"/>
              <a:t>Existing methods</a:t>
            </a:r>
            <a:br>
              <a:rPr lang="en-IE" b="1" dirty="0"/>
            </a:br>
            <a:br>
              <a:rPr lang="en-IE" b="1" dirty="0"/>
            </a:br>
            <a:br>
              <a:rPr lang="en-IE" b="1" dirty="0"/>
            </a:br>
            <a:br>
              <a:rPr lang="en-IE" b="1" dirty="0"/>
            </a:br>
            <a:br>
              <a:rPr lang="en-IE" b="1" dirty="0"/>
            </a:br>
            <a:br>
              <a:rPr lang="en-IE" b="1" dirty="0"/>
            </a:br>
            <a:endParaRPr lang="en-IE" b="1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6D253-4685-4DDB-8437-D3E10564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F19C-8B60-434E-864F-08246179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F230-8A2E-41DB-AA62-CED83BE5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r>
              <a:rPr lang="en-US" dirty="0"/>
              <a:t> / 30</a:t>
            </a:r>
          </a:p>
        </p:txBody>
      </p:sp>
      <p:sp>
        <p:nvSpPr>
          <p:cNvPr id="11" name="Content Placeholder 26">
            <a:extLst>
              <a:ext uri="{FF2B5EF4-FFF2-40B4-BE49-F238E27FC236}">
                <a16:creationId xmlns:a16="http://schemas.microsoft.com/office/drawing/2014/main" id="{3A8CBE8E-7E82-4747-94B6-51D37E37A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8342" y="1689774"/>
            <a:ext cx="2778267" cy="11280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E" b="1" dirty="0">
                <a:latin typeface="Calibri" panose="020F0502020204030204" pitchFamily="34" charset="0"/>
                <a:cs typeface="Calibri" panose="020F0502020204030204" pitchFamily="34" charset="0"/>
              </a:rPr>
              <a:t>Importance Sampling</a:t>
            </a:r>
          </a:p>
        </p:txBody>
      </p:sp>
      <p:sp>
        <p:nvSpPr>
          <p:cNvPr id="12" name="Content Placeholder 26">
            <a:extLst>
              <a:ext uri="{FF2B5EF4-FFF2-40B4-BE49-F238E27FC236}">
                <a16:creationId xmlns:a16="http://schemas.microsoft.com/office/drawing/2014/main" id="{87F2DE52-DA65-463B-A723-EA258BD6FDEC}"/>
              </a:ext>
            </a:extLst>
          </p:cNvPr>
          <p:cNvSpPr txBox="1">
            <a:spLocks/>
          </p:cNvSpPr>
          <p:nvPr/>
        </p:nvSpPr>
        <p:spPr>
          <a:xfrm>
            <a:off x="9123819" y="878012"/>
            <a:ext cx="2864259" cy="586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itchFamily="18" charset="2"/>
              <a:buNone/>
            </a:pPr>
            <a:r>
              <a:rPr lang="en-IE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</a:t>
            </a:r>
            <a:endParaRPr lang="en-I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Content Placeholder 26">
            <a:extLst>
              <a:ext uri="{FF2B5EF4-FFF2-40B4-BE49-F238E27FC236}">
                <a16:creationId xmlns:a16="http://schemas.microsoft.com/office/drawing/2014/main" id="{E5360B70-FCC4-4C13-9E86-258AE8A1EA32}"/>
              </a:ext>
            </a:extLst>
          </p:cNvPr>
          <p:cNvSpPr txBox="1">
            <a:spLocks/>
          </p:cNvSpPr>
          <p:nvPr/>
        </p:nvSpPr>
        <p:spPr>
          <a:xfrm>
            <a:off x="6314749" y="871788"/>
            <a:ext cx="2778267" cy="5931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itchFamily="18" charset="2"/>
              <a:buNone/>
            </a:pPr>
            <a:r>
              <a:rPr lang="en-IE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DESCRIPTION</a:t>
            </a:r>
          </a:p>
        </p:txBody>
      </p:sp>
      <p:sp>
        <p:nvSpPr>
          <p:cNvPr id="17" name="Content Placeholder 26">
            <a:extLst>
              <a:ext uri="{FF2B5EF4-FFF2-40B4-BE49-F238E27FC236}">
                <a16:creationId xmlns:a16="http://schemas.microsoft.com/office/drawing/2014/main" id="{2FFA7214-CB66-421D-ADF9-909654822A1E}"/>
              </a:ext>
            </a:extLst>
          </p:cNvPr>
          <p:cNvSpPr txBox="1">
            <a:spLocks/>
          </p:cNvSpPr>
          <p:nvPr/>
        </p:nvSpPr>
        <p:spPr>
          <a:xfrm>
            <a:off x="3542705" y="3092479"/>
            <a:ext cx="2778267" cy="8916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 2" pitchFamily="18" charset="2"/>
              <a:buNone/>
            </a:pPr>
            <a:r>
              <a:rPr lang="en-IE" b="1" dirty="0">
                <a:latin typeface="Calibri" panose="020F0502020204030204" pitchFamily="34" charset="0"/>
                <a:cs typeface="Calibri" panose="020F0502020204030204" pitchFamily="34" charset="0"/>
              </a:rPr>
              <a:t>Reward shaping</a:t>
            </a:r>
          </a:p>
        </p:txBody>
      </p:sp>
      <p:sp>
        <p:nvSpPr>
          <p:cNvPr id="18" name="Content Placeholder 26">
            <a:extLst>
              <a:ext uri="{FF2B5EF4-FFF2-40B4-BE49-F238E27FC236}">
                <a16:creationId xmlns:a16="http://schemas.microsoft.com/office/drawing/2014/main" id="{C2F2583D-B8A8-40B8-99DE-5F09BF7B6B3A}"/>
              </a:ext>
            </a:extLst>
          </p:cNvPr>
          <p:cNvSpPr txBox="1">
            <a:spLocks/>
          </p:cNvSpPr>
          <p:nvPr/>
        </p:nvSpPr>
        <p:spPr>
          <a:xfrm>
            <a:off x="9220236" y="3111143"/>
            <a:ext cx="2864259" cy="8637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 2" pitchFamily="18" charset="2"/>
              <a:buNone/>
            </a:pP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Requires </a:t>
            </a:r>
            <a:r>
              <a:rPr lang="en-IE" i="1" dirty="0">
                <a:latin typeface="Calibri" panose="020F0502020204030204" pitchFamily="34" charset="0"/>
                <a:cs typeface="Calibri" panose="020F0502020204030204" pitchFamily="34" charset="0"/>
              </a:rPr>
              <a:t>domain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i="1" dirty="0">
                <a:latin typeface="Calibri" panose="020F0502020204030204" pitchFamily="34" charset="0"/>
                <a:cs typeface="Calibri" panose="020F0502020204030204" pitchFamily="34" charset="0"/>
              </a:rPr>
              <a:t>knowledge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9" name="Content Placeholder 26">
            <a:extLst>
              <a:ext uri="{FF2B5EF4-FFF2-40B4-BE49-F238E27FC236}">
                <a16:creationId xmlns:a16="http://schemas.microsoft.com/office/drawing/2014/main" id="{3AB262D7-84A1-4C11-BBE1-D7D198580132}"/>
              </a:ext>
            </a:extLst>
          </p:cNvPr>
          <p:cNvSpPr txBox="1">
            <a:spLocks/>
          </p:cNvSpPr>
          <p:nvPr/>
        </p:nvSpPr>
        <p:spPr>
          <a:xfrm>
            <a:off x="6382321" y="3095588"/>
            <a:ext cx="2778267" cy="8885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 2" pitchFamily="18" charset="2"/>
              <a:buNone/>
            </a:pPr>
            <a:r>
              <a:rPr lang="en-IE" i="1" dirty="0">
                <a:latin typeface="Calibri" panose="020F0502020204030204" pitchFamily="34" charset="0"/>
                <a:cs typeface="Calibri" panose="020F0502020204030204" pitchFamily="34" charset="0"/>
              </a:rPr>
              <a:t>Engineer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i="1" dirty="0">
                <a:latin typeface="Calibri" panose="020F0502020204030204" pitchFamily="34" charset="0"/>
                <a:cs typeface="Calibri" panose="020F0502020204030204" pitchFamily="34" charset="0"/>
              </a:rPr>
              <a:t>rewards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 to help learn faster.</a:t>
            </a:r>
          </a:p>
        </p:txBody>
      </p:sp>
      <p:sp>
        <p:nvSpPr>
          <p:cNvPr id="20" name="Content Placeholder 26">
            <a:extLst>
              <a:ext uri="{FF2B5EF4-FFF2-40B4-BE49-F238E27FC236}">
                <a16:creationId xmlns:a16="http://schemas.microsoft.com/office/drawing/2014/main" id="{A9708DB5-964D-46CD-A8D0-0394354EB51F}"/>
              </a:ext>
            </a:extLst>
          </p:cNvPr>
          <p:cNvSpPr txBox="1">
            <a:spLocks/>
          </p:cNvSpPr>
          <p:nvPr/>
        </p:nvSpPr>
        <p:spPr>
          <a:xfrm>
            <a:off x="3536482" y="4383214"/>
            <a:ext cx="2778267" cy="8916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 2" pitchFamily="18" charset="2"/>
              <a:buNone/>
            </a:pPr>
            <a:r>
              <a:rPr lang="en-IE" b="1" dirty="0">
                <a:latin typeface="Calibri" panose="020F0502020204030204" pitchFamily="34" charset="0"/>
                <a:cs typeface="Calibri" panose="020F0502020204030204" pitchFamily="34" charset="0"/>
              </a:rPr>
              <a:t>Curiosity-driven methods</a:t>
            </a:r>
          </a:p>
        </p:txBody>
      </p:sp>
      <p:sp>
        <p:nvSpPr>
          <p:cNvPr id="21" name="Content Placeholder 26">
            <a:extLst>
              <a:ext uri="{FF2B5EF4-FFF2-40B4-BE49-F238E27FC236}">
                <a16:creationId xmlns:a16="http://schemas.microsoft.com/office/drawing/2014/main" id="{96C86332-1188-4F2C-A3E1-4C943BC8A0F8}"/>
              </a:ext>
            </a:extLst>
          </p:cNvPr>
          <p:cNvSpPr txBox="1">
            <a:spLocks/>
          </p:cNvSpPr>
          <p:nvPr/>
        </p:nvSpPr>
        <p:spPr>
          <a:xfrm>
            <a:off x="9148696" y="4149949"/>
            <a:ext cx="2864259" cy="8637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 2" pitchFamily="18" charset="2"/>
              <a:buNone/>
            </a:pPr>
            <a:endParaRPr lang="en-I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Content Placeholder 26">
            <a:extLst>
              <a:ext uri="{FF2B5EF4-FFF2-40B4-BE49-F238E27FC236}">
                <a16:creationId xmlns:a16="http://schemas.microsoft.com/office/drawing/2014/main" id="{C43C0E6A-D083-4687-B34E-23721407215A}"/>
              </a:ext>
            </a:extLst>
          </p:cNvPr>
          <p:cNvSpPr txBox="1">
            <a:spLocks/>
          </p:cNvSpPr>
          <p:nvPr/>
        </p:nvSpPr>
        <p:spPr>
          <a:xfrm>
            <a:off x="6376098" y="4386323"/>
            <a:ext cx="2794376" cy="1267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 2" pitchFamily="18" charset="2"/>
              <a:buNone/>
            </a:pPr>
            <a:r>
              <a:rPr lang="en-IE" i="1" dirty="0">
                <a:latin typeface="Calibri" panose="020F0502020204030204" pitchFamily="34" charset="0"/>
                <a:cs typeface="Calibri" panose="020F0502020204030204" pitchFamily="34" charset="0"/>
              </a:rPr>
              <a:t>Bonus 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in objective function to encourage exploring elsewhere.</a:t>
            </a:r>
          </a:p>
        </p:txBody>
      </p:sp>
      <p:sp>
        <p:nvSpPr>
          <p:cNvPr id="26" name="Content Placeholder 26">
            <a:extLst>
              <a:ext uri="{FF2B5EF4-FFF2-40B4-BE49-F238E27FC236}">
                <a16:creationId xmlns:a16="http://schemas.microsoft.com/office/drawing/2014/main" id="{5B2FA4AF-8EC0-4C2A-8070-F0198A5E8FFB}"/>
              </a:ext>
            </a:extLst>
          </p:cNvPr>
          <p:cNvSpPr txBox="1">
            <a:spLocks/>
          </p:cNvSpPr>
          <p:nvPr/>
        </p:nvSpPr>
        <p:spPr>
          <a:xfrm>
            <a:off x="3478244" y="862459"/>
            <a:ext cx="2778267" cy="5931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itchFamily="18" charset="2"/>
              <a:buNone/>
            </a:pPr>
            <a:r>
              <a:rPr lang="en-IE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CDE347BD-A933-46AF-8769-5BD754A59DB2}"/>
              </a:ext>
            </a:extLst>
          </p:cNvPr>
          <p:cNvSpPr txBox="1">
            <a:spLocks/>
          </p:cNvSpPr>
          <p:nvPr/>
        </p:nvSpPr>
        <p:spPr>
          <a:xfrm>
            <a:off x="6392207" y="1689774"/>
            <a:ext cx="2778267" cy="11280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E" i="1" dirty="0"/>
              <a:t>Alternative exploration policy</a:t>
            </a:r>
            <a:r>
              <a:rPr lang="en-IE" dirty="0"/>
              <a:t> to boost visit of rare events.</a:t>
            </a:r>
          </a:p>
        </p:txBody>
      </p:sp>
      <p:sp>
        <p:nvSpPr>
          <p:cNvPr id="30" name="Content Placeholder 26">
            <a:extLst>
              <a:ext uri="{FF2B5EF4-FFF2-40B4-BE49-F238E27FC236}">
                <a16:creationId xmlns:a16="http://schemas.microsoft.com/office/drawing/2014/main" id="{CBEE9917-9049-44C6-AF3D-250E30D13106}"/>
              </a:ext>
            </a:extLst>
          </p:cNvPr>
          <p:cNvSpPr txBox="1">
            <a:spLocks/>
          </p:cNvSpPr>
          <p:nvPr/>
        </p:nvSpPr>
        <p:spPr>
          <a:xfrm>
            <a:off x="9251342" y="1701278"/>
            <a:ext cx="2778267" cy="11280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E" i="1" dirty="0"/>
              <a:t>Not always possible </a:t>
            </a:r>
            <a:r>
              <a:rPr lang="en-IE" dirty="0"/>
              <a:t>to apply. (ex. Queue)</a:t>
            </a:r>
          </a:p>
        </p:txBody>
      </p:sp>
      <p:sp>
        <p:nvSpPr>
          <p:cNvPr id="31" name="Content Placeholder 26">
            <a:extLst>
              <a:ext uri="{FF2B5EF4-FFF2-40B4-BE49-F238E27FC236}">
                <a16:creationId xmlns:a16="http://schemas.microsoft.com/office/drawing/2014/main" id="{E88C8112-A45B-49F2-A638-453C3645A65E}"/>
              </a:ext>
            </a:extLst>
          </p:cNvPr>
          <p:cNvSpPr txBox="1">
            <a:spLocks/>
          </p:cNvSpPr>
          <p:nvPr/>
        </p:nvSpPr>
        <p:spPr>
          <a:xfrm>
            <a:off x="9123819" y="4376083"/>
            <a:ext cx="3068181" cy="17190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 2" pitchFamily="18" charset="2"/>
              <a:buNone/>
            </a:pPr>
            <a:r>
              <a:rPr lang="en-IE" i="1" dirty="0">
                <a:latin typeface="Calibri" panose="020F0502020204030204" pitchFamily="34" charset="0"/>
                <a:cs typeface="Calibri" panose="020F0502020204030204" pitchFamily="34" charset="0"/>
              </a:rPr>
              <a:t>Bonus choice 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may be challenging for good balance between </a:t>
            </a:r>
            <a:r>
              <a:rPr lang="en-IE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exploration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 vs. </a:t>
            </a:r>
            <a:r>
              <a:rPr lang="en-IE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exploitation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900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2" grpId="0"/>
      <p:bldP spid="16" grpId="0"/>
      <p:bldP spid="17" grpId="0"/>
      <p:bldP spid="18" grpId="0"/>
      <p:bldP spid="19" grpId="0"/>
      <p:bldP spid="20" grpId="0"/>
      <p:bldP spid="22" grpId="0"/>
      <p:bldP spid="26" grpId="0"/>
      <p:bldP spid="27" grpId="0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57C7-E2EE-492B-9A3E-58B2AEBC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71" y="1198485"/>
            <a:ext cx="3089108" cy="4601183"/>
          </a:xfrm>
        </p:spPr>
        <p:txBody>
          <a:bodyPr>
            <a:normAutofit fontScale="90000"/>
          </a:bodyPr>
          <a:lstStyle/>
          <a:p>
            <a:pPr algn="ctr"/>
            <a:br>
              <a:rPr lang="en-IE" b="1" dirty="0"/>
            </a:br>
            <a:r>
              <a:rPr lang="en-IE" b="1" dirty="0"/>
              <a:t>Our proposal:</a:t>
            </a:r>
            <a:br>
              <a:rPr lang="en-IE" b="1" dirty="0"/>
            </a:br>
            <a:r>
              <a:rPr lang="en-IE" b="1" dirty="0"/>
              <a:t>FVRL</a:t>
            </a:r>
            <a:br>
              <a:rPr lang="en-IE" b="1" dirty="0"/>
            </a:br>
            <a:r>
              <a:rPr lang="en-IE" sz="3100" b="1" dirty="0"/>
              <a:t>(Fleming-</a:t>
            </a:r>
            <a:r>
              <a:rPr lang="en-IE" sz="3100" b="1" dirty="0" err="1"/>
              <a:t>Viot</a:t>
            </a:r>
            <a:r>
              <a:rPr lang="en-IE" sz="3100" b="1" dirty="0"/>
              <a:t> RL)</a:t>
            </a:r>
            <a:br>
              <a:rPr lang="en-IE" b="1" dirty="0"/>
            </a:br>
            <a:br>
              <a:rPr lang="en-IE" b="1" dirty="0"/>
            </a:br>
            <a:br>
              <a:rPr lang="en-IE" b="1" dirty="0"/>
            </a:br>
            <a:br>
              <a:rPr lang="en-IE" b="1" dirty="0"/>
            </a:br>
            <a:br>
              <a:rPr lang="en-IE" b="1" dirty="0"/>
            </a:br>
            <a:br>
              <a:rPr lang="en-IE" b="1" dirty="0"/>
            </a:br>
            <a:endParaRPr lang="en-IE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6D253-4685-4DDB-8437-D3E10564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F19C-8B60-434E-864F-08246179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F230-8A2E-41DB-AA62-CED83BE5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r>
              <a:rPr lang="en-US" dirty="0"/>
              <a:t> / 30</a:t>
            </a:r>
          </a:p>
        </p:txBody>
      </p:sp>
      <p:sp>
        <p:nvSpPr>
          <p:cNvPr id="9" name="Content Placeholder 26">
            <a:extLst>
              <a:ext uri="{FF2B5EF4-FFF2-40B4-BE49-F238E27FC236}">
                <a16:creationId xmlns:a16="http://schemas.microsoft.com/office/drawing/2014/main" id="{EB97A307-65A3-4EFB-99AE-4F959CBD6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11605" y="4358338"/>
            <a:ext cx="2778267" cy="112807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IE" b="1" dirty="0">
                <a:latin typeface="Calibri" panose="020F0502020204030204" pitchFamily="34" charset="0"/>
                <a:cs typeface="Calibri" panose="020F0502020204030204" pitchFamily="34" charset="0"/>
              </a:rPr>
              <a:t>FVRL</a:t>
            </a:r>
            <a:br>
              <a:rPr lang="en-IE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(Fleming-</a:t>
            </a:r>
            <a:r>
              <a:rPr lang="en-IE" dirty="0" err="1">
                <a:latin typeface="Calibri" panose="020F0502020204030204" pitchFamily="34" charset="0"/>
                <a:cs typeface="Calibri" panose="020F0502020204030204" pitchFamily="34" charset="0"/>
              </a:rPr>
              <a:t>Viot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 RL)</a:t>
            </a:r>
          </a:p>
        </p:txBody>
      </p:sp>
      <p:sp>
        <p:nvSpPr>
          <p:cNvPr id="10" name="Content Placeholder 26">
            <a:extLst>
              <a:ext uri="{FF2B5EF4-FFF2-40B4-BE49-F238E27FC236}">
                <a16:creationId xmlns:a16="http://schemas.microsoft.com/office/drawing/2014/main" id="{B1AFA174-9FB4-49BB-8C6A-42ED15F4CE28}"/>
              </a:ext>
            </a:extLst>
          </p:cNvPr>
          <p:cNvSpPr txBox="1">
            <a:spLocks/>
          </p:cNvSpPr>
          <p:nvPr/>
        </p:nvSpPr>
        <p:spPr>
          <a:xfrm>
            <a:off x="9123819" y="878012"/>
            <a:ext cx="2864259" cy="586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itchFamily="18" charset="2"/>
              <a:buNone/>
            </a:pPr>
            <a:r>
              <a:rPr lang="en-IE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</a:t>
            </a:r>
            <a:endParaRPr lang="en-I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6">
            <a:extLst>
              <a:ext uri="{FF2B5EF4-FFF2-40B4-BE49-F238E27FC236}">
                <a16:creationId xmlns:a16="http://schemas.microsoft.com/office/drawing/2014/main" id="{E4857364-7433-4D57-898F-E3D9A17D1420}"/>
              </a:ext>
            </a:extLst>
          </p:cNvPr>
          <p:cNvSpPr txBox="1">
            <a:spLocks/>
          </p:cNvSpPr>
          <p:nvPr/>
        </p:nvSpPr>
        <p:spPr>
          <a:xfrm>
            <a:off x="6304566" y="871788"/>
            <a:ext cx="2778267" cy="5931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itchFamily="18" charset="2"/>
              <a:buNone/>
            </a:pPr>
            <a:r>
              <a:rPr lang="en-IE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DESCRIPTION</a:t>
            </a:r>
          </a:p>
        </p:txBody>
      </p:sp>
      <p:sp>
        <p:nvSpPr>
          <p:cNvPr id="12" name="Content Placeholder 26">
            <a:extLst>
              <a:ext uri="{FF2B5EF4-FFF2-40B4-BE49-F238E27FC236}">
                <a16:creationId xmlns:a16="http://schemas.microsoft.com/office/drawing/2014/main" id="{342A2AF4-CC07-4DD4-8BCC-A1303F1B48BF}"/>
              </a:ext>
            </a:extLst>
          </p:cNvPr>
          <p:cNvSpPr txBox="1">
            <a:spLocks/>
          </p:cNvSpPr>
          <p:nvPr/>
        </p:nvSpPr>
        <p:spPr>
          <a:xfrm>
            <a:off x="3468061" y="862459"/>
            <a:ext cx="2778267" cy="5931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itchFamily="18" charset="2"/>
              <a:buNone/>
            </a:pPr>
            <a:r>
              <a:rPr lang="en-IE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</a:p>
        </p:txBody>
      </p:sp>
      <p:sp>
        <p:nvSpPr>
          <p:cNvPr id="13" name="Content Placeholder 26">
            <a:extLst>
              <a:ext uri="{FF2B5EF4-FFF2-40B4-BE49-F238E27FC236}">
                <a16:creationId xmlns:a16="http://schemas.microsoft.com/office/drawing/2014/main" id="{FE03707D-BD8B-4CE9-88C4-F29A4CB1C118}"/>
              </a:ext>
            </a:extLst>
          </p:cNvPr>
          <p:cNvSpPr txBox="1">
            <a:spLocks/>
          </p:cNvSpPr>
          <p:nvPr/>
        </p:nvSpPr>
        <p:spPr>
          <a:xfrm>
            <a:off x="6395470" y="4358338"/>
            <a:ext cx="2778267" cy="18185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E" i="1" dirty="0"/>
              <a:t>Curiosity-driven</a:t>
            </a:r>
            <a:r>
              <a:rPr lang="en-IE" dirty="0"/>
              <a:t> </a:t>
            </a:r>
            <a:r>
              <a:rPr lang="en-IE" i="1" dirty="0"/>
              <a:t>method</a:t>
            </a:r>
            <a:r>
              <a:rPr lang="en-IE" dirty="0"/>
              <a:t>, where bonus is replaced with </a:t>
            </a:r>
            <a:r>
              <a:rPr lang="en-IE" b="1" i="1" dirty="0"/>
              <a:t>forcing </a:t>
            </a:r>
            <a:r>
              <a:rPr lang="en-IE" dirty="0"/>
              <a:t>exploration away from frequently visited states.</a:t>
            </a:r>
          </a:p>
        </p:txBody>
      </p:sp>
      <p:sp>
        <p:nvSpPr>
          <p:cNvPr id="14" name="Content Placeholder 26">
            <a:extLst>
              <a:ext uri="{FF2B5EF4-FFF2-40B4-BE49-F238E27FC236}">
                <a16:creationId xmlns:a16="http://schemas.microsoft.com/office/drawing/2014/main" id="{2B4CC6B6-F945-40EE-9FB5-BF1BA5831341}"/>
              </a:ext>
            </a:extLst>
          </p:cNvPr>
          <p:cNvSpPr txBox="1">
            <a:spLocks/>
          </p:cNvSpPr>
          <p:nvPr/>
        </p:nvSpPr>
        <p:spPr>
          <a:xfrm>
            <a:off x="9251342" y="4369842"/>
            <a:ext cx="2778267" cy="11280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E" dirty="0"/>
              <a:t>Requires a </a:t>
            </a:r>
            <a:r>
              <a:rPr lang="en-IE" i="1" dirty="0"/>
              <a:t>simulator.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61231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7D6AD-7690-4534-8CC6-329B0249A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E" b="1" dirty="0"/>
              <a:t>Our proposal:</a:t>
            </a:r>
            <a:br>
              <a:rPr lang="en-IE" b="1" dirty="0"/>
            </a:br>
            <a:r>
              <a:rPr lang="en-IE" b="1" dirty="0"/>
              <a:t>FVRL</a:t>
            </a:r>
            <a:br>
              <a:rPr lang="en-IE" b="1" dirty="0"/>
            </a:br>
            <a:r>
              <a:rPr lang="en-IE" sz="3100" b="1" dirty="0"/>
              <a:t>(Fleming-</a:t>
            </a:r>
            <a:r>
              <a:rPr lang="en-IE" sz="3100" b="1" dirty="0" err="1"/>
              <a:t>Viot</a:t>
            </a:r>
            <a:r>
              <a:rPr lang="en-IE" sz="3100" b="1" dirty="0"/>
              <a:t> RL)</a:t>
            </a:r>
            <a:br>
              <a:rPr lang="en-IE" b="1" dirty="0"/>
            </a:br>
            <a:br>
              <a:rPr lang="en-IE" b="1" dirty="0"/>
            </a:br>
            <a:r>
              <a:rPr lang="en-IE" sz="2800" u="sng" dirty="0"/>
              <a:t>Leverage information</a:t>
            </a:r>
            <a:r>
              <a:rPr lang="en-IE" sz="2800" dirty="0"/>
              <a:t> about frequently visited states to </a:t>
            </a:r>
            <a:r>
              <a:rPr lang="en-IE" sz="2800" u="sng" dirty="0"/>
              <a:t>force exploration elsewhere</a:t>
            </a:r>
            <a:endParaRPr lang="en-IE" b="1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30E1D-163B-4467-906F-A95DD557A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7019" y="672987"/>
            <a:ext cx="3474720" cy="313800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E" sz="1800" dirty="0">
                <a:solidFill>
                  <a:schemeClr val="tx1"/>
                </a:solidFill>
              </a:rPr>
              <a:t>Underlying process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8672E-0C63-4B38-BA5A-C8F8C63A8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67570" y="682482"/>
            <a:ext cx="3474720" cy="340091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E" sz="1800" i="1" dirty="0">
                <a:solidFill>
                  <a:schemeClr val="tx1"/>
                </a:solidFill>
              </a:rPr>
              <a:t>Modified </a:t>
            </a:r>
            <a:r>
              <a:rPr lang="en-IE" sz="1800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35D78E-6079-4951-BE30-6128F932E8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18462" y="1469186"/>
            <a:ext cx="3563577" cy="472829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IE" sz="1800" dirty="0"/>
          </a:p>
          <a:p>
            <a:pPr>
              <a:lnSpc>
                <a:spcPct val="100000"/>
              </a:lnSpc>
            </a:pPr>
            <a:endParaRPr lang="en-IE" sz="1800" dirty="0"/>
          </a:p>
          <a:p>
            <a:pPr>
              <a:lnSpc>
                <a:spcPct val="100000"/>
              </a:lnSpc>
            </a:pPr>
            <a:endParaRPr lang="en-IE" sz="1800" dirty="0"/>
          </a:p>
          <a:p>
            <a:pPr>
              <a:lnSpc>
                <a:spcPct val="100000"/>
              </a:lnSpc>
            </a:pPr>
            <a:endParaRPr lang="en-IE" sz="1800" dirty="0"/>
          </a:p>
          <a:p>
            <a:pPr marL="0" indent="0">
              <a:lnSpc>
                <a:spcPct val="100000"/>
              </a:lnSpc>
              <a:buNone/>
            </a:pPr>
            <a:endParaRPr lang="en-IE" sz="1800" dirty="0"/>
          </a:p>
          <a:p>
            <a:pPr>
              <a:lnSpc>
                <a:spcPct val="100000"/>
              </a:lnSpc>
            </a:pPr>
            <a:r>
              <a:rPr lang="en-IE" sz="1800" dirty="0">
                <a:solidFill>
                  <a:schemeClr val="accent2">
                    <a:lumMod val="75000"/>
                  </a:schemeClr>
                </a:solidFill>
              </a:rPr>
              <a:t>The process stays </a:t>
            </a:r>
            <a:r>
              <a:rPr lang="en-IE" sz="1800" u="sng" dirty="0">
                <a:solidFill>
                  <a:schemeClr val="accent2">
                    <a:lumMod val="75000"/>
                  </a:schemeClr>
                </a:solidFill>
              </a:rPr>
              <a:t>away from</a:t>
            </a:r>
            <a:r>
              <a:rPr lang="en-IE" sz="1800" dirty="0">
                <a:solidFill>
                  <a:schemeClr val="accent2">
                    <a:lumMod val="75000"/>
                  </a:schemeClr>
                </a:solidFill>
              </a:rPr>
              <a:t> the set of “</a:t>
            </a:r>
            <a:r>
              <a:rPr lang="en-IE" sz="1800" dirty="0" err="1">
                <a:solidFill>
                  <a:schemeClr val="accent2">
                    <a:lumMod val="75000"/>
                  </a:schemeClr>
                </a:solidFill>
              </a:rPr>
              <a:t>atraction</a:t>
            </a:r>
            <a:r>
              <a:rPr lang="en-IE" sz="1800" dirty="0">
                <a:solidFill>
                  <a:schemeClr val="accent2">
                    <a:lumMod val="75000"/>
                  </a:schemeClr>
                </a:solidFill>
              </a:rPr>
              <a:t>” states </a:t>
            </a:r>
            <a:r>
              <a:rPr lang="en-IE" sz="1800" dirty="0">
                <a:solidFill>
                  <a:schemeClr val="accent2">
                    <a:lumMod val="75000"/>
                  </a:schemeClr>
                </a:solidFill>
                <a:latin typeface="Lucida Calligraphy" panose="03010101010101010101" pitchFamily="66" charset="0"/>
              </a:rPr>
              <a:t>A</a:t>
            </a:r>
            <a:endParaRPr lang="en-IE" sz="18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E" sz="1800" dirty="0">
                <a:solidFill>
                  <a:srgbClr val="7030A0"/>
                </a:solidFill>
              </a:rPr>
              <a:t>Rare states </a:t>
            </a:r>
            <a:r>
              <a:rPr lang="en-IE" sz="1800" dirty="0">
                <a:solidFill>
                  <a:srgbClr val="7030A0"/>
                </a:solidFill>
                <a:latin typeface="Lucida Calligraphy" panose="03010101010101010101" pitchFamily="66" charset="0"/>
              </a:rPr>
              <a:t>R  </a:t>
            </a:r>
            <a:r>
              <a:rPr lang="en-IE" sz="1800" dirty="0">
                <a:solidFill>
                  <a:srgbClr val="7030A0"/>
                </a:solidFill>
              </a:rPr>
              <a:t>are </a:t>
            </a:r>
            <a:r>
              <a:rPr lang="en-IE" sz="1800" u="sng" dirty="0">
                <a:solidFill>
                  <a:srgbClr val="7030A0"/>
                </a:solidFill>
              </a:rPr>
              <a:t>observed more frequently</a:t>
            </a:r>
            <a:r>
              <a:rPr lang="en-IE" sz="1800" dirty="0">
                <a:solidFill>
                  <a:srgbClr val="7030A0"/>
                </a:solidFill>
              </a:rPr>
              <a:t> =&gt; </a:t>
            </a:r>
            <a:r>
              <a:rPr lang="en-IE" sz="1800" i="1" dirty="0">
                <a:solidFill>
                  <a:srgbClr val="7030A0"/>
                </a:solidFill>
              </a:rPr>
              <a:t>the process has higher </a:t>
            </a:r>
            <a:r>
              <a:rPr lang="en-IE" sz="1800" b="1" i="1" dirty="0">
                <a:solidFill>
                  <a:srgbClr val="00B050"/>
                </a:solidFill>
              </a:rPr>
              <a:t>sample-efficiency</a:t>
            </a:r>
            <a:r>
              <a:rPr lang="en-IE" sz="1800" b="1" i="1" dirty="0">
                <a:solidFill>
                  <a:srgbClr val="7030A0"/>
                </a:solidFill>
              </a:rPr>
              <a:t> </a:t>
            </a:r>
            <a:r>
              <a:rPr lang="en-IE" sz="1800" i="1" dirty="0">
                <a:solidFill>
                  <a:srgbClr val="7030A0"/>
                </a:solidFill>
              </a:rPr>
              <a:t>for discovering R    states.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30876-5D3B-48D5-BC40-7FB5F506B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2BED9A-5823-492E-8281-06E653C2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7912" y="6356350"/>
            <a:ext cx="5911517" cy="365125"/>
          </a:xfrm>
        </p:spPr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67F35D-56B5-40CB-BA4F-46A368495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r>
              <a:rPr lang="en-US" dirty="0"/>
              <a:t> / 30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E4A65F1-7D9E-488E-8B69-420816FCE8CC}"/>
              </a:ext>
            </a:extLst>
          </p:cNvPr>
          <p:cNvGrpSpPr/>
          <p:nvPr/>
        </p:nvGrpSpPr>
        <p:grpSpPr>
          <a:xfrm>
            <a:off x="3732171" y="998892"/>
            <a:ext cx="3870037" cy="1901527"/>
            <a:chOff x="3726836" y="1099266"/>
            <a:chExt cx="3870037" cy="198581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BA6AFB-3F7F-42B5-AF81-2CAB48237821}"/>
                </a:ext>
              </a:extLst>
            </p:cNvPr>
            <p:cNvSpPr/>
            <p:nvPr/>
          </p:nvSpPr>
          <p:spPr>
            <a:xfrm>
              <a:off x="3726836" y="1099266"/>
              <a:ext cx="3870037" cy="198581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EDB83A-F13C-4CB6-8BA4-C31979817523}"/>
                </a:ext>
              </a:extLst>
            </p:cNvPr>
            <p:cNvSpPr/>
            <p:nvPr/>
          </p:nvSpPr>
          <p:spPr>
            <a:xfrm>
              <a:off x="3998594" y="1773520"/>
              <a:ext cx="1745673" cy="10991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0495AD-12E9-4328-A76A-C5D25111D99E}"/>
                </a:ext>
              </a:extLst>
            </p:cNvPr>
            <p:cNvSpPr/>
            <p:nvPr/>
          </p:nvSpPr>
          <p:spPr>
            <a:xfrm>
              <a:off x="6353868" y="1318401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57DEDF9-41E0-450C-B030-7E5536423579}"/>
                </a:ext>
              </a:extLst>
            </p:cNvPr>
            <p:cNvSpPr/>
            <p:nvPr/>
          </p:nvSpPr>
          <p:spPr>
            <a:xfrm>
              <a:off x="6714086" y="2590478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AF30EE2-CA2F-4549-872A-F9C779071B1D}"/>
                </a:ext>
              </a:extLst>
            </p:cNvPr>
            <p:cNvSpPr/>
            <p:nvPr/>
          </p:nvSpPr>
          <p:spPr>
            <a:xfrm>
              <a:off x="3906448" y="1199134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6CED039-C61D-4391-9C17-0957B8CEFD87}"/>
                </a:ext>
              </a:extLst>
            </p:cNvPr>
            <p:cNvSpPr/>
            <p:nvPr/>
          </p:nvSpPr>
          <p:spPr>
            <a:xfrm>
              <a:off x="7221624" y="1291033"/>
              <a:ext cx="207722" cy="278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000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S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2B1E95E-F17B-4EBD-8370-B7EA041E3524}"/>
                  </a:ext>
                </a:extLst>
              </p14:cNvPr>
              <p14:cNvContentPartPr/>
              <p14:nvPr/>
            </p14:nvContentPartPr>
            <p14:xfrm>
              <a:off x="4146074" y="1280850"/>
              <a:ext cx="1873440" cy="1558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2B1E95E-F17B-4EBD-8370-B7EA041E35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37074" y="1271848"/>
                <a:ext cx="1891080" cy="1576084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DE5641FD-91AA-4B34-80D2-6B3F69FF8B0E}"/>
              </a:ext>
            </a:extLst>
          </p:cNvPr>
          <p:cNvGrpSpPr/>
          <p:nvPr/>
        </p:nvGrpSpPr>
        <p:grpSpPr>
          <a:xfrm>
            <a:off x="7744353" y="998892"/>
            <a:ext cx="3809117" cy="1901528"/>
            <a:chOff x="4729018" y="4147127"/>
            <a:chExt cx="3870037" cy="198581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36A4A57-9734-4700-9739-DD20516AD486}"/>
                </a:ext>
              </a:extLst>
            </p:cNvPr>
            <p:cNvSpPr/>
            <p:nvPr/>
          </p:nvSpPr>
          <p:spPr>
            <a:xfrm>
              <a:off x="4729018" y="4147127"/>
              <a:ext cx="3870037" cy="198581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5AA4A9A-1A98-4FB0-903D-1C9344A0EA3C}"/>
                </a:ext>
              </a:extLst>
            </p:cNvPr>
            <p:cNvSpPr/>
            <p:nvPr/>
          </p:nvSpPr>
          <p:spPr>
            <a:xfrm>
              <a:off x="4996872" y="4821381"/>
              <a:ext cx="1745673" cy="10991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6A8DA9-F46A-4B0A-B19D-9F5EF1D91E8E}"/>
                </a:ext>
              </a:extLst>
            </p:cNvPr>
            <p:cNvSpPr/>
            <p:nvPr/>
          </p:nvSpPr>
          <p:spPr>
            <a:xfrm>
              <a:off x="7352146" y="4366262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09A9E55-7B64-41B9-A25D-C6B2EFC11246}"/>
                </a:ext>
              </a:extLst>
            </p:cNvPr>
            <p:cNvSpPr/>
            <p:nvPr/>
          </p:nvSpPr>
          <p:spPr>
            <a:xfrm>
              <a:off x="7705635" y="5638338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3934B05-04DD-477F-9B3B-5AA63485DF13}"/>
                </a:ext>
              </a:extLst>
            </p:cNvPr>
            <p:cNvSpPr/>
            <p:nvPr/>
          </p:nvSpPr>
          <p:spPr>
            <a:xfrm>
              <a:off x="4904726" y="4246995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22B8E33-FE89-41E8-8498-79D398B34552}"/>
                </a:ext>
              </a:extLst>
            </p:cNvPr>
            <p:cNvSpPr/>
            <p:nvPr/>
          </p:nvSpPr>
          <p:spPr>
            <a:xfrm>
              <a:off x="8219902" y="4338894"/>
              <a:ext cx="207722" cy="278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000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S</a:t>
              </a: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6AEC93CB-CACD-491D-820B-74DD79D18952}"/>
              </a:ext>
            </a:extLst>
          </p:cNvPr>
          <p:cNvSpPr/>
          <p:nvPr/>
        </p:nvSpPr>
        <p:spPr>
          <a:xfrm>
            <a:off x="10353825" y="3924501"/>
            <a:ext cx="297959" cy="2635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2C58C9-BA20-4724-A529-3CF3B2FD9345}"/>
              </a:ext>
            </a:extLst>
          </p:cNvPr>
          <p:cNvSpPr/>
          <p:nvPr/>
        </p:nvSpPr>
        <p:spPr>
          <a:xfrm>
            <a:off x="9212842" y="4336587"/>
            <a:ext cx="291621" cy="305341"/>
          </a:xfrm>
          <a:prstGeom prst="rect">
            <a:avLst/>
          </a:prstGeom>
          <a:solidFill>
            <a:srgbClr val="C999E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256FBB-A251-4FB7-848A-8475626F1AFF}"/>
              </a:ext>
            </a:extLst>
          </p:cNvPr>
          <p:cNvSpPr txBox="1"/>
          <p:nvPr/>
        </p:nvSpPr>
        <p:spPr>
          <a:xfrm>
            <a:off x="8599340" y="3005884"/>
            <a:ext cx="3102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C00000"/>
                </a:solidFill>
              </a:rPr>
              <a:t>A trajectory starts near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and is </a:t>
            </a:r>
            <a:r>
              <a:rPr lang="en-IE" u="sng" dirty="0">
                <a:solidFill>
                  <a:srgbClr val="C00000"/>
                </a:solidFill>
              </a:rPr>
              <a:t>forced</a:t>
            </a:r>
            <a:r>
              <a:rPr lang="en-IE" dirty="0">
                <a:solidFill>
                  <a:srgbClr val="C00000"/>
                </a:solidFill>
              </a:rPr>
              <a:t> outside.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247EF8F-8BC3-4558-BA4E-3CE5CA221A89}"/>
                  </a:ext>
                </a:extLst>
              </p14:cNvPr>
              <p14:cNvContentPartPr/>
              <p14:nvPr/>
            </p14:nvContentPartPr>
            <p14:xfrm>
              <a:off x="7923585" y="3229857"/>
              <a:ext cx="550800" cy="142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247EF8F-8BC3-4558-BA4E-3CE5CA221A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14585" y="3220834"/>
                <a:ext cx="568440" cy="160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3742E58-3AA7-4EBF-AF50-7ED661E07E65}"/>
                  </a:ext>
                </a:extLst>
              </p14:cNvPr>
              <p14:cNvContentPartPr/>
              <p14:nvPr/>
            </p14:nvContentPartPr>
            <p14:xfrm>
              <a:off x="8435360" y="1116069"/>
              <a:ext cx="2396520" cy="17762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3742E58-3AA7-4EBF-AF50-7ED661E07E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26360" y="1107067"/>
                <a:ext cx="2414160" cy="17938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BDCEA81-1656-46F5-99D8-7AA8624CD599}"/>
                  </a:ext>
                </a:extLst>
              </p14:cNvPr>
              <p14:cNvContentPartPr/>
              <p14:nvPr/>
            </p14:nvContentPartPr>
            <p14:xfrm>
              <a:off x="4125914" y="2118540"/>
              <a:ext cx="40320" cy="766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BDCEA81-1656-46F5-99D8-7AA8624CD5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16994" y="2109540"/>
                <a:ext cx="57804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284FEE1-B122-4CCF-A838-406969DCEEB9}"/>
                  </a:ext>
                </a:extLst>
              </p14:cNvPr>
              <p14:cNvContentPartPr/>
              <p14:nvPr/>
            </p14:nvContentPartPr>
            <p14:xfrm>
              <a:off x="4071585" y="1784345"/>
              <a:ext cx="180720" cy="2088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284FEE1-B122-4CCF-A838-406969DCEE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62585" y="1775345"/>
                <a:ext cx="198360" cy="226440"/>
              </a:xfrm>
              <a:prstGeom prst="rect">
                <a:avLst/>
              </a:prstGeom>
            </p:spPr>
          </p:pic>
        </mc:Fallback>
      </mc:AlternateContent>
      <p:sp>
        <p:nvSpPr>
          <p:cNvPr id="104" name="Rectangle 103">
            <a:extLst>
              <a:ext uri="{FF2B5EF4-FFF2-40B4-BE49-F238E27FC236}">
                <a16:creationId xmlns:a16="http://schemas.microsoft.com/office/drawing/2014/main" id="{E0ADEAA9-92F0-4398-9EC7-04BE7EBD66A4}"/>
              </a:ext>
            </a:extLst>
          </p:cNvPr>
          <p:cNvSpPr/>
          <p:nvPr/>
        </p:nvSpPr>
        <p:spPr>
          <a:xfrm>
            <a:off x="3554565" y="5891789"/>
            <a:ext cx="297959" cy="274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AF4514D-86F3-47F4-A5F7-B911FADDDCAB}"/>
              </a:ext>
            </a:extLst>
          </p:cNvPr>
          <p:cNvSpPr/>
          <p:nvPr/>
        </p:nvSpPr>
        <p:spPr>
          <a:xfrm>
            <a:off x="6340065" y="5898940"/>
            <a:ext cx="291621" cy="305341"/>
          </a:xfrm>
          <a:prstGeom prst="rect">
            <a:avLst/>
          </a:prstGeom>
          <a:solidFill>
            <a:srgbClr val="C999E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E67DDB5-4CCA-4672-BF2B-9F679C45E69B}"/>
              </a:ext>
            </a:extLst>
          </p:cNvPr>
          <p:cNvSpPr txBox="1"/>
          <p:nvPr/>
        </p:nvSpPr>
        <p:spPr>
          <a:xfrm>
            <a:off x="6660129" y="5854414"/>
            <a:ext cx="1141641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E" dirty="0">
                <a:solidFill>
                  <a:srgbClr val="7030A0"/>
                </a:solidFill>
              </a:rPr>
              <a:t>unknown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FDCD1CC-3C31-4423-B5B9-8B12EA8F3A46}"/>
              </a:ext>
            </a:extLst>
          </p:cNvPr>
          <p:cNvSpPr txBox="1"/>
          <p:nvPr/>
        </p:nvSpPr>
        <p:spPr>
          <a:xfrm>
            <a:off x="3828192" y="5840109"/>
            <a:ext cx="2607831" cy="3342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E" dirty="0">
                <a:solidFill>
                  <a:schemeClr val="accent2">
                    <a:lumMod val="75000"/>
                  </a:schemeClr>
                </a:solidFill>
              </a:rPr>
              <a:t>known or easily learned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FF4171D-9FE3-4C68-98AD-2A2BF93162F3}"/>
              </a:ext>
            </a:extLst>
          </p:cNvPr>
          <p:cNvSpPr/>
          <p:nvPr/>
        </p:nvSpPr>
        <p:spPr>
          <a:xfrm>
            <a:off x="3878141" y="4410430"/>
            <a:ext cx="442910" cy="360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1E5ACA7-10DC-4BF0-B2DB-80C77618EF42}"/>
              </a:ext>
            </a:extLst>
          </p:cNvPr>
          <p:cNvSpPr/>
          <p:nvPr/>
        </p:nvSpPr>
        <p:spPr>
          <a:xfrm>
            <a:off x="3867912" y="5269217"/>
            <a:ext cx="442912" cy="350981"/>
          </a:xfrm>
          <a:prstGeom prst="rect">
            <a:avLst/>
          </a:prstGeom>
          <a:solidFill>
            <a:srgbClr val="C999E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BF8D3EE-8EE4-4CA4-976C-A47E99621B96}"/>
              </a:ext>
            </a:extLst>
          </p:cNvPr>
          <p:cNvSpPr txBox="1"/>
          <p:nvPr/>
        </p:nvSpPr>
        <p:spPr>
          <a:xfrm>
            <a:off x="4396255" y="4253294"/>
            <a:ext cx="3102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accent2">
                    <a:lumMod val="75000"/>
                  </a:schemeClr>
                </a:solidFill>
              </a:rPr>
              <a:t>Set of “</a:t>
            </a:r>
            <a:r>
              <a:rPr lang="en-IE" i="1" dirty="0" err="1">
                <a:solidFill>
                  <a:schemeClr val="accent2">
                    <a:lumMod val="75000"/>
                  </a:schemeClr>
                </a:solidFill>
              </a:rPr>
              <a:t>Atraction</a:t>
            </a:r>
            <a:r>
              <a:rPr lang="en-IE" dirty="0">
                <a:solidFill>
                  <a:schemeClr val="accent2">
                    <a:lumMod val="75000"/>
                  </a:schemeClr>
                </a:solidFill>
              </a:rPr>
              <a:t>” states: </a:t>
            </a:r>
            <a:r>
              <a:rPr lang="en-IE" u="sng" dirty="0">
                <a:solidFill>
                  <a:schemeClr val="accent2">
                    <a:lumMod val="75000"/>
                  </a:schemeClr>
                </a:solidFill>
              </a:rPr>
              <a:t>frequently visited</a:t>
            </a:r>
            <a:r>
              <a:rPr lang="en-IE" dirty="0">
                <a:solidFill>
                  <a:schemeClr val="accent2">
                    <a:lumMod val="75000"/>
                  </a:schemeClr>
                </a:solidFill>
              </a:rPr>
              <a:t> &amp; possibly </a:t>
            </a:r>
            <a:r>
              <a:rPr lang="en-IE" u="sng" dirty="0">
                <a:solidFill>
                  <a:schemeClr val="accent2">
                    <a:lumMod val="75000"/>
                  </a:schemeClr>
                </a:solidFill>
              </a:rPr>
              <a:t>zero-reward</a:t>
            </a:r>
            <a:r>
              <a:rPr lang="en-IE" dirty="0">
                <a:solidFill>
                  <a:schemeClr val="accent2">
                    <a:lumMod val="75000"/>
                  </a:schemeClr>
                </a:solidFill>
              </a:rPr>
              <a:t> states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8BC8494-0CD3-4A9A-BD14-A917FF651185}"/>
              </a:ext>
            </a:extLst>
          </p:cNvPr>
          <p:cNvSpPr txBox="1"/>
          <p:nvPr/>
        </p:nvSpPr>
        <p:spPr>
          <a:xfrm>
            <a:off x="4357165" y="5140530"/>
            <a:ext cx="3102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7030A0"/>
                </a:solidFill>
              </a:rPr>
              <a:t>Set with </a:t>
            </a:r>
            <a:r>
              <a:rPr lang="en-IE" u="sng" dirty="0">
                <a:solidFill>
                  <a:srgbClr val="7030A0"/>
                </a:solidFill>
              </a:rPr>
              <a:t>rarely observed states</a:t>
            </a:r>
            <a:r>
              <a:rPr lang="en-IE" dirty="0">
                <a:solidFill>
                  <a:srgbClr val="7030A0"/>
                </a:solidFill>
              </a:rPr>
              <a:t> with potentially large rewards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919834F-0E73-4897-908C-1A09CBB0221E}"/>
                  </a:ext>
                </a:extLst>
              </p14:cNvPr>
              <p14:cNvContentPartPr/>
              <p14:nvPr/>
            </p14:nvContentPartPr>
            <p14:xfrm>
              <a:off x="4862005" y="4502495"/>
              <a:ext cx="360" cy="3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919834F-0E73-4897-908C-1A09CBB022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53005" y="44934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AAE48DC-320E-4F66-8071-5BB477F196E7}"/>
                  </a:ext>
                </a:extLst>
              </p14:cNvPr>
              <p14:cNvContentPartPr/>
              <p14:nvPr/>
            </p14:nvContentPartPr>
            <p14:xfrm>
              <a:off x="5268445" y="4373255"/>
              <a:ext cx="360" cy="3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AAE48DC-320E-4F66-8071-5BB477F196E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59445" y="436425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20" name="Rectangle 119">
            <a:extLst>
              <a:ext uri="{FF2B5EF4-FFF2-40B4-BE49-F238E27FC236}">
                <a16:creationId xmlns:a16="http://schemas.microsoft.com/office/drawing/2014/main" id="{C0A1C15F-2568-4960-B94A-63BB5B7C7255}"/>
              </a:ext>
            </a:extLst>
          </p:cNvPr>
          <p:cNvSpPr/>
          <p:nvPr/>
        </p:nvSpPr>
        <p:spPr>
          <a:xfrm>
            <a:off x="3973784" y="3064072"/>
            <a:ext cx="207722" cy="278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>
                <a:solidFill>
                  <a:schemeClr val="tx1"/>
                </a:solidFill>
                <a:latin typeface="Lucida Calligraphy" panose="03010101010101010101" pitchFamily="66" charset="0"/>
              </a:rPr>
              <a:t>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AE88A35-1EF4-4C66-8E81-7C24A2EE458D}"/>
              </a:ext>
            </a:extLst>
          </p:cNvPr>
          <p:cNvSpPr txBox="1"/>
          <p:nvPr/>
        </p:nvSpPr>
        <p:spPr>
          <a:xfrm>
            <a:off x="4396255" y="2996189"/>
            <a:ext cx="3102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Set of states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8E95CCE-E822-4285-AAC5-7E1ACAAABE72}"/>
                  </a:ext>
                </a:extLst>
              </p14:cNvPr>
              <p14:cNvContentPartPr/>
              <p14:nvPr/>
            </p14:nvContentPartPr>
            <p14:xfrm>
              <a:off x="3898645" y="3708148"/>
              <a:ext cx="459360" cy="1090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8E95CCE-E822-4285-AAC5-7E1ACAAABE7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89638" y="3699148"/>
                <a:ext cx="477014" cy="126720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TextBox 122">
            <a:extLst>
              <a:ext uri="{FF2B5EF4-FFF2-40B4-BE49-F238E27FC236}">
                <a16:creationId xmlns:a16="http://schemas.microsoft.com/office/drawing/2014/main" id="{ECEEF5AD-5E74-4A0F-9960-923DEB203B2D}"/>
              </a:ext>
            </a:extLst>
          </p:cNvPr>
          <p:cNvSpPr txBox="1"/>
          <p:nvPr/>
        </p:nvSpPr>
        <p:spPr>
          <a:xfrm>
            <a:off x="4349235" y="3354887"/>
            <a:ext cx="3297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C00000"/>
                </a:solidFill>
              </a:rPr>
              <a:t>A </a:t>
            </a:r>
            <a:r>
              <a:rPr lang="en-IE" u="sng" dirty="0">
                <a:solidFill>
                  <a:srgbClr val="C00000"/>
                </a:solidFill>
              </a:rPr>
              <a:t>trajectory</a:t>
            </a:r>
            <a:r>
              <a:rPr lang="en-IE" dirty="0">
                <a:solidFill>
                  <a:srgbClr val="C00000"/>
                </a:solidFill>
              </a:rPr>
              <a:t> of the process, mostly visiting “</a:t>
            </a:r>
            <a:r>
              <a:rPr lang="en-IE" dirty="0" err="1">
                <a:solidFill>
                  <a:srgbClr val="C00000"/>
                </a:solidFill>
              </a:rPr>
              <a:t>atraction</a:t>
            </a:r>
            <a:r>
              <a:rPr lang="en-IE" dirty="0">
                <a:solidFill>
                  <a:srgbClr val="C00000"/>
                </a:solidFill>
              </a:rPr>
              <a:t>” states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32AC0B0-08FD-4B95-9331-D38EDCE92D6E}"/>
              </a:ext>
            </a:extLst>
          </p:cNvPr>
          <p:cNvSpPr/>
          <p:nvPr/>
        </p:nvSpPr>
        <p:spPr>
          <a:xfrm>
            <a:off x="10914308" y="3047468"/>
            <a:ext cx="297959" cy="2635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5BC1FDB-A2DA-4398-9BA1-8F5FF901BE3E}"/>
              </a:ext>
            </a:extLst>
          </p:cNvPr>
          <p:cNvSpPr/>
          <p:nvPr/>
        </p:nvSpPr>
        <p:spPr>
          <a:xfrm>
            <a:off x="9151006" y="5168452"/>
            <a:ext cx="291621" cy="305341"/>
          </a:xfrm>
          <a:prstGeom prst="rect">
            <a:avLst/>
          </a:prstGeom>
          <a:solidFill>
            <a:srgbClr val="C999E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515F7-49B1-4554-B7B1-11A8507831B1}"/>
              </a:ext>
            </a:extLst>
          </p:cNvPr>
          <p:cNvSpPr txBox="1"/>
          <p:nvPr/>
        </p:nvSpPr>
        <p:spPr>
          <a:xfrm>
            <a:off x="5749602" y="96253"/>
            <a:ext cx="3297795" cy="450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2800" b="1" dirty="0"/>
              <a:t>Main idea</a:t>
            </a:r>
          </a:p>
        </p:txBody>
      </p:sp>
    </p:spTree>
    <p:extLst>
      <p:ext uri="{BB962C8B-B14F-4D97-AF65-F5344CB8AC3E}">
        <p14:creationId xmlns:p14="http://schemas.microsoft.com/office/powerpoint/2010/main" val="344313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uiExpand="1" build="p"/>
      <p:bldP spid="42" grpId="0" animBg="1"/>
      <p:bldP spid="44" grpId="0" animBg="1"/>
      <p:bldP spid="45" grpId="0"/>
      <p:bldP spid="104" grpId="0" animBg="1"/>
      <p:bldP spid="105" grpId="0" animBg="1"/>
      <p:bldP spid="109" grpId="0"/>
      <p:bldP spid="110" grpId="0"/>
      <p:bldP spid="112" grpId="0" animBg="1"/>
      <p:bldP spid="113" grpId="0" animBg="1"/>
      <p:bldP spid="114" grpId="0"/>
      <p:bldP spid="115" grpId="0"/>
      <p:bldP spid="120" grpId="0"/>
      <p:bldP spid="121" grpId="0"/>
      <p:bldP spid="123" grpId="0"/>
      <p:bldP spid="46" grpId="0" animBg="1"/>
      <p:bldP spid="4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AF75CA2D-3D4C-46E0-A405-272FE289D3D2}"/>
              </a:ext>
            </a:extLst>
          </p:cNvPr>
          <p:cNvSpPr txBox="1">
            <a:spLocks/>
          </p:cNvSpPr>
          <p:nvPr/>
        </p:nvSpPr>
        <p:spPr>
          <a:xfrm>
            <a:off x="3398138" y="5848192"/>
            <a:ext cx="3794069" cy="618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800" b="1" dirty="0"/>
              <a:t>Remark: A    stands for “</a:t>
            </a:r>
            <a:r>
              <a:rPr lang="en-IE" sz="1800" b="1" dirty="0" err="1"/>
              <a:t>Atraction</a:t>
            </a:r>
            <a:r>
              <a:rPr lang="en-IE" sz="1800" b="1" dirty="0"/>
              <a:t>” and “</a:t>
            </a:r>
            <a:r>
              <a:rPr lang="en-IE" sz="1800" b="1" i="1" u="sng" dirty="0"/>
              <a:t>Absorption</a:t>
            </a:r>
            <a:r>
              <a:rPr lang="en-IE" sz="1800" b="1" i="1" dirty="0"/>
              <a:t>”</a:t>
            </a:r>
            <a:endParaRPr lang="en-IE" sz="18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1CD68D5-9EE1-404C-B23D-8A7D217695D6}"/>
              </a:ext>
            </a:extLst>
          </p:cNvPr>
          <p:cNvSpPr/>
          <p:nvPr/>
        </p:nvSpPr>
        <p:spPr>
          <a:xfrm>
            <a:off x="3620278" y="214982"/>
            <a:ext cx="8134238" cy="12421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157C7-E2EE-492B-9A3E-58B2AEBC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IE" b="1" dirty="0"/>
            </a:br>
            <a:br>
              <a:rPr lang="en-IE" b="1" dirty="0"/>
            </a:br>
            <a:r>
              <a:rPr lang="en-IE" b="1" dirty="0"/>
              <a:t>Our proposal</a:t>
            </a:r>
            <a:br>
              <a:rPr lang="en-IE" b="1" dirty="0"/>
            </a:br>
            <a:br>
              <a:rPr lang="en-IE" b="1" dirty="0"/>
            </a:br>
            <a:r>
              <a:rPr lang="en-IE" sz="2800" dirty="0"/>
              <a:t>Efficiently estimate the </a:t>
            </a:r>
            <a:r>
              <a:rPr lang="en-IE" sz="2800" u="sng" dirty="0"/>
              <a:t>stationary state distribution</a:t>
            </a:r>
            <a:r>
              <a:rPr lang="en-IE" sz="2800" dirty="0"/>
              <a:t>  </a:t>
            </a:r>
            <a:r>
              <a:rPr lang="en-IE" sz="2800" b="1" i="1" dirty="0">
                <a:solidFill>
                  <a:srgbClr val="7030A0"/>
                </a:solidFill>
              </a:rPr>
              <a:t>p</a:t>
            </a:r>
            <a:r>
              <a:rPr lang="en-IE" sz="2800" b="1" i="1" baseline="30000" dirty="0">
                <a:solidFill>
                  <a:srgbClr val="7030A0"/>
                </a:solidFill>
                <a:sym typeface="Symbol" panose="05050102010706020507" pitchFamily="18" charset="2"/>
              </a:rPr>
              <a:t></a:t>
            </a:r>
            <a:r>
              <a:rPr lang="en-IE" sz="2800" b="1" dirty="0">
                <a:solidFill>
                  <a:srgbClr val="7030A0"/>
                </a:solidFill>
              </a:rPr>
              <a:t>(</a:t>
            </a:r>
            <a:r>
              <a:rPr lang="en-IE" sz="2800" b="1" i="1" dirty="0">
                <a:solidFill>
                  <a:srgbClr val="7030A0"/>
                </a:solidFill>
              </a:rPr>
              <a:t>x</a:t>
            </a:r>
            <a:r>
              <a:rPr lang="en-IE" sz="2800" b="1" dirty="0">
                <a:solidFill>
                  <a:srgbClr val="7030A0"/>
                </a:solidFill>
              </a:rPr>
              <a:t>)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6D253-4685-4DDB-8437-D3E10564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F19C-8B60-434E-864F-08246179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F230-8A2E-41DB-AA62-CED83BE5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r>
              <a:rPr lang="en-US" dirty="0"/>
              <a:t> / 30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E5ACD1-00C1-482D-8CA1-435C00BEFDE8}"/>
              </a:ext>
            </a:extLst>
          </p:cNvPr>
          <p:cNvGrpSpPr/>
          <p:nvPr/>
        </p:nvGrpSpPr>
        <p:grpSpPr>
          <a:xfrm>
            <a:off x="3726836" y="3487894"/>
            <a:ext cx="3870037" cy="1985818"/>
            <a:chOff x="3726836" y="1099266"/>
            <a:chExt cx="3870037" cy="198581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6C7EE5F-BD35-4180-8C17-2676E843C5E2}"/>
                </a:ext>
              </a:extLst>
            </p:cNvPr>
            <p:cNvSpPr/>
            <p:nvPr/>
          </p:nvSpPr>
          <p:spPr>
            <a:xfrm>
              <a:off x="3726836" y="1099266"/>
              <a:ext cx="3870037" cy="198581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E271FE-AB73-4C6D-BFFF-500DC473E0AE}"/>
                </a:ext>
              </a:extLst>
            </p:cNvPr>
            <p:cNvSpPr/>
            <p:nvPr/>
          </p:nvSpPr>
          <p:spPr>
            <a:xfrm>
              <a:off x="3998594" y="1773520"/>
              <a:ext cx="1745673" cy="10991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19A42E-8640-46C7-A158-FF0FB44CC76E}"/>
                </a:ext>
              </a:extLst>
            </p:cNvPr>
            <p:cNvSpPr/>
            <p:nvPr/>
          </p:nvSpPr>
          <p:spPr>
            <a:xfrm>
              <a:off x="6353868" y="1318401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8669EC3-8941-4DA1-9E92-E16C4784A2FE}"/>
                </a:ext>
              </a:extLst>
            </p:cNvPr>
            <p:cNvSpPr/>
            <p:nvPr/>
          </p:nvSpPr>
          <p:spPr>
            <a:xfrm>
              <a:off x="6714086" y="2590478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7EFD422-BF09-4FC8-B169-8BE7A7BFE48B}"/>
                </a:ext>
              </a:extLst>
            </p:cNvPr>
            <p:cNvSpPr/>
            <p:nvPr/>
          </p:nvSpPr>
          <p:spPr>
            <a:xfrm>
              <a:off x="3906448" y="1199134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70B3DC2-DE8B-4B26-A739-BA9C3CA81B94}"/>
                </a:ext>
              </a:extLst>
            </p:cNvPr>
            <p:cNvSpPr/>
            <p:nvPr/>
          </p:nvSpPr>
          <p:spPr>
            <a:xfrm>
              <a:off x="7221624" y="1291033"/>
              <a:ext cx="207722" cy="278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000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S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589A802-5FB2-40DC-A1B3-F67E026BD7FD}"/>
                  </a:ext>
                </a:extLst>
              </p14:cNvPr>
              <p14:cNvContentPartPr/>
              <p14:nvPr/>
            </p14:nvContentPartPr>
            <p14:xfrm>
              <a:off x="4139627" y="3854142"/>
              <a:ext cx="1873440" cy="1558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589A802-5FB2-40DC-A1B3-F67E026BD7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30627" y="3845140"/>
                <a:ext cx="1891080" cy="1576084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9D6FDB98-3C2B-4554-A1FF-5072532757BE}"/>
              </a:ext>
            </a:extLst>
          </p:cNvPr>
          <p:cNvGrpSpPr/>
          <p:nvPr/>
        </p:nvGrpSpPr>
        <p:grpSpPr>
          <a:xfrm>
            <a:off x="8159298" y="3487894"/>
            <a:ext cx="3870037" cy="1985818"/>
            <a:chOff x="4729018" y="4147127"/>
            <a:chExt cx="3870037" cy="198581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AF93954-7967-4F42-BC0B-BF27397F9071}"/>
                </a:ext>
              </a:extLst>
            </p:cNvPr>
            <p:cNvSpPr/>
            <p:nvPr/>
          </p:nvSpPr>
          <p:spPr>
            <a:xfrm>
              <a:off x="4729018" y="4147127"/>
              <a:ext cx="3870037" cy="198581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C9F22B5-3289-469B-B525-6FA2417B394D}"/>
                </a:ext>
              </a:extLst>
            </p:cNvPr>
            <p:cNvSpPr/>
            <p:nvPr/>
          </p:nvSpPr>
          <p:spPr>
            <a:xfrm>
              <a:off x="4996872" y="4821381"/>
              <a:ext cx="1745673" cy="10991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3B9BEB2-6A8B-4A12-B131-B9C5819D585A}"/>
                </a:ext>
              </a:extLst>
            </p:cNvPr>
            <p:cNvSpPr/>
            <p:nvPr/>
          </p:nvSpPr>
          <p:spPr>
            <a:xfrm>
              <a:off x="7352146" y="4366262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E28C885-F98A-44B3-AFF9-8D88BD9F27B9}"/>
                </a:ext>
              </a:extLst>
            </p:cNvPr>
            <p:cNvSpPr/>
            <p:nvPr/>
          </p:nvSpPr>
          <p:spPr>
            <a:xfrm>
              <a:off x="7712364" y="5638339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2EAE0A-A9B4-409D-A45E-6790F49A51A4}"/>
                </a:ext>
              </a:extLst>
            </p:cNvPr>
            <p:cNvSpPr/>
            <p:nvPr/>
          </p:nvSpPr>
          <p:spPr>
            <a:xfrm>
              <a:off x="4904726" y="4246995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C274A30-A51A-4E82-BD3D-BF045D8D2CA2}"/>
                </a:ext>
              </a:extLst>
            </p:cNvPr>
            <p:cNvSpPr/>
            <p:nvPr/>
          </p:nvSpPr>
          <p:spPr>
            <a:xfrm>
              <a:off x="8219902" y="4338894"/>
              <a:ext cx="207722" cy="278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000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S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73093F8-310E-477A-8318-6B0A79F8DC98}"/>
                  </a:ext>
                </a:extLst>
              </p14:cNvPr>
              <p14:cNvContentPartPr/>
              <p14:nvPr/>
            </p14:nvContentPartPr>
            <p14:xfrm>
              <a:off x="8864570" y="3652037"/>
              <a:ext cx="2396520" cy="1776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73093F8-310E-477A-8318-6B0A79F8DC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55570" y="3643035"/>
                <a:ext cx="2414160" cy="17938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56BF2F5-E2A2-4256-958D-4B5F3D1AE58E}"/>
                  </a:ext>
                </a:extLst>
              </p14:cNvPr>
              <p14:cNvContentPartPr/>
              <p14:nvPr/>
            </p14:nvContentPartPr>
            <p14:xfrm>
              <a:off x="4125914" y="4691832"/>
              <a:ext cx="40320" cy="766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56BF2F5-E2A2-4256-958D-4B5F3D1AE5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16994" y="4682832"/>
                <a:ext cx="57804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E3064A2-6503-4F62-9A50-DBEE0A5F9B75}"/>
                  </a:ext>
                </a:extLst>
              </p14:cNvPr>
              <p14:cNvContentPartPr/>
              <p14:nvPr/>
            </p14:nvContentPartPr>
            <p14:xfrm>
              <a:off x="4071585" y="4357637"/>
              <a:ext cx="180720" cy="208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E3064A2-6503-4F62-9A50-DBEE0A5F9B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62585" y="4348637"/>
                <a:ext cx="198360" cy="22644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E568A05-1AFF-4C9F-A564-441C1B6317BE}"/>
              </a:ext>
            </a:extLst>
          </p:cNvPr>
          <p:cNvSpPr txBox="1">
            <a:spLocks/>
          </p:cNvSpPr>
          <p:nvPr/>
        </p:nvSpPr>
        <p:spPr>
          <a:xfrm>
            <a:off x="9190067" y="3136640"/>
            <a:ext cx="2053323" cy="350981"/>
          </a:xfrm>
          <a:prstGeom prst="rect">
            <a:avLst/>
          </a:prstGeom>
        </p:spPr>
        <p:txBody>
          <a:bodyPr anchor="t"/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800" dirty="0"/>
              <a:t>…with this.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15762FD-4CB1-430F-909C-DFD482E7EB80}"/>
              </a:ext>
            </a:extLst>
          </p:cNvPr>
          <p:cNvSpPr txBox="1">
            <a:spLocks/>
          </p:cNvSpPr>
          <p:nvPr/>
        </p:nvSpPr>
        <p:spPr>
          <a:xfrm>
            <a:off x="4182054" y="3113566"/>
            <a:ext cx="3030509" cy="3544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800" dirty="0"/>
              <a:t>Our method replaces this…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F66FD52-F15F-4916-8E88-2A29E5612775}"/>
              </a:ext>
            </a:extLst>
          </p:cNvPr>
          <p:cNvSpPr txBox="1">
            <a:spLocks/>
          </p:cNvSpPr>
          <p:nvPr/>
        </p:nvSpPr>
        <p:spPr>
          <a:xfrm>
            <a:off x="3349123" y="5508651"/>
            <a:ext cx="4744858" cy="3509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800" b="1" dirty="0">
                <a:solidFill>
                  <a:srgbClr val="C00000"/>
                </a:solidFill>
              </a:rPr>
              <a:t>Non-sample-efficient</a:t>
            </a:r>
            <a:r>
              <a:rPr lang="en-IE" sz="1800" dirty="0"/>
              <a:t> discovery of R  states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929CDF2D-53B2-4974-AB2C-CEA2A3C96124}"/>
              </a:ext>
            </a:extLst>
          </p:cNvPr>
          <p:cNvSpPr txBox="1">
            <a:spLocks/>
          </p:cNvSpPr>
          <p:nvPr/>
        </p:nvSpPr>
        <p:spPr>
          <a:xfrm>
            <a:off x="7975977" y="5502711"/>
            <a:ext cx="4266842" cy="350981"/>
          </a:xfrm>
          <a:prstGeom prst="rect">
            <a:avLst/>
          </a:prstGeom>
        </p:spPr>
        <p:txBody>
          <a:bodyPr anchor="t"/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2913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3275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4000" indent="-182563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E" sz="1800" b="1" dirty="0">
                <a:solidFill>
                  <a:srgbClr val="00B050"/>
                </a:solidFill>
              </a:rPr>
              <a:t>Sample-efficient</a:t>
            </a:r>
            <a:r>
              <a:rPr lang="en-IE" sz="1800" dirty="0"/>
              <a:t> discovery of R   states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635AB4-2815-4D24-AEC3-863DA5F24141}"/>
              </a:ext>
            </a:extLst>
          </p:cNvPr>
          <p:cNvSpPr txBox="1"/>
          <p:nvPr/>
        </p:nvSpPr>
        <p:spPr>
          <a:xfrm>
            <a:off x="9719413" y="299562"/>
            <a:ext cx="2035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solidFill>
                  <a:srgbClr val="7030A0"/>
                </a:solidFill>
              </a:rPr>
              <a:t>unknown</a:t>
            </a:r>
            <a:r>
              <a:rPr lang="en-IE" b="1" dirty="0">
                <a:solidFill>
                  <a:srgbClr val="EEAD0C"/>
                </a:solidFill>
              </a:rPr>
              <a:t> </a:t>
            </a:r>
            <a:r>
              <a:rPr lang="en-IE" b="1" dirty="0"/>
              <a:t>/</a:t>
            </a:r>
            <a:r>
              <a:rPr lang="en-IE" b="1" dirty="0">
                <a:solidFill>
                  <a:srgbClr val="EEAD0C"/>
                </a:solidFill>
              </a:rPr>
              <a:t> </a:t>
            </a:r>
            <a:r>
              <a:rPr lang="en-IE" b="1" dirty="0">
                <a:solidFill>
                  <a:srgbClr val="0070C0"/>
                </a:solidFill>
              </a:rPr>
              <a:t>known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6E1A138-BD08-42E0-886F-8D224DC3FE49}"/>
                  </a:ext>
                </a:extLst>
              </p:cNvPr>
              <p:cNvSpPr txBox="1"/>
              <p:nvPr/>
            </p:nvSpPr>
            <p:spPr>
              <a:xfrm>
                <a:off x="7265396" y="218371"/>
                <a:ext cx="2100319" cy="59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I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E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E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IE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IE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sup>
                          </m:sSup>
                          <m:d>
                            <m:dPr>
                              <m:ctrlPr>
                                <a:rPr lang="en-IE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E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E" sz="16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6E1A138-BD08-42E0-886F-8D224DC3F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396" y="218371"/>
                <a:ext cx="2100319" cy="5974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2F4CCDC9-17A0-48C1-8474-363A4041E370}"/>
              </a:ext>
            </a:extLst>
          </p:cNvPr>
          <p:cNvSpPr txBox="1"/>
          <p:nvPr/>
        </p:nvSpPr>
        <p:spPr>
          <a:xfrm>
            <a:off x="3491085" y="279480"/>
            <a:ext cx="3548938" cy="95422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dirty="0"/>
              <a:t>We consider problems where the </a:t>
            </a:r>
            <a:r>
              <a:rPr lang="en-IE" b="1" dirty="0">
                <a:solidFill>
                  <a:srgbClr val="00B050"/>
                </a:solidFill>
              </a:rPr>
              <a:t>long-term objective </a:t>
            </a:r>
            <a:r>
              <a:rPr lang="en-IE" dirty="0"/>
              <a:t>is the</a:t>
            </a:r>
          </a:p>
          <a:p>
            <a:pPr algn="ctr"/>
            <a:r>
              <a:rPr lang="en-IE" b="1" dirty="0"/>
              <a:t>long-run expected reward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C4537B-E284-4CD0-9FCD-9504DA26A816}"/>
                  </a:ext>
                </a:extLst>
              </p:cNvPr>
              <p:cNvSpPr txBox="1"/>
              <p:nvPr/>
            </p:nvSpPr>
            <p:spPr>
              <a:xfrm>
                <a:off x="5212228" y="2748711"/>
                <a:ext cx="5009421" cy="35098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IE" dirty="0"/>
                  <a:t>We propose a sample-efficient estimator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IE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p>
                    </m:sSup>
                    <m:d>
                      <m:dPr>
                        <m:ctrlP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IE" dirty="0"/>
                  <a:t>.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C4537B-E284-4CD0-9FCD-9504DA26A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228" y="2748711"/>
                <a:ext cx="5009421" cy="350981"/>
              </a:xfrm>
              <a:prstGeom prst="rect">
                <a:avLst/>
              </a:prstGeom>
              <a:blipFill>
                <a:blip r:embed="rId11"/>
                <a:stretch>
                  <a:fillRect l="-365" t="-10526" r="-365" b="-33333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9F3AFDB-4B2E-4DB0-BAAC-65CA36C6F04E}"/>
                  </a:ext>
                </a:extLst>
              </p:cNvPr>
              <p:cNvSpPr txBox="1"/>
              <p:nvPr/>
            </p:nvSpPr>
            <p:spPr>
              <a:xfrm>
                <a:off x="7191505" y="791237"/>
                <a:ext cx="4685364" cy="63131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p>
                    </m:sSup>
                    <m:d>
                      <m:dPr>
                        <m:ctrlP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IE" dirty="0"/>
                  <a:t>: long-run (stationary) state distribution.</a:t>
                </a:r>
              </a:p>
              <a:p>
                <a14:m>
                  <m:oMath xmlns:m="http://schemas.openxmlformats.org/officeDocument/2006/math">
                    <m:r>
                      <a:rPr lang="en-IE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IE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E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E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/>
                  <a:t>: reward function of the state. </a:t>
                </a:r>
              </a:p>
              <a:p>
                <a:endParaRPr lang="en-IE" dirty="0"/>
              </a:p>
              <a:p>
                <a:r>
                  <a:rPr lang="en-IE" dirty="0"/>
                  <a:t>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9F3AFDB-4B2E-4DB0-BAAC-65CA36C6F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505" y="791237"/>
                <a:ext cx="4685364" cy="631319"/>
              </a:xfrm>
              <a:prstGeom prst="rect">
                <a:avLst/>
              </a:prstGeom>
              <a:blipFill>
                <a:blip r:embed="rId12"/>
                <a:stretch>
                  <a:fillRect t="-5825" b="-1747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DAC1F113-1394-4B0B-927E-86B4851A0C20}"/>
              </a:ext>
            </a:extLst>
          </p:cNvPr>
          <p:cNvSpPr txBox="1"/>
          <p:nvPr/>
        </p:nvSpPr>
        <p:spPr>
          <a:xfrm>
            <a:off x="4144722" y="1485100"/>
            <a:ext cx="7058580" cy="68941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b="1" dirty="0"/>
              <a:t>Recall the goal of the optimisation problem</a:t>
            </a:r>
          </a:p>
          <a:p>
            <a:pPr algn="ctr"/>
            <a:r>
              <a:rPr lang="en-IE" dirty="0"/>
              <a:t>Find an optimal policy </a:t>
            </a:r>
            <a:r>
              <a:rPr lang="en-IE" b="1" i="1" dirty="0">
                <a:solidFill>
                  <a:srgbClr val="C00000"/>
                </a:solidFill>
                <a:sym typeface="Symbol" panose="05050102010706020507" pitchFamily="18" charset="2"/>
              </a:rPr>
              <a:t></a:t>
            </a:r>
            <a:r>
              <a:rPr lang="en-IE" b="1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IE" b="1" dirty="0">
                <a:solidFill>
                  <a:srgbClr val="C00000"/>
                </a:solidFill>
                <a:sym typeface="Symbol" panose="05050102010706020507" pitchFamily="18" charset="2"/>
              </a:rPr>
              <a:t>= Probability(action | state)</a:t>
            </a:r>
            <a:endParaRPr lang="en-IE" b="1" dirty="0">
              <a:solidFill>
                <a:srgbClr val="C00000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B683988-A837-4A1A-8533-B571E15C99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778" y="871634"/>
            <a:ext cx="3137387" cy="18118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95AB2B2-88E4-45F6-976D-FBB7DF20C9C6}"/>
                  </a:ext>
                </a:extLst>
              </p:cNvPr>
              <p:cNvSpPr txBox="1"/>
              <p:nvPr/>
            </p:nvSpPr>
            <p:spPr>
              <a:xfrm>
                <a:off x="4146074" y="2131771"/>
                <a:ext cx="7058580" cy="68941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IE" b="1" dirty="0"/>
                  <a:t>To optimize we need a way to </a:t>
                </a:r>
                <a:r>
                  <a:rPr lang="en-IE" b="1" u="sng" dirty="0"/>
                  <a:t>measure</a:t>
                </a:r>
                <a:r>
                  <a:rPr lang="en-IE" b="1" dirty="0"/>
                  <a:t> the objective function</a:t>
                </a:r>
              </a:p>
              <a:p>
                <a:pPr algn="ctr"/>
                <a:r>
                  <a:rPr lang="en-IE" dirty="0"/>
                  <a:t>=&gt; We need to 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1800" b="1" i="1" kern="1200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en-IE" sz="1800" b="1" i="1" kern="120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𝒑</m:t>
                        </m:r>
                      </m:e>
                      <m:sup>
                        <m:r>
                          <a:rPr lang="en-IE" sz="1800" b="1" i="1" kern="120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𝝅</m:t>
                        </m:r>
                      </m:sup>
                    </m:sSup>
                    <m:d>
                      <m:dPr>
                        <m:ctrlPr>
                          <a:rPr lang="en-IE" sz="1800" b="1" i="1" kern="120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IE" sz="1800" b="1" i="1" kern="120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e>
                    </m:d>
                  </m:oMath>
                </a14:m>
                <a:r>
                  <a:rPr lang="en-IE" b="1" dirty="0"/>
                  <a:t> </a:t>
                </a:r>
                <a:r>
                  <a:rPr lang="en-IE" dirty="0"/>
                  <a:t>for each possible policy </a:t>
                </a:r>
                <a:r>
                  <a:rPr lang="en-IE" b="1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</a:t>
                </a:r>
                <a:endParaRPr lang="en-IE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95AB2B2-88E4-45F6-976D-FBB7DF20C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074" y="2131771"/>
                <a:ext cx="7058580" cy="689418"/>
              </a:xfrm>
              <a:prstGeom prst="rect">
                <a:avLst/>
              </a:prstGeom>
              <a:blipFill>
                <a:blip r:embed="rId14"/>
                <a:stretch>
                  <a:fillRect t="-5310" b="-7080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0AFA534-959A-4DCB-8C5F-A009DBC48CDB}"/>
                  </a:ext>
                </a:extLst>
              </p:cNvPr>
              <p:cNvSpPr txBox="1"/>
              <p:nvPr/>
            </p:nvSpPr>
            <p:spPr>
              <a:xfrm>
                <a:off x="7265396" y="214982"/>
                <a:ext cx="2100319" cy="59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I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E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E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sup>
                          </m:sSup>
                          <m:d>
                            <m:dPr>
                              <m:ctrlP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IE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IE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E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IE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E" sz="16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0AFA534-959A-4DCB-8C5F-A009DBC48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396" y="214982"/>
                <a:ext cx="2100319" cy="5974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301F328-B0B8-40C9-B3FB-4165E315C60F}"/>
                  </a:ext>
                </a:extLst>
              </p:cNvPr>
              <p:cNvSpPr txBox="1"/>
              <p:nvPr/>
            </p:nvSpPr>
            <p:spPr>
              <a:xfrm>
                <a:off x="7185285" y="794346"/>
                <a:ext cx="4685364" cy="63131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IE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p>
                    </m:sSup>
                    <m:d>
                      <m:dPr>
                        <m:ctrlP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IE" dirty="0"/>
                  <a:t>: long-run (stationary) state distribution.</a:t>
                </a:r>
              </a:p>
              <a:p>
                <a14:m>
                  <m:oMath xmlns:m="http://schemas.openxmlformats.org/officeDocument/2006/math">
                    <m:r>
                      <a:rPr lang="en-IE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IE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E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E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/>
                  <a:t>: reward function of the state. </a:t>
                </a:r>
              </a:p>
              <a:p>
                <a:endParaRPr lang="en-IE" dirty="0"/>
              </a:p>
              <a:p>
                <a:r>
                  <a:rPr lang="en-IE" dirty="0"/>
                  <a:t>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301F328-B0B8-40C9-B3FB-4165E315C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285" y="794346"/>
                <a:ext cx="4685364" cy="631319"/>
              </a:xfrm>
              <a:prstGeom prst="rect">
                <a:avLst/>
              </a:prstGeom>
              <a:blipFill>
                <a:blip r:embed="rId16"/>
                <a:stretch>
                  <a:fillRect t="-4808" b="-1634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3E3D3DF-80EA-4FA9-B846-F522216C2262}"/>
                  </a:ext>
                </a:extLst>
              </p:cNvPr>
              <p:cNvSpPr txBox="1"/>
              <p:nvPr/>
            </p:nvSpPr>
            <p:spPr>
              <a:xfrm>
                <a:off x="7268766" y="218371"/>
                <a:ext cx="2100319" cy="59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I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I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E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E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sup>
                          </m:sSup>
                          <m:d>
                            <m:dPr>
                              <m:ctrlP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IE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IE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E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IE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E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3E3D3DF-80EA-4FA9-B846-F522216C2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8766" y="218371"/>
                <a:ext cx="2100319" cy="59747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DEEADBDB-B3C8-44CC-BD8F-21769A164BDD}"/>
              </a:ext>
            </a:extLst>
          </p:cNvPr>
          <p:cNvSpPr/>
          <p:nvPr/>
        </p:nvSpPr>
        <p:spPr>
          <a:xfrm>
            <a:off x="6953098" y="5575689"/>
            <a:ext cx="227398" cy="233405"/>
          </a:xfrm>
          <a:prstGeom prst="rect">
            <a:avLst/>
          </a:prstGeom>
          <a:solidFill>
            <a:srgbClr val="C999E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AD8502D-BBE2-41D5-A248-CFC119B04C45}"/>
              </a:ext>
            </a:extLst>
          </p:cNvPr>
          <p:cNvSpPr/>
          <p:nvPr/>
        </p:nvSpPr>
        <p:spPr>
          <a:xfrm>
            <a:off x="11108615" y="5575858"/>
            <a:ext cx="227398" cy="233405"/>
          </a:xfrm>
          <a:prstGeom prst="rect">
            <a:avLst/>
          </a:prstGeom>
          <a:solidFill>
            <a:srgbClr val="C999E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C425A40-986F-45C5-BA5D-66899180B62C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2286000" y="1791913"/>
            <a:ext cx="1841904" cy="179584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0DB4EA2-C554-4248-9498-EAEB2A073913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2295862" y="1786523"/>
            <a:ext cx="4279462" cy="19205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69EF5FD-F0BF-417D-A567-3EC0A4F9B966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2297214" y="1829809"/>
            <a:ext cx="4638328" cy="314929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B9BDD0F-B03C-47F9-88D6-3861924BB639}"/>
              </a:ext>
            </a:extLst>
          </p:cNvPr>
          <p:cNvCxnSpPr>
            <a:cxnSpLocks/>
          </p:cNvCxnSpPr>
          <p:nvPr/>
        </p:nvCxnSpPr>
        <p:spPr>
          <a:xfrm flipH="1">
            <a:off x="2577539" y="756591"/>
            <a:ext cx="1392669" cy="36724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FD661847-EA94-4510-A153-AAFBA45DCBD3}"/>
              </a:ext>
            </a:extLst>
          </p:cNvPr>
          <p:cNvSpPr/>
          <p:nvPr/>
        </p:nvSpPr>
        <p:spPr>
          <a:xfrm>
            <a:off x="4500460" y="5915315"/>
            <a:ext cx="297959" cy="2635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845DAEB-671E-4195-8157-18260F4D0501}"/>
                  </a:ext>
                </a:extLst>
              </p:cNvPr>
              <p:cNvSpPr txBox="1"/>
              <p:nvPr/>
            </p:nvSpPr>
            <p:spPr>
              <a:xfrm>
                <a:off x="6965300" y="5864513"/>
                <a:ext cx="5212201" cy="64633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69875" indent="-269875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E" sz="1800" dirty="0">
                    <a:sym typeface="Wingdings" panose="05000000000000000000" pitchFamily="2" charset="2"/>
                  </a:rPr>
                  <a:t> We leverage a </a:t>
                </a:r>
                <a:r>
                  <a:rPr lang="en-IE" sz="1800" b="1" u="sng" dirty="0">
                    <a:sym typeface="Wingdings" panose="05000000000000000000" pitchFamily="2" charset="2"/>
                  </a:rPr>
                  <a:t>stochastic process with </a:t>
                </a:r>
                <a:r>
                  <a:rPr lang="en-IE" sz="1800" b="1" i="1" u="sng" dirty="0">
                    <a:sym typeface="Wingdings" panose="05000000000000000000" pitchFamily="2" charset="2"/>
                  </a:rPr>
                  <a:t>absorption</a:t>
                </a:r>
                <a:r>
                  <a:rPr lang="en-IE" sz="1800" b="1" dirty="0">
                    <a:sym typeface="Wingdings" panose="05000000000000000000" pitchFamily="2" charset="2"/>
                  </a:rPr>
                  <a:t> </a:t>
                </a:r>
                <a:r>
                  <a:rPr lang="en-IE" sz="1800" dirty="0">
                    <a:sym typeface="Wingdings" panose="05000000000000000000" pitchFamily="2" charset="2"/>
                  </a:rPr>
                  <a:t>to construct our estimator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1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1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IE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p>
                    </m:sSup>
                    <m:d>
                      <m:dPr>
                        <m:ctrlPr>
                          <a:rPr lang="en-IE" sz="1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sz="1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IE" sz="1800" b="1" dirty="0">
                    <a:sym typeface="Wingdings" panose="05000000000000000000" pitchFamily="2" charset="2"/>
                  </a:rPr>
                  <a:t> </a:t>
                </a:r>
                <a:endParaRPr lang="en-IE" sz="18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845DAEB-671E-4195-8157-18260F4D0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300" y="5864513"/>
                <a:ext cx="5212201" cy="646331"/>
              </a:xfrm>
              <a:prstGeom prst="rect">
                <a:avLst/>
              </a:prstGeom>
              <a:blipFill>
                <a:blip r:embed="rId18"/>
                <a:stretch>
                  <a:fillRect l="-933" t="-4630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70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build="p"/>
      <p:bldP spid="49" grpId="0" animBg="1"/>
      <p:bldP spid="10" grpId="0" build="p"/>
      <p:bldP spid="9" grpId="0" build="p"/>
      <p:bldP spid="31" grpId="0" build="p"/>
      <p:bldP spid="32" grpId="0" build="p"/>
      <p:bldP spid="34" grpId="0"/>
      <p:bldP spid="37" grpId="0"/>
      <p:bldP spid="38" grpId="0"/>
      <p:bldP spid="41" grpId="0"/>
      <p:bldP spid="42" grpId="0"/>
      <p:bldP spid="44" grpId="0"/>
      <p:bldP spid="47" grpId="0"/>
      <p:bldP spid="48" grpId="0"/>
      <p:bldP spid="50" grpId="0"/>
      <p:bldP spid="51" grpId="0"/>
      <p:bldP spid="52" grpId="0" animBg="1"/>
      <p:bldP spid="54" grpId="0" animBg="1"/>
      <p:bldP spid="67" grpId="0" animBg="1"/>
      <p:bldP spid="7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9DD9AF2-606B-4F4E-B8DE-D139E55FD047}"/>
              </a:ext>
            </a:extLst>
          </p:cNvPr>
          <p:cNvGrpSpPr/>
          <p:nvPr/>
        </p:nvGrpSpPr>
        <p:grpSpPr>
          <a:xfrm>
            <a:off x="9309791" y="4558494"/>
            <a:ext cx="2520000" cy="1530000"/>
            <a:chOff x="9312400" y="4540446"/>
            <a:chExt cx="2520000" cy="1530000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86DC3209-ACC7-4041-8F0B-73CC416AA59B}"/>
                </a:ext>
              </a:extLst>
            </p:cNvPr>
            <p:cNvGrpSpPr/>
            <p:nvPr/>
          </p:nvGrpSpPr>
          <p:grpSpPr>
            <a:xfrm>
              <a:off x="9312400" y="4540446"/>
              <a:ext cx="2520000" cy="1530000"/>
              <a:chOff x="4729018" y="4147127"/>
              <a:chExt cx="3870037" cy="1985818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6DDAC565-76CA-48E2-A574-7A6A36FE7201}"/>
                  </a:ext>
                </a:extLst>
              </p:cNvPr>
              <p:cNvSpPr/>
              <p:nvPr/>
            </p:nvSpPr>
            <p:spPr>
              <a:xfrm>
                <a:off x="4729018" y="4147127"/>
                <a:ext cx="3870037" cy="1985818"/>
              </a:xfrm>
              <a:prstGeom prst="rect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E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FEAD9F3C-3074-4104-A8B0-302C251654EC}"/>
                  </a:ext>
                </a:extLst>
              </p:cNvPr>
              <p:cNvSpPr/>
              <p:nvPr/>
            </p:nvSpPr>
            <p:spPr>
              <a:xfrm>
                <a:off x="4996872" y="4821381"/>
                <a:ext cx="1745673" cy="109912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04FDDD1-F83C-492C-8925-74D008CE7F30}"/>
                  </a:ext>
                </a:extLst>
              </p:cNvPr>
              <p:cNvSpPr/>
              <p:nvPr/>
            </p:nvSpPr>
            <p:spPr>
              <a:xfrm>
                <a:off x="7352146" y="4366262"/>
                <a:ext cx="442912" cy="350981"/>
              </a:xfrm>
              <a:prstGeom prst="rect">
                <a:avLst/>
              </a:prstGeom>
              <a:solidFill>
                <a:srgbClr val="C999E3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R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6BBDE3C0-B33D-4627-95DE-62314A2FBFD2}"/>
                  </a:ext>
                </a:extLst>
              </p:cNvPr>
              <p:cNvSpPr/>
              <p:nvPr/>
            </p:nvSpPr>
            <p:spPr>
              <a:xfrm>
                <a:off x="7712364" y="5638339"/>
                <a:ext cx="442912" cy="350981"/>
              </a:xfrm>
              <a:prstGeom prst="rect">
                <a:avLst/>
              </a:prstGeom>
              <a:solidFill>
                <a:srgbClr val="C999E3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R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EA436C68-20BD-407B-820D-33973CCA715B}"/>
                  </a:ext>
                </a:extLst>
              </p:cNvPr>
              <p:cNvSpPr/>
              <p:nvPr/>
            </p:nvSpPr>
            <p:spPr>
              <a:xfrm>
                <a:off x="4904726" y="4246995"/>
                <a:ext cx="442912" cy="350981"/>
              </a:xfrm>
              <a:prstGeom prst="rect">
                <a:avLst/>
              </a:prstGeom>
              <a:solidFill>
                <a:srgbClr val="C999E3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R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C9ACD67C-8D18-4714-BC4F-679F489EFBDE}"/>
                  </a:ext>
                </a:extLst>
              </p:cNvPr>
              <p:cNvSpPr/>
              <p:nvPr/>
            </p:nvSpPr>
            <p:spPr>
              <a:xfrm>
                <a:off x="8219902" y="4338894"/>
                <a:ext cx="207722" cy="2789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4000" dirty="0"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S</a:t>
                </a:r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010E65E-D08D-4337-BC47-A6987B8F7ECA}"/>
                    </a:ext>
                  </a:extLst>
                </p14:cNvPr>
                <p14:cNvContentPartPr/>
                <p14:nvPr/>
              </p14:nvContentPartPr>
              <p14:xfrm>
                <a:off x="9864968" y="4808947"/>
                <a:ext cx="469337" cy="170498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010E65E-D08D-4337-BC47-A6987B8F7EC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55963" y="4799954"/>
                  <a:ext cx="486987" cy="1881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9C76AA7-080B-4049-AF9B-4607520BAD2B}"/>
                    </a:ext>
                  </a:extLst>
                </p14:cNvPr>
                <p14:cNvContentPartPr/>
                <p14:nvPr/>
              </p14:nvContentPartPr>
              <p14:xfrm>
                <a:off x="10675666" y="4815383"/>
                <a:ext cx="909846" cy="890727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9C76AA7-080B-4049-AF9B-4607520BAD2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657671" y="4797381"/>
                  <a:ext cx="945477" cy="9263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69760DC-CC0C-4A1A-913E-23602FDC724E}"/>
                    </a:ext>
                  </a:extLst>
                </p14:cNvPr>
                <p14:cNvContentPartPr/>
                <p14:nvPr/>
              </p14:nvContentPartPr>
              <p14:xfrm>
                <a:off x="10564187" y="5287334"/>
                <a:ext cx="138215" cy="236802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69760DC-CC0C-4A1A-913E-23602FDC724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46190" y="5269340"/>
                  <a:ext cx="173849" cy="27243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C346A25-6804-493C-880E-E16B21611AAB}"/>
              </a:ext>
            </a:extLst>
          </p:cNvPr>
          <p:cNvGrpSpPr/>
          <p:nvPr/>
        </p:nvGrpSpPr>
        <p:grpSpPr>
          <a:xfrm>
            <a:off x="6499402" y="4559691"/>
            <a:ext cx="2520000" cy="1530000"/>
            <a:chOff x="6497858" y="4550364"/>
            <a:chExt cx="2520000" cy="1530000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5F8C97C0-AAC5-40ED-A9E8-1AD35C4D161B}"/>
                </a:ext>
              </a:extLst>
            </p:cNvPr>
            <p:cNvGrpSpPr/>
            <p:nvPr/>
          </p:nvGrpSpPr>
          <p:grpSpPr>
            <a:xfrm>
              <a:off x="6497858" y="4550364"/>
              <a:ext cx="2520000" cy="1530000"/>
              <a:chOff x="4729018" y="4147127"/>
              <a:chExt cx="3870037" cy="19858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86E6C80E-5DC2-46EB-910C-46934B85BBBD}"/>
                  </a:ext>
                </a:extLst>
              </p:cNvPr>
              <p:cNvSpPr/>
              <p:nvPr/>
            </p:nvSpPr>
            <p:spPr>
              <a:xfrm>
                <a:off x="4729018" y="4147127"/>
                <a:ext cx="3870037" cy="1985818"/>
              </a:xfrm>
              <a:prstGeom prst="rect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E" dirty="0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37C34115-3DCA-4E00-AF50-FD09F8AC060F}"/>
                  </a:ext>
                </a:extLst>
              </p:cNvPr>
              <p:cNvSpPr/>
              <p:nvPr/>
            </p:nvSpPr>
            <p:spPr>
              <a:xfrm>
                <a:off x="4996872" y="4821381"/>
                <a:ext cx="1745673" cy="109912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F807A8DC-09C1-45BB-AA4A-4BBB704F9978}"/>
                  </a:ext>
                </a:extLst>
              </p:cNvPr>
              <p:cNvSpPr/>
              <p:nvPr/>
            </p:nvSpPr>
            <p:spPr>
              <a:xfrm>
                <a:off x="7352146" y="4366262"/>
                <a:ext cx="442912" cy="350981"/>
              </a:xfrm>
              <a:prstGeom prst="rect">
                <a:avLst/>
              </a:prstGeom>
              <a:solidFill>
                <a:srgbClr val="C999E3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R</a:t>
                </a: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2E857F9B-2936-4FAE-BD4E-3413BAC80985}"/>
                  </a:ext>
                </a:extLst>
              </p:cNvPr>
              <p:cNvSpPr/>
              <p:nvPr/>
            </p:nvSpPr>
            <p:spPr>
              <a:xfrm>
                <a:off x="7712364" y="5638339"/>
                <a:ext cx="442912" cy="350981"/>
              </a:xfrm>
              <a:prstGeom prst="rect">
                <a:avLst/>
              </a:prstGeom>
              <a:solidFill>
                <a:srgbClr val="C999E3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R</a:t>
                </a: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A549BFC3-11E8-4860-A89A-3989368CC9F0}"/>
                  </a:ext>
                </a:extLst>
              </p:cNvPr>
              <p:cNvSpPr/>
              <p:nvPr/>
            </p:nvSpPr>
            <p:spPr>
              <a:xfrm>
                <a:off x="4904726" y="4246995"/>
                <a:ext cx="442912" cy="350981"/>
              </a:xfrm>
              <a:prstGeom prst="rect">
                <a:avLst/>
              </a:prstGeom>
              <a:solidFill>
                <a:srgbClr val="C999E3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R</a:t>
                </a: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AACD94E-0082-4F82-BF0A-E43C7814FE0D}"/>
                  </a:ext>
                </a:extLst>
              </p:cNvPr>
              <p:cNvSpPr/>
              <p:nvPr/>
            </p:nvSpPr>
            <p:spPr>
              <a:xfrm>
                <a:off x="8219902" y="4338894"/>
                <a:ext cx="207722" cy="2789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4000" dirty="0"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S</a:t>
                </a:r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AF4FCD7-1387-4860-ADF9-B98FCF1FFB87}"/>
                    </a:ext>
                  </a:extLst>
                </p14:cNvPr>
                <p14:cNvContentPartPr/>
                <p14:nvPr/>
              </p14:nvContentPartPr>
              <p14:xfrm>
                <a:off x="7050426" y="4818865"/>
                <a:ext cx="469337" cy="170498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AF4FCD7-1387-4860-ADF9-B98FCF1FFB8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41421" y="4809872"/>
                  <a:ext cx="486987" cy="1881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CD15F7E-81A5-4C4D-8BB4-E4E6EE03EAD0}"/>
                    </a:ext>
                  </a:extLst>
                </p14:cNvPr>
                <p14:cNvContentPartPr/>
                <p14:nvPr/>
              </p14:nvContentPartPr>
              <p14:xfrm>
                <a:off x="7861124" y="4825301"/>
                <a:ext cx="909846" cy="890727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CD15F7E-81A5-4C4D-8BB4-E4E6EE03EA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43129" y="4807299"/>
                  <a:ext cx="945477" cy="92637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52F2EE2-43D5-45C6-922D-5EB502B9A0B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IE" sz="3200" b="1" dirty="0"/>
                  <a:t>Fleming-</a:t>
                </a:r>
                <a:r>
                  <a:rPr lang="en-IE" sz="3200" b="1" dirty="0" err="1"/>
                  <a:t>Viot</a:t>
                </a:r>
                <a:r>
                  <a:rPr lang="en-IE" sz="3200" b="1" dirty="0"/>
                  <a:t> particle system</a:t>
                </a:r>
                <a:r>
                  <a:rPr lang="en-IE" dirty="0"/>
                  <a:t> </a:t>
                </a:r>
                <a:r>
                  <a:rPr lang="en-IE" sz="3200" i="1" dirty="0"/>
                  <a:t>helps us 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IE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p>
                    </m:sSup>
                    <m:d>
                      <m:dPr>
                        <m:ctrlPr>
                          <a:rPr lang="en-IE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IE" sz="3200" i="1" dirty="0"/>
                  <a:t> efficiently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52F2EE2-43D5-45C6-922D-5EB502B9A0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10"/>
                <a:stretch>
                  <a:fillRect l="-4132" r="-5785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BCC93-B65A-48C2-A74E-76A11385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F7A39-FA22-4FE3-ACE2-8784B355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D1F9F-2267-4E39-B4CC-CAE64583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3763" y="6356350"/>
            <a:ext cx="153092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r>
              <a:rPr lang="en-US" dirty="0"/>
              <a:t> / 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1B9BED-3136-48C5-87E7-48F1BBD685E6}"/>
              </a:ext>
            </a:extLst>
          </p:cNvPr>
          <p:cNvSpPr txBox="1"/>
          <p:nvPr/>
        </p:nvSpPr>
        <p:spPr>
          <a:xfrm>
            <a:off x="3676932" y="3091868"/>
            <a:ext cx="7980610" cy="8918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b="1" u="sng" dirty="0"/>
              <a:t>Fleming-</a:t>
            </a:r>
            <a:r>
              <a:rPr lang="en-IE" b="1" u="sng" dirty="0" err="1"/>
              <a:t>Viot</a:t>
            </a:r>
            <a:r>
              <a:rPr lang="en-IE" b="1" u="sng" dirty="0"/>
              <a:t> particle system</a:t>
            </a:r>
            <a:r>
              <a:rPr lang="en-IE" b="1" dirty="0"/>
              <a:t> (1979)</a:t>
            </a:r>
          </a:p>
          <a:p>
            <a:pPr algn="ctr"/>
            <a:r>
              <a:rPr lang="en-IE" dirty="0"/>
              <a:t>Stochastic process constructed on top of a </a:t>
            </a:r>
            <a:r>
              <a:rPr lang="en-IE" b="1" i="1" dirty="0"/>
              <a:t>stochastic process with absorption</a:t>
            </a:r>
          </a:p>
          <a:p>
            <a:pPr algn="ctr"/>
            <a:r>
              <a:rPr lang="en-IE" i="1" dirty="0"/>
              <a:t>to model population evolution.</a:t>
            </a:r>
            <a:endParaRPr lang="en-I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F44FFA-1776-4025-B374-C686FD2AC6A3}"/>
              </a:ext>
            </a:extLst>
          </p:cNvPr>
          <p:cNvSpPr txBox="1"/>
          <p:nvPr/>
        </p:nvSpPr>
        <p:spPr>
          <a:xfrm>
            <a:off x="3710648" y="677029"/>
            <a:ext cx="7980610" cy="6293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b="1" dirty="0"/>
              <a:t>Stochastic process with absorption</a:t>
            </a:r>
          </a:p>
          <a:p>
            <a:pPr algn="ctr"/>
            <a:r>
              <a:rPr lang="en-IE" i="1" dirty="0"/>
              <a:t>A stochastic process in which the </a:t>
            </a:r>
            <a:r>
              <a:rPr lang="en-IE" b="1" i="1" dirty="0"/>
              <a:t>process stops</a:t>
            </a:r>
            <a:r>
              <a:rPr lang="en-IE" i="1" dirty="0"/>
              <a:t> when reaching a certain condition</a:t>
            </a:r>
            <a:endParaRPr lang="en-IE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BC2AB01-A96C-42CB-923A-865BE3599B05}"/>
              </a:ext>
            </a:extLst>
          </p:cNvPr>
          <p:cNvGrpSpPr/>
          <p:nvPr/>
        </p:nvGrpSpPr>
        <p:grpSpPr>
          <a:xfrm>
            <a:off x="4586166" y="1314874"/>
            <a:ext cx="3361198" cy="1732983"/>
            <a:chOff x="4729018" y="4147127"/>
            <a:chExt cx="3870037" cy="1985818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4C34137-178B-49B1-8531-1786E69C3ED1}"/>
                </a:ext>
              </a:extLst>
            </p:cNvPr>
            <p:cNvSpPr/>
            <p:nvPr/>
          </p:nvSpPr>
          <p:spPr>
            <a:xfrm>
              <a:off x="4729018" y="4147127"/>
              <a:ext cx="3870037" cy="198581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10AE966-470B-4C11-B890-D80F3D3E782E}"/>
                </a:ext>
              </a:extLst>
            </p:cNvPr>
            <p:cNvSpPr/>
            <p:nvPr/>
          </p:nvSpPr>
          <p:spPr>
            <a:xfrm>
              <a:off x="4996872" y="4821381"/>
              <a:ext cx="1745673" cy="10991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B948884-2913-4D74-BE03-E30311803308}"/>
                </a:ext>
              </a:extLst>
            </p:cNvPr>
            <p:cNvSpPr/>
            <p:nvPr/>
          </p:nvSpPr>
          <p:spPr>
            <a:xfrm>
              <a:off x="7352146" y="4366262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C51FEE3-A873-4E06-9ACA-927764CD79E5}"/>
                </a:ext>
              </a:extLst>
            </p:cNvPr>
            <p:cNvSpPr/>
            <p:nvPr/>
          </p:nvSpPr>
          <p:spPr>
            <a:xfrm>
              <a:off x="7712364" y="5638339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2BDD073-80E3-4DF4-8988-DBD4494BB2F0}"/>
                </a:ext>
              </a:extLst>
            </p:cNvPr>
            <p:cNvSpPr/>
            <p:nvPr/>
          </p:nvSpPr>
          <p:spPr>
            <a:xfrm>
              <a:off x="4904726" y="4246995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E595DDA-81CB-4D04-AB01-B9545D51D6F0}"/>
                </a:ext>
              </a:extLst>
            </p:cNvPr>
            <p:cNvSpPr/>
            <p:nvPr/>
          </p:nvSpPr>
          <p:spPr>
            <a:xfrm>
              <a:off x="8219902" y="4338894"/>
              <a:ext cx="207722" cy="278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000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S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B2D17C38-0292-43FD-8C10-2851698781BA}"/>
              </a:ext>
            </a:extLst>
          </p:cNvPr>
          <p:cNvSpPr txBox="1"/>
          <p:nvPr/>
        </p:nvSpPr>
        <p:spPr>
          <a:xfrm>
            <a:off x="8210383" y="1854333"/>
            <a:ext cx="3083578" cy="6293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E" b="1" dirty="0"/>
              <a:t>Example:</a:t>
            </a:r>
            <a:r>
              <a:rPr lang="en-IE" dirty="0"/>
              <a:t> process </a:t>
            </a:r>
            <a:r>
              <a:rPr lang="en-IE" b="1" dirty="0">
                <a:solidFill>
                  <a:srgbClr val="C00000"/>
                </a:solidFill>
              </a:rPr>
              <a:t>X(t)</a:t>
            </a:r>
            <a:r>
              <a:rPr lang="en-IE" dirty="0"/>
              <a:t> </a:t>
            </a:r>
            <a:r>
              <a:rPr lang="en-IE" b="1" dirty="0">
                <a:solidFill>
                  <a:srgbClr val="C00000"/>
                </a:solidFill>
              </a:rPr>
              <a:t>stops</a:t>
            </a:r>
            <a:r>
              <a:rPr lang="en-IE" dirty="0"/>
              <a:t> when reaching a state in A.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A0F912B-16CF-47D6-88CE-B66BDEB355DA}"/>
              </a:ext>
            </a:extLst>
          </p:cNvPr>
          <p:cNvGrpSpPr/>
          <p:nvPr/>
        </p:nvGrpSpPr>
        <p:grpSpPr>
          <a:xfrm>
            <a:off x="3615409" y="4559691"/>
            <a:ext cx="2520000" cy="1530000"/>
            <a:chOff x="4729018" y="4147127"/>
            <a:chExt cx="3870037" cy="1985818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985299B-8BAE-40A5-88D4-F350652B1B79}"/>
                </a:ext>
              </a:extLst>
            </p:cNvPr>
            <p:cNvSpPr/>
            <p:nvPr/>
          </p:nvSpPr>
          <p:spPr>
            <a:xfrm>
              <a:off x="4729018" y="4147127"/>
              <a:ext cx="3870037" cy="198581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7760886-2C6D-46A4-9772-A536CE4E0C9F}"/>
                </a:ext>
              </a:extLst>
            </p:cNvPr>
            <p:cNvSpPr/>
            <p:nvPr/>
          </p:nvSpPr>
          <p:spPr>
            <a:xfrm>
              <a:off x="4996872" y="4821381"/>
              <a:ext cx="1745673" cy="10991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F5566B0-9157-4CAE-9473-30180A3AD8B7}"/>
                </a:ext>
              </a:extLst>
            </p:cNvPr>
            <p:cNvSpPr/>
            <p:nvPr/>
          </p:nvSpPr>
          <p:spPr>
            <a:xfrm>
              <a:off x="7352146" y="4366262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0FB0D78-5561-4AA5-90F0-63F95EE07295}"/>
                </a:ext>
              </a:extLst>
            </p:cNvPr>
            <p:cNvSpPr/>
            <p:nvPr/>
          </p:nvSpPr>
          <p:spPr>
            <a:xfrm>
              <a:off x="7712364" y="5638339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DC1D769-D537-4C4E-969B-4877DC0F4F36}"/>
                </a:ext>
              </a:extLst>
            </p:cNvPr>
            <p:cNvSpPr/>
            <p:nvPr/>
          </p:nvSpPr>
          <p:spPr>
            <a:xfrm>
              <a:off x="4904726" y="4246995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EAE3146-2686-418C-AA00-1811539EE60C}"/>
                </a:ext>
              </a:extLst>
            </p:cNvPr>
            <p:cNvSpPr/>
            <p:nvPr/>
          </p:nvSpPr>
          <p:spPr>
            <a:xfrm>
              <a:off x="8219902" y="4338894"/>
              <a:ext cx="207722" cy="278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000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S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ACDEF6C-4EE8-4361-9A8B-F2C81408C02B}"/>
                  </a:ext>
                </a:extLst>
              </p14:cNvPr>
              <p14:cNvContentPartPr/>
              <p14:nvPr/>
            </p14:nvContentPartPr>
            <p14:xfrm>
              <a:off x="4184184" y="4822747"/>
              <a:ext cx="469337" cy="170498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ACDEF6C-4EE8-4361-9A8B-F2C81408C02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75179" y="4813754"/>
                <a:ext cx="486987" cy="188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7210C09-779A-4248-81A8-263E8F9EA2D5}"/>
                  </a:ext>
                </a:extLst>
              </p14:cNvPr>
              <p14:cNvContentPartPr/>
              <p14:nvPr/>
            </p14:nvContentPartPr>
            <p14:xfrm>
              <a:off x="4994882" y="4829184"/>
              <a:ext cx="909846" cy="890727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7210C09-779A-4248-81A8-263E8F9EA2D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76887" y="4811182"/>
                <a:ext cx="945477" cy="926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78B8D27-220E-4196-ACDF-21FED596871B}"/>
                  </a:ext>
                </a:extLst>
              </p14:cNvPr>
              <p14:cNvContentPartPr/>
              <p14:nvPr/>
            </p14:nvContentPartPr>
            <p14:xfrm>
              <a:off x="7753319" y="5307020"/>
              <a:ext cx="138215" cy="236802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78B8D27-220E-4196-ACDF-21FED596871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35322" y="5289026"/>
                <a:ext cx="173849" cy="272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C5E9177-A609-47F2-9F78-8A6E52608D22}"/>
                  </a:ext>
                </a:extLst>
              </p14:cNvPr>
              <p14:cNvContentPartPr/>
              <p14:nvPr/>
            </p14:nvContentPartPr>
            <p14:xfrm>
              <a:off x="10298534" y="4940590"/>
              <a:ext cx="145220" cy="83495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C5E9177-A609-47F2-9F78-8A6E52608D2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289548" y="4931593"/>
                <a:ext cx="162833" cy="101130"/>
              </a:xfrm>
              <a:prstGeom prst="rect">
                <a:avLst/>
              </a:prstGeom>
            </p:spPr>
          </p:pic>
        </mc:Fallback>
      </mc:AlternateContent>
      <p:sp>
        <p:nvSpPr>
          <p:cNvPr id="104" name="Oval 103">
            <a:extLst>
              <a:ext uri="{FF2B5EF4-FFF2-40B4-BE49-F238E27FC236}">
                <a16:creationId xmlns:a16="http://schemas.microsoft.com/office/drawing/2014/main" id="{CB7AED28-4A1E-437A-AF67-41EF266A56F4}"/>
              </a:ext>
            </a:extLst>
          </p:cNvPr>
          <p:cNvSpPr/>
          <p:nvPr/>
        </p:nvSpPr>
        <p:spPr>
          <a:xfrm>
            <a:off x="6466841" y="4077363"/>
            <a:ext cx="389558" cy="3651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A7C377F-281B-4419-B76F-0A6C5E43AC61}"/>
              </a:ext>
            </a:extLst>
          </p:cNvPr>
          <p:cNvSpPr/>
          <p:nvPr/>
        </p:nvSpPr>
        <p:spPr>
          <a:xfrm>
            <a:off x="9171008" y="4084294"/>
            <a:ext cx="389558" cy="3651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2BC90BA-0043-48B6-8AFD-0270F6124479}"/>
              </a:ext>
            </a:extLst>
          </p:cNvPr>
          <p:cNvSpPr/>
          <p:nvPr/>
        </p:nvSpPr>
        <p:spPr>
          <a:xfrm>
            <a:off x="3527274" y="4079206"/>
            <a:ext cx="389558" cy="3651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078FFC0-647E-4BE5-8B23-5FCBF425800F}"/>
              </a:ext>
            </a:extLst>
          </p:cNvPr>
          <p:cNvSpPr txBox="1"/>
          <p:nvPr/>
        </p:nvSpPr>
        <p:spPr>
          <a:xfrm>
            <a:off x="3769926" y="3944203"/>
            <a:ext cx="2466036" cy="5604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1600" dirty="0"/>
              <a:t>N particles evolve in</a:t>
            </a:r>
            <a:br>
              <a:rPr lang="en-IE" sz="1600" dirty="0"/>
            </a:br>
            <a:r>
              <a:rPr lang="en-IE" sz="1600" b="1" dirty="0"/>
              <a:t>parallel </a:t>
            </a:r>
            <a:r>
              <a:rPr lang="en-IE" sz="1600" i="1" dirty="0"/>
              <a:t>under same policy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35E0518-7668-4F7B-A090-9401B1B93734}"/>
              </a:ext>
            </a:extLst>
          </p:cNvPr>
          <p:cNvSpPr txBox="1"/>
          <p:nvPr/>
        </p:nvSpPr>
        <p:spPr>
          <a:xfrm>
            <a:off x="6708833" y="3974416"/>
            <a:ext cx="2414962" cy="5472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1600" dirty="0"/>
              <a:t>At some point</a:t>
            </a:r>
          </a:p>
          <a:p>
            <a:pPr algn="ctr"/>
            <a:r>
              <a:rPr lang="en-IE" sz="1600" b="1" dirty="0"/>
              <a:t>a particle is </a:t>
            </a:r>
            <a:r>
              <a:rPr lang="en-IE" sz="1600" b="1" i="1" dirty="0"/>
              <a:t>absorbed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25EB1A3-998C-4BBA-A902-24DCF39F7E87}"/>
              </a:ext>
            </a:extLst>
          </p:cNvPr>
          <p:cNvSpPr txBox="1"/>
          <p:nvPr/>
        </p:nvSpPr>
        <p:spPr>
          <a:xfrm>
            <a:off x="9524119" y="3970739"/>
            <a:ext cx="2414962" cy="5472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1600" dirty="0"/>
              <a:t>Absorbed particle is </a:t>
            </a:r>
            <a:r>
              <a:rPr lang="en-IE" sz="1600" b="1" dirty="0"/>
              <a:t>immediately regenerated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9E9E379-8CCD-464F-95B9-86B94DD6CDF3}"/>
              </a:ext>
            </a:extLst>
          </p:cNvPr>
          <p:cNvCxnSpPr>
            <a:cxnSpLocks/>
          </p:cNvCxnSpPr>
          <p:nvPr/>
        </p:nvCxnSpPr>
        <p:spPr>
          <a:xfrm flipH="1" flipV="1">
            <a:off x="3722914" y="3133126"/>
            <a:ext cx="7894580" cy="8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13C87166-C12F-4117-ABC5-E2D30E19F032}"/>
              </a:ext>
            </a:extLst>
          </p:cNvPr>
          <p:cNvSpPr txBox="1"/>
          <p:nvPr/>
        </p:nvSpPr>
        <p:spPr>
          <a:xfrm>
            <a:off x="3713584" y="670367"/>
            <a:ext cx="7980610" cy="6293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b="1" dirty="0"/>
              <a:t>Stochastic process with </a:t>
            </a:r>
            <a:r>
              <a:rPr lang="en-IE" b="1" dirty="0">
                <a:solidFill>
                  <a:srgbClr val="C00000"/>
                </a:solidFill>
              </a:rPr>
              <a:t>absorption</a:t>
            </a:r>
          </a:p>
          <a:p>
            <a:pPr algn="ctr"/>
            <a:r>
              <a:rPr lang="en-IE" i="1" dirty="0"/>
              <a:t>A stochastic process in which the </a:t>
            </a:r>
            <a:r>
              <a:rPr lang="en-IE" b="1" i="1" dirty="0">
                <a:solidFill>
                  <a:srgbClr val="C00000"/>
                </a:solidFill>
              </a:rPr>
              <a:t>process stops</a:t>
            </a:r>
            <a:r>
              <a:rPr lang="en-IE" i="1" dirty="0">
                <a:solidFill>
                  <a:srgbClr val="C00000"/>
                </a:solidFill>
              </a:rPr>
              <a:t> </a:t>
            </a:r>
            <a:r>
              <a:rPr lang="en-IE" i="1" dirty="0"/>
              <a:t>when reaching a certain condition</a:t>
            </a:r>
            <a:endParaRPr lang="en-IE" dirty="0"/>
          </a:p>
        </p:txBody>
      </p: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6D7EB6E5-49CA-4B96-ABB4-5B0A8A667AB8}"/>
              </a:ext>
            </a:extLst>
          </p:cNvPr>
          <p:cNvGrpSpPr/>
          <p:nvPr/>
        </p:nvGrpSpPr>
        <p:grpSpPr>
          <a:xfrm>
            <a:off x="5166896" y="1408709"/>
            <a:ext cx="839520" cy="620280"/>
            <a:chOff x="5166896" y="1660643"/>
            <a:chExt cx="839520" cy="62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759F1D2-6A48-4343-A259-A592EE96C2AC}"/>
                    </a:ext>
                  </a:extLst>
                </p14:cNvPr>
                <p14:cNvContentPartPr/>
                <p14:nvPr/>
              </p14:nvContentPartPr>
              <p14:xfrm>
                <a:off x="5775296" y="2126843"/>
                <a:ext cx="360" cy="3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759F1D2-6A48-4343-A259-A592EE96C2A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66656" y="211820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52F0A9D-5A93-4255-A95E-55D40BF17B28}"/>
                    </a:ext>
                  </a:extLst>
                </p14:cNvPr>
                <p14:cNvContentPartPr/>
                <p14:nvPr/>
              </p14:nvContentPartPr>
              <p14:xfrm>
                <a:off x="5822096" y="2183003"/>
                <a:ext cx="360" cy="3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52F0A9D-5A93-4255-A95E-55D40BF17B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813096" y="217400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E158874-C6C8-4006-866A-DB99D4E62302}"/>
                    </a:ext>
                  </a:extLst>
                </p14:cNvPr>
                <p14:cNvContentPartPr/>
                <p14:nvPr/>
              </p14:nvContentPartPr>
              <p14:xfrm>
                <a:off x="5166896" y="1698083"/>
                <a:ext cx="165960" cy="1432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E158874-C6C8-4006-866A-DB99D4E6230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57896" y="1689083"/>
                  <a:ext cx="1836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4909E2B-1B60-4B30-91D9-B35100230AF7}"/>
                    </a:ext>
                  </a:extLst>
                </p14:cNvPr>
                <p14:cNvContentPartPr/>
                <p14:nvPr/>
              </p14:nvContentPartPr>
              <p14:xfrm>
                <a:off x="5196776" y="1660643"/>
                <a:ext cx="136440" cy="2512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4909E2B-1B60-4B30-91D9-B35100230AF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88136" y="1652003"/>
                  <a:ext cx="1540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3409341-4E3C-44B8-BB10-98F5A4E99669}"/>
                    </a:ext>
                  </a:extLst>
                </p14:cNvPr>
                <p14:cNvContentPartPr/>
                <p14:nvPr/>
              </p14:nvContentPartPr>
              <p14:xfrm>
                <a:off x="5332496" y="1846763"/>
                <a:ext cx="60480" cy="662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3409341-4E3C-44B8-BB10-98F5A4E9966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23496" y="1838123"/>
                  <a:ext cx="78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356ECAF-6C02-46D5-81BA-9C592A0AFF3A}"/>
                    </a:ext>
                  </a:extLst>
                </p14:cNvPr>
                <p14:cNvContentPartPr/>
                <p14:nvPr/>
              </p14:nvContentPartPr>
              <p14:xfrm>
                <a:off x="5333576" y="1894643"/>
                <a:ext cx="584280" cy="2682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356ECAF-6C02-46D5-81BA-9C592A0AFF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24576" y="1885643"/>
                  <a:ext cx="6019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8E5A018-BA2F-4AF9-9447-423F69A7EE15}"/>
                    </a:ext>
                  </a:extLst>
                </p14:cNvPr>
                <p14:cNvContentPartPr/>
                <p14:nvPr/>
              </p14:nvContentPartPr>
              <p14:xfrm>
                <a:off x="5852336" y="2110643"/>
                <a:ext cx="108720" cy="1440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8E5A018-BA2F-4AF9-9447-423F69A7EE1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43696" y="2102003"/>
                  <a:ext cx="126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B296A92-1325-4E0F-BA0B-A0866F0C1CB4}"/>
                    </a:ext>
                  </a:extLst>
                </p14:cNvPr>
                <p14:cNvContentPartPr/>
                <p14:nvPr/>
              </p14:nvContentPartPr>
              <p14:xfrm>
                <a:off x="5857016" y="2084723"/>
                <a:ext cx="149400" cy="1962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B296A92-1325-4E0F-BA0B-A0866F0C1CB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48016" y="2076083"/>
                  <a:ext cx="16704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7BDA85F-6F5D-41EA-A27E-B7F84245B58D}"/>
              </a:ext>
            </a:extLst>
          </p:cNvPr>
          <p:cNvGrpSpPr/>
          <p:nvPr/>
        </p:nvGrpSpPr>
        <p:grpSpPr>
          <a:xfrm>
            <a:off x="10614999" y="5431745"/>
            <a:ext cx="983880" cy="187920"/>
            <a:chOff x="10617487" y="5684121"/>
            <a:chExt cx="98388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BC7A025-1A6F-4AFF-BED4-3ED953AF60EC}"/>
                    </a:ext>
                  </a:extLst>
                </p14:cNvPr>
                <p14:cNvContentPartPr/>
                <p14:nvPr/>
              </p14:nvContentPartPr>
              <p14:xfrm>
                <a:off x="10617487" y="5741361"/>
                <a:ext cx="144720" cy="3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BC7A025-1A6F-4AFF-BED4-3ED953AF60E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08847" y="5732721"/>
                  <a:ext cx="162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7F9E765-930E-4FEC-8736-A925C116DBAA}"/>
                    </a:ext>
                  </a:extLst>
                </p14:cNvPr>
                <p14:cNvContentPartPr/>
                <p14:nvPr/>
              </p14:nvContentPartPr>
              <p14:xfrm>
                <a:off x="10851487" y="5741361"/>
                <a:ext cx="112680" cy="3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7F9E765-930E-4FEC-8736-A925C116DBA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42487" y="5732721"/>
                  <a:ext cx="130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EFC3115-99EA-44B7-B630-5E19BC13BBA3}"/>
                    </a:ext>
                  </a:extLst>
                </p14:cNvPr>
                <p14:cNvContentPartPr/>
                <p14:nvPr/>
              </p14:nvContentPartPr>
              <p14:xfrm>
                <a:off x="11062807" y="5741361"/>
                <a:ext cx="138240" cy="3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EFC3115-99EA-44B7-B630-5E19BC13BBA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054167" y="5732721"/>
                  <a:ext cx="155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CD96508-4E73-40F0-8838-8C59CB32624A}"/>
                    </a:ext>
                  </a:extLst>
                </p14:cNvPr>
                <p14:cNvContentPartPr/>
                <p14:nvPr/>
              </p14:nvContentPartPr>
              <p14:xfrm>
                <a:off x="11301487" y="5741361"/>
                <a:ext cx="152280" cy="3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CD96508-4E73-40F0-8838-8C59CB3262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92847" y="5732721"/>
                  <a:ext cx="169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89A2E725-8F58-4B83-8B67-12419446A8F0}"/>
                    </a:ext>
                  </a:extLst>
                </p14:cNvPr>
                <p14:cNvContentPartPr/>
                <p14:nvPr/>
              </p14:nvContentPartPr>
              <p14:xfrm>
                <a:off x="11509567" y="5741361"/>
                <a:ext cx="67320" cy="3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89A2E725-8F58-4B83-8B67-12419446A8F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500567" y="5732721"/>
                  <a:ext cx="84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D5733A6-AFCA-4674-B8D5-DE66A423042B}"/>
                    </a:ext>
                  </a:extLst>
                </p14:cNvPr>
                <p14:cNvContentPartPr/>
                <p14:nvPr/>
              </p14:nvContentPartPr>
              <p14:xfrm>
                <a:off x="11547367" y="5741361"/>
                <a:ext cx="54000" cy="3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D5733A6-AFCA-4674-B8D5-DE66A423042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538367" y="5732721"/>
                  <a:ext cx="71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E965E7E-7E70-486A-ABAB-3677469B66F6}"/>
                    </a:ext>
                  </a:extLst>
                </p14:cNvPr>
                <p14:cNvContentPartPr/>
                <p14:nvPr/>
              </p14:nvContentPartPr>
              <p14:xfrm>
                <a:off x="11532247" y="5684121"/>
                <a:ext cx="51120" cy="61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E965E7E-7E70-486A-ABAB-3677469B66F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523607" y="5675481"/>
                  <a:ext cx="68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8F1A0A-B0F0-4585-99B2-3FC927EE7080}"/>
                    </a:ext>
                  </a:extLst>
                </p14:cNvPr>
                <p14:cNvContentPartPr/>
                <p14:nvPr/>
              </p14:nvContentPartPr>
              <p14:xfrm>
                <a:off x="11536927" y="5693481"/>
                <a:ext cx="34920" cy="55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8F1A0A-B0F0-4585-99B2-3FC927EE708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528287" y="5684481"/>
                  <a:ext cx="52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5DE9321-56B6-4829-97C6-12A894D3B111}"/>
                    </a:ext>
                  </a:extLst>
                </p14:cNvPr>
                <p14:cNvContentPartPr/>
                <p14:nvPr/>
              </p14:nvContentPartPr>
              <p14:xfrm>
                <a:off x="11397247" y="5719041"/>
                <a:ext cx="156960" cy="153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5DE9321-56B6-4829-97C6-12A894D3B1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388607" y="5710401"/>
                  <a:ext cx="17460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C709774-3607-482D-A6B9-ED7BF2B1D8F7}"/>
                  </a:ext>
                </a:extLst>
              </p14:cNvPr>
              <p14:cNvContentPartPr/>
              <p14:nvPr/>
            </p14:nvContentPartPr>
            <p14:xfrm>
              <a:off x="11551719" y="5449478"/>
              <a:ext cx="140040" cy="2242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C709774-3607-482D-A6B9-ED7BF2B1D8F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542696" y="5440478"/>
                <a:ext cx="157725" cy="24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037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3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1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39" grpId="0"/>
      <p:bldP spid="104" grpId="0" animBg="1"/>
      <p:bldP spid="105" grpId="0" animBg="1"/>
      <p:bldP spid="106" grpId="0" animBg="1"/>
      <p:bldP spid="107" grpId="0"/>
      <p:bldP spid="108" grpId="0"/>
      <p:bldP spid="109" grpId="0"/>
      <p:bldP spid="1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5C72886-45CB-4774-A2A1-96E90A092253}"/>
              </a:ext>
            </a:extLst>
          </p:cNvPr>
          <p:cNvGrpSpPr/>
          <p:nvPr/>
        </p:nvGrpSpPr>
        <p:grpSpPr>
          <a:xfrm>
            <a:off x="3486939" y="2752590"/>
            <a:ext cx="3805225" cy="2678341"/>
            <a:chOff x="3899815" y="3968560"/>
            <a:chExt cx="3352672" cy="238779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B6B993F-CB7F-4B3B-91DA-349B0860D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3650" y="3968560"/>
              <a:ext cx="3108837" cy="238779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12E9A8-E776-4BF5-A305-6C99833707A2}"/>
                </a:ext>
              </a:extLst>
            </p:cNvPr>
            <p:cNvSpPr txBox="1"/>
            <p:nvPr/>
          </p:nvSpPr>
          <p:spPr>
            <a:xfrm rot="16200000">
              <a:off x="2989161" y="5070858"/>
              <a:ext cx="2156002" cy="33469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E" i="1" dirty="0"/>
                <a:t>X(t)</a:t>
              </a:r>
              <a:r>
                <a:rPr lang="en-IE" dirty="0"/>
                <a:t>: # jobs in queue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3ADAB17-2A12-4950-9ECA-81C103986C81}"/>
              </a:ext>
            </a:extLst>
          </p:cNvPr>
          <p:cNvGrpSpPr/>
          <p:nvPr/>
        </p:nvGrpSpPr>
        <p:grpSpPr>
          <a:xfrm>
            <a:off x="7292165" y="2750509"/>
            <a:ext cx="4303993" cy="2680418"/>
            <a:chOff x="7154850" y="3692906"/>
            <a:chExt cx="4303993" cy="268041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52CB9C9-860C-4E0E-AC44-C4BB87E7314C}"/>
                </a:ext>
              </a:extLst>
            </p:cNvPr>
            <p:cNvGrpSpPr/>
            <p:nvPr/>
          </p:nvGrpSpPr>
          <p:grpSpPr>
            <a:xfrm>
              <a:off x="7154850" y="3699157"/>
              <a:ext cx="4303993" cy="2674167"/>
              <a:chOff x="7154850" y="3699157"/>
              <a:chExt cx="4303993" cy="2674167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618B0F0-EF37-4149-94A8-5C3C972491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46221" y="3699157"/>
                <a:ext cx="3512622" cy="267416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6183291-F5F8-4284-A90B-A20044AD6410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6560149" y="4367635"/>
                    <a:ext cx="2156002" cy="9665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IE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oMath>
                    </a14:m>
                    <a:r>
                      <a:rPr lang="en-IE" i="1" dirty="0"/>
                      <a:t>(t)</a:t>
                    </a:r>
                    <a:r>
                      <a:rPr lang="en-IE" dirty="0"/>
                      <a:t>: # jobs in queue for </a:t>
                    </a:r>
                    <a:r>
                      <a:rPr lang="en-IE" b="1" dirty="0"/>
                      <a:t>each particle</a:t>
                    </a: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6183291-F5F8-4284-A90B-A20044AD64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6560149" y="4367635"/>
                    <a:ext cx="2156002" cy="9665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516" t="-2542"/>
                    </a:stretch>
                  </a:blipFill>
                </p:spPr>
                <p:txBody>
                  <a:bodyPr/>
                  <a:lstStyle/>
                  <a:p>
                    <a:r>
                      <a:rPr lang="en-I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4829E88-4EBE-4268-BA81-9B9A328728D0}"/>
                </a:ext>
              </a:extLst>
            </p:cNvPr>
            <p:cNvSpPr txBox="1"/>
            <p:nvPr/>
          </p:nvSpPr>
          <p:spPr>
            <a:xfrm>
              <a:off x="7778015" y="4150108"/>
              <a:ext cx="445803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E" sz="1100" b="1" i="1" dirty="0"/>
                <a:t>x</a:t>
              </a:r>
              <a:r>
                <a:rPr lang="en-IE" sz="1100" b="1" dirty="0"/>
                <a:t> = 10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BF86D4-E0B8-4143-894C-F169B445F4F2}"/>
                </a:ext>
              </a:extLst>
            </p:cNvPr>
            <p:cNvSpPr txBox="1"/>
            <p:nvPr/>
          </p:nvSpPr>
          <p:spPr>
            <a:xfrm>
              <a:off x="7782242" y="3692906"/>
              <a:ext cx="445803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E" sz="1100" b="1" i="1" dirty="0"/>
                <a:t>x</a:t>
              </a:r>
              <a:r>
                <a:rPr lang="en-IE" sz="1100" b="1" dirty="0"/>
                <a:t> = 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F1C1D6D-8BC5-47D6-A3FA-3E8C2968CDDA}"/>
                </a:ext>
              </a:extLst>
            </p:cNvPr>
            <p:cNvSpPr txBox="1"/>
            <p:nvPr/>
          </p:nvSpPr>
          <p:spPr>
            <a:xfrm>
              <a:off x="7782241" y="4607307"/>
              <a:ext cx="445803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E" sz="1100" b="1" i="1" dirty="0"/>
                <a:t>x</a:t>
              </a:r>
              <a:r>
                <a:rPr lang="en-IE" sz="1100" b="1" dirty="0"/>
                <a:t> = 10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82DCD7D-9E44-4F7D-8AA3-A70E4A2BF040}"/>
                </a:ext>
              </a:extLst>
            </p:cNvPr>
            <p:cNvSpPr txBox="1"/>
            <p:nvPr/>
          </p:nvSpPr>
          <p:spPr>
            <a:xfrm>
              <a:off x="7772409" y="5069426"/>
              <a:ext cx="445803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E" sz="1100" b="1" i="1" dirty="0"/>
                <a:t>x</a:t>
              </a:r>
              <a:r>
                <a:rPr lang="en-IE" sz="1100" b="1" dirty="0"/>
                <a:t> = 10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C01D8A8-CD14-4608-BD78-6D9171026306}"/>
                </a:ext>
              </a:extLst>
            </p:cNvPr>
            <p:cNvSpPr txBox="1"/>
            <p:nvPr/>
          </p:nvSpPr>
          <p:spPr>
            <a:xfrm>
              <a:off x="7782243" y="5531542"/>
              <a:ext cx="445803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E" sz="1100" b="1" i="1" dirty="0"/>
                <a:t>x</a:t>
              </a:r>
              <a:r>
                <a:rPr lang="en-IE" sz="1100" b="1" dirty="0"/>
                <a:t> = 10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2F2EE2-43D5-45C6-922D-5EB502B9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Example:</a:t>
            </a:r>
            <a:br>
              <a:rPr lang="en-IE" b="1" dirty="0"/>
            </a:br>
            <a:r>
              <a:rPr lang="en-IE" dirty="0"/>
              <a:t>M/M/1/K queue</a:t>
            </a:r>
            <a:br>
              <a:rPr lang="en-IE" dirty="0"/>
            </a:br>
            <a:br>
              <a:rPr lang="en-IE" dirty="0"/>
            </a:br>
            <a:r>
              <a:rPr lang="en-IE" sz="2400" dirty="0"/>
              <a:t>Fleming-</a:t>
            </a:r>
            <a:r>
              <a:rPr lang="en-IE" sz="2400" dirty="0" err="1"/>
              <a:t>Viot</a:t>
            </a:r>
            <a:r>
              <a:rPr lang="en-IE" sz="2400" dirty="0"/>
              <a:t> process </a:t>
            </a:r>
            <a:r>
              <a:rPr lang="en-IE" sz="2400" u="sng" dirty="0"/>
              <a:t>stays closer to the rare reward</a:t>
            </a:r>
            <a:r>
              <a:rPr lang="en-IE" sz="2400" dirty="0"/>
              <a:t> than original process</a:t>
            </a:r>
            <a:br>
              <a:rPr lang="en-IE" sz="2400" dirty="0"/>
            </a:br>
            <a:br>
              <a:rPr lang="en-IE" sz="2400" dirty="0"/>
            </a:br>
            <a:endParaRPr lang="en-IE" sz="2400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BCC93-B65A-48C2-A74E-76A11385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F7A39-FA22-4FE3-ACE2-8784B355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D1F9F-2267-4E39-B4CC-CAE64583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r>
              <a:rPr lang="en-US" dirty="0"/>
              <a:t> / 30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D5DF1BF-95D3-468C-AE7D-2D3A1EC810A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089115" y="2031388"/>
            <a:ext cx="3676164" cy="8128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IE" b="1" dirty="0">
                <a:solidFill>
                  <a:srgbClr val="00B050"/>
                </a:solidFill>
              </a:rPr>
              <a:t>Fleming-</a:t>
            </a:r>
            <a:r>
              <a:rPr lang="en-IE" b="1" dirty="0" err="1">
                <a:solidFill>
                  <a:srgbClr val="00B050"/>
                </a:solidFill>
              </a:rPr>
              <a:t>Viot</a:t>
            </a:r>
            <a:r>
              <a:rPr lang="en-IE" b="1" dirty="0">
                <a:solidFill>
                  <a:srgbClr val="00B050"/>
                </a:solidFill>
              </a:rPr>
              <a:t> process with J-1=4</a:t>
            </a:r>
            <a:br>
              <a:rPr lang="en-IE" b="1" dirty="0">
                <a:solidFill>
                  <a:srgbClr val="00B050"/>
                </a:solidFill>
              </a:rPr>
            </a:br>
            <a:r>
              <a:rPr lang="en-IE" b="1" dirty="0">
                <a:solidFill>
                  <a:srgbClr val="00B050"/>
                </a:solidFill>
                <a:latin typeface="Lucida Calligraphy" panose="03010101010101010101" pitchFamily="66" charset="0"/>
              </a:rPr>
              <a:t>A</a:t>
            </a:r>
            <a:r>
              <a:rPr lang="en-IE" b="1" dirty="0">
                <a:solidFill>
                  <a:srgbClr val="00B050"/>
                </a:solidFill>
              </a:rPr>
              <a:t> = {0, 1, …, 4} on N=5 particles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55E44D-79F0-4A96-96C9-6780345583C8}"/>
              </a:ext>
            </a:extLst>
          </p:cNvPr>
          <p:cNvSpPr/>
          <p:nvPr/>
        </p:nvSpPr>
        <p:spPr>
          <a:xfrm>
            <a:off x="11559209" y="4717969"/>
            <a:ext cx="445803" cy="37554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P1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115478D-4245-48BF-AB87-E0FC4561BDD6}"/>
              </a:ext>
            </a:extLst>
          </p:cNvPr>
          <p:cNvSpPr/>
          <p:nvPr/>
        </p:nvSpPr>
        <p:spPr>
          <a:xfrm>
            <a:off x="11554592" y="3818029"/>
            <a:ext cx="445802" cy="33217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P3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CDFC4A-6A46-4661-BAB3-B13F8042196F}"/>
              </a:ext>
            </a:extLst>
          </p:cNvPr>
          <p:cNvSpPr/>
          <p:nvPr/>
        </p:nvSpPr>
        <p:spPr>
          <a:xfrm>
            <a:off x="11563823" y="3356750"/>
            <a:ext cx="422707" cy="36784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P4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257B63-64CD-452C-B70B-B13611E45F50}"/>
              </a:ext>
            </a:extLst>
          </p:cNvPr>
          <p:cNvSpPr/>
          <p:nvPr/>
        </p:nvSpPr>
        <p:spPr>
          <a:xfrm>
            <a:off x="10189029" y="2486603"/>
            <a:ext cx="1507181" cy="226122"/>
          </a:xfrm>
          <a:prstGeom prst="rect">
            <a:avLst/>
          </a:prstGeom>
          <a:solidFill>
            <a:schemeClr val="accent2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2E91084-4B6E-4573-AF02-0D9DB83D357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11696210" y="2599664"/>
            <a:ext cx="81283" cy="304028"/>
          </a:xfrm>
          <a:prstGeom prst="bentConnector2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1C5A88B-A51A-4336-BC86-FBA3F3B276AD}"/>
              </a:ext>
            </a:extLst>
          </p:cNvPr>
          <p:cNvSpPr txBox="1"/>
          <p:nvPr/>
        </p:nvSpPr>
        <p:spPr>
          <a:xfrm>
            <a:off x="3946028" y="2140875"/>
            <a:ext cx="3253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rgbClr val="C00000"/>
                </a:solidFill>
              </a:rPr>
              <a:t>One realization of underlying process (the MDP)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F806983-D2D0-4EA7-BED5-C04F6BF4CA47}"/>
              </a:ext>
            </a:extLst>
          </p:cNvPr>
          <p:cNvSpPr/>
          <p:nvPr/>
        </p:nvSpPr>
        <p:spPr>
          <a:xfrm>
            <a:off x="3744682" y="192320"/>
            <a:ext cx="3308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>
                <a:sym typeface="Symbol" panose="05050102010706020507" pitchFamily="18" charset="2"/>
              </a:rPr>
              <a:t>M/M/1/K queue characteristics:</a:t>
            </a:r>
          </a:p>
          <a:p>
            <a:r>
              <a:rPr lang="en-IE" dirty="0">
                <a:sym typeface="Symbol" panose="05050102010706020507" pitchFamily="18" charset="2"/>
              </a:rPr>
              <a:t>- Service load: </a:t>
            </a:r>
            <a:r>
              <a:rPr lang="en-IE" b="1" dirty="0">
                <a:sym typeface="Symbol" panose="05050102010706020507" pitchFamily="18" charset="2"/>
              </a:rPr>
              <a:t>/ = 0.7 </a:t>
            </a:r>
            <a:r>
              <a:rPr lang="en-IE" dirty="0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&lt; 1</a:t>
            </a:r>
          </a:p>
          <a:p>
            <a:r>
              <a:rPr lang="en-IE" b="1" dirty="0">
                <a:sym typeface="Symbol" panose="05050102010706020507" pitchFamily="18" charset="2"/>
              </a:rPr>
              <a:t>- </a:t>
            </a:r>
            <a:r>
              <a:rPr lang="en-IE" dirty="0">
                <a:sym typeface="Symbol" panose="05050102010706020507" pitchFamily="18" charset="2"/>
              </a:rPr>
              <a:t>Max queue size: </a:t>
            </a:r>
            <a:r>
              <a:rPr lang="en-IE" b="1" dirty="0">
                <a:sym typeface="Symbol" panose="05050102010706020507" pitchFamily="18" charset="2"/>
              </a:rPr>
              <a:t>K = 10</a:t>
            </a:r>
          </a:p>
          <a:p>
            <a:r>
              <a:rPr lang="en-IE" b="1" i="1" dirty="0">
                <a:solidFill>
                  <a:srgbClr val="0070C0"/>
                </a:solidFill>
                <a:sym typeface="Symbol" panose="05050102010706020507" pitchFamily="18" charset="2"/>
              </a:rPr>
              <a:t>- </a:t>
            </a:r>
            <a:r>
              <a:rPr lang="en-IE" b="1" dirty="0" err="1">
                <a:solidFill>
                  <a:srgbClr val="0070C0"/>
                </a:solidFill>
                <a:sym typeface="Symbol" panose="05050102010706020507" pitchFamily="18" charset="2"/>
              </a:rPr>
              <a:t>Pr</a:t>
            </a:r>
            <a:r>
              <a:rPr lang="en-IE" b="1" dirty="0">
                <a:solidFill>
                  <a:srgbClr val="0070C0"/>
                </a:solidFill>
                <a:sym typeface="Symbol" panose="05050102010706020507" pitchFamily="18" charset="2"/>
              </a:rPr>
              <a:t>(X(t) = K) ~ 0.01</a:t>
            </a:r>
            <a:endParaRPr lang="en-IE" b="1" i="1" dirty="0">
              <a:solidFill>
                <a:srgbClr val="0070C0"/>
              </a:solidFill>
              <a:sym typeface="Symbol" panose="05050102010706020507" pitchFamily="18" charset="2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76E08B-7854-4421-8570-1B7DAB4B459A}"/>
              </a:ext>
            </a:extLst>
          </p:cNvPr>
          <p:cNvSpPr/>
          <p:nvPr/>
        </p:nvSpPr>
        <p:spPr>
          <a:xfrm>
            <a:off x="11568173" y="4234734"/>
            <a:ext cx="431945" cy="37554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P2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16C929C-F1AE-4823-BA8B-4E690E8375B1}"/>
              </a:ext>
            </a:extLst>
          </p:cNvPr>
          <p:cNvSpPr/>
          <p:nvPr/>
        </p:nvSpPr>
        <p:spPr>
          <a:xfrm>
            <a:off x="11563832" y="2904837"/>
            <a:ext cx="422708" cy="35768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P5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9C732FF-0F57-424B-93BD-34BF3303D262}"/>
              </a:ext>
            </a:extLst>
          </p:cNvPr>
          <p:cNvSpPr/>
          <p:nvPr/>
        </p:nvSpPr>
        <p:spPr>
          <a:xfrm>
            <a:off x="8176126" y="2464041"/>
            <a:ext cx="297959" cy="2635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F719884-3FF0-4638-8A44-FEA25B8CA42D}"/>
              </a:ext>
            </a:extLst>
          </p:cNvPr>
          <p:cNvGrpSpPr/>
          <p:nvPr/>
        </p:nvGrpSpPr>
        <p:grpSpPr>
          <a:xfrm>
            <a:off x="188813" y="4847556"/>
            <a:ext cx="2947482" cy="1193129"/>
            <a:chOff x="6096000" y="3104914"/>
            <a:chExt cx="2947482" cy="1229625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9971BC6-C377-49C9-B1A0-431A09EE5B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4440" t="17027" r="5323" b="53346"/>
            <a:stretch/>
          </p:blipFill>
          <p:spPr>
            <a:xfrm>
              <a:off x="6096000" y="3104914"/>
              <a:ext cx="2947482" cy="1229625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F7B52E1-A639-458C-875D-099EFDABB595}"/>
                </a:ext>
              </a:extLst>
            </p:cNvPr>
            <p:cNvSpPr txBox="1"/>
            <p:nvPr/>
          </p:nvSpPr>
          <p:spPr>
            <a:xfrm>
              <a:off x="7790171" y="3115625"/>
              <a:ext cx="258560" cy="21664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IE" sz="1600" i="1" dirty="0"/>
                <a:t>x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CF26F36C-A1E5-4B07-A9FA-78A8BB32C470}"/>
              </a:ext>
            </a:extLst>
          </p:cNvPr>
          <p:cNvGrpSpPr/>
          <p:nvPr/>
        </p:nvGrpSpPr>
        <p:grpSpPr>
          <a:xfrm>
            <a:off x="7848803" y="205511"/>
            <a:ext cx="3863964" cy="1841180"/>
            <a:chOff x="7848803" y="205511"/>
            <a:chExt cx="3863964" cy="184118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E156BC9-6BB3-46D3-8B36-0F50684CB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48803" y="205511"/>
              <a:ext cx="3863964" cy="1841180"/>
            </a:xfrm>
            <a:prstGeom prst="rect">
              <a:avLst/>
            </a:pr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E44CF20-47E3-4EF8-8E0C-655F8F4EE355}"/>
                </a:ext>
              </a:extLst>
            </p:cNvPr>
            <p:cNvSpPr/>
            <p:nvPr/>
          </p:nvSpPr>
          <p:spPr>
            <a:xfrm>
              <a:off x="8483729" y="1778092"/>
              <a:ext cx="297959" cy="26358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C2A5CE7-4C4F-4584-ADF0-FD2209795557}"/>
                  </a:ext>
                </a:extLst>
              </p14:cNvPr>
              <p14:cNvContentPartPr/>
              <p14:nvPr/>
            </p14:nvContentPartPr>
            <p14:xfrm>
              <a:off x="8017792" y="174048"/>
              <a:ext cx="3234779" cy="1017041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C2A5CE7-4C4F-4584-ADF0-FD220979555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99793" y="156047"/>
                <a:ext cx="3270417" cy="10526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7054A7D-9515-4DF9-863B-431DEB27EE1D}"/>
                  </a:ext>
                </a:extLst>
              </p14:cNvPr>
              <p14:cNvContentPartPr/>
              <p14:nvPr/>
            </p14:nvContentPartPr>
            <p14:xfrm>
              <a:off x="7647487" y="380241"/>
              <a:ext cx="41040" cy="1569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7054A7D-9515-4DF9-863B-431DEB27EE1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29487" y="362601"/>
                <a:ext cx="766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A0CB56E-B37E-4A79-966F-779201825E3E}"/>
                  </a:ext>
                </a:extLst>
              </p14:cNvPr>
              <p14:cNvContentPartPr/>
              <p14:nvPr/>
            </p14:nvContentPartPr>
            <p14:xfrm>
              <a:off x="7687447" y="355761"/>
              <a:ext cx="63000" cy="194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A0CB56E-B37E-4A79-966F-779201825E3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69447" y="337761"/>
                <a:ext cx="9864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7B4F1803-2838-4995-8614-98E16DBEE022}"/>
              </a:ext>
            </a:extLst>
          </p:cNvPr>
          <p:cNvGrpSpPr/>
          <p:nvPr/>
        </p:nvGrpSpPr>
        <p:grpSpPr>
          <a:xfrm>
            <a:off x="7231687" y="98361"/>
            <a:ext cx="736560" cy="438840"/>
            <a:chOff x="7231687" y="98361"/>
            <a:chExt cx="736560" cy="43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4E0ED51-59AC-4DF7-BA91-4E3BC7F361A4}"/>
                    </a:ext>
                  </a:extLst>
                </p14:cNvPr>
                <p14:cNvContentPartPr/>
                <p14:nvPr/>
              </p14:nvContentPartPr>
              <p14:xfrm>
                <a:off x="7326727" y="175761"/>
                <a:ext cx="22320" cy="324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4E0ED51-59AC-4DF7-BA91-4E3BC7F361A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308727" y="157761"/>
                  <a:ext cx="579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3A58AD-DC06-4E91-B342-14F0F957A1AC}"/>
                    </a:ext>
                  </a:extLst>
                </p14:cNvPr>
                <p14:cNvContentPartPr/>
                <p14:nvPr/>
              </p14:nvContentPartPr>
              <p14:xfrm>
                <a:off x="7231687" y="161001"/>
                <a:ext cx="238320" cy="208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3A58AD-DC06-4E91-B342-14F0F957A1A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14047" y="143361"/>
                  <a:ext cx="273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AD14A18-CE22-4F99-852B-84B2784128D1}"/>
                    </a:ext>
                  </a:extLst>
                </p14:cNvPr>
                <p14:cNvContentPartPr/>
                <p14:nvPr/>
              </p14:nvContentPartPr>
              <p14:xfrm>
                <a:off x="7475767" y="98361"/>
                <a:ext cx="79560" cy="438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AD14A18-CE22-4F99-852B-84B2784128D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58127" y="80361"/>
                  <a:ext cx="11520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A56C9EC-D7DA-4774-BC13-53B05E5F42A9}"/>
                    </a:ext>
                  </a:extLst>
                </p14:cNvPr>
                <p14:cNvContentPartPr/>
                <p14:nvPr/>
              </p14:nvContentPartPr>
              <p14:xfrm>
                <a:off x="7526527" y="256761"/>
                <a:ext cx="72360" cy="178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A56C9EC-D7DA-4774-BC13-53B05E5F42A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08527" y="238761"/>
                  <a:ext cx="108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CA37AE8-4D26-41AF-ACE5-2083B82085C4}"/>
                    </a:ext>
                  </a:extLst>
                </p14:cNvPr>
                <p14:cNvContentPartPr/>
                <p14:nvPr/>
              </p14:nvContentPartPr>
              <p14:xfrm>
                <a:off x="7516447" y="200601"/>
                <a:ext cx="105480" cy="257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CA37AE8-4D26-41AF-ACE5-2083B82085C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98447" y="182601"/>
                  <a:ext cx="1411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4C23A19-89D0-465F-A812-EE2AFCE4FF94}"/>
                    </a:ext>
                  </a:extLst>
                </p14:cNvPr>
                <p14:cNvContentPartPr/>
                <p14:nvPr/>
              </p14:nvContentPartPr>
              <p14:xfrm>
                <a:off x="7612207" y="446121"/>
                <a:ext cx="88560" cy="28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4C23A19-89D0-465F-A812-EE2AFCE4FF9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594207" y="428121"/>
                  <a:ext cx="1242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6DC5382-FA5C-4D14-B22F-CFD58538D8C5}"/>
                    </a:ext>
                  </a:extLst>
                </p14:cNvPr>
                <p14:cNvContentPartPr/>
                <p14:nvPr/>
              </p14:nvContentPartPr>
              <p14:xfrm>
                <a:off x="7681687" y="307161"/>
                <a:ext cx="65160" cy="12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6DC5382-FA5C-4D14-B22F-CFD58538D8C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64047" y="289161"/>
                  <a:ext cx="100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4437012-C953-49C6-8832-0FCE12253907}"/>
                    </a:ext>
                  </a:extLst>
                </p14:cNvPr>
                <p14:cNvContentPartPr/>
                <p14:nvPr/>
              </p14:nvContentPartPr>
              <p14:xfrm>
                <a:off x="7777447" y="279801"/>
                <a:ext cx="88200" cy="99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4437012-C953-49C6-8832-0FCE1225390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59807" y="262161"/>
                  <a:ext cx="1238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6052BEF-92EE-4D95-A38C-D7C1DE75F970}"/>
                    </a:ext>
                  </a:extLst>
                </p14:cNvPr>
                <p14:cNvContentPartPr/>
                <p14:nvPr/>
              </p14:nvContentPartPr>
              <p14:xfrm>
                <a:off x="7778527" y="274761"/>
                <a:ext cx="93600" cy="105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6052BEF-92EE-4D95-A38C-D7C1DE75F97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760887" y="256761"/>
                  <a:ext cx="129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D093AF5-3883-4F49-88E5-FB541E73149B}"/>
                    </a:ext>
                  </a:extLst>
                </p14:cNvPr>
                <p14:cNvContentPartPr/>
                <p14:nvPr/>
              </p14:nvContentPartPr>
              <p14:xfrm>
                <a:off x="7863487" y="154881"/>
                <a:ext cx="104760" cy="375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D093AF5-3883-4F49-88E5-FB541E73149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45847" y="137241"/>
                  <a:ext cx="140400" cy="41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306C27D-43B7-4263-870E-A063999F1FE4}"/>
              </a:ext>
            </a:extLst>
          </p:cNvPr>
          <p:cNvGrpSpPr/>
          <p:nvPr/>
        </p:nvGrpSpPr>
        <p:grpSpPr>
          <a:xfrm>
            <a:off x="11723767" y="1194201"/>
            <a:ext cx="140400" cy="189000"/>
            <a:chOff x="11723767" y="1194201"/>
            <a:chExt cx="140400" cy="18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807A6FA-2A66-4388-AEDB-A6F9E51D063F}"/>
                    </a:ext>
                  </a:extLst>
                </p14:cNvPr>
                <p14:cNvContentPartPr/>
                <p14:nvPr/>
              </p14:nvContentPartPr>
              <p14:xfrm>
                <a:off x="11752567" y="1194201"/>
                <a:ext cx="104040" cy="189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807A6FA-2A66-4388-AEDB-A6F9E51D063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734927" y="1176201"/>
                  <a:ext cx="139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F78B264-8A4C-4E1C-AF66-797AD93D5ADC}"/>
                    </a:ext>
                  </a:extLst>
                </p14:cNvPr>
                <p14:cNvContentPartPr/>
                <p14:nvPr/>
              </p14:nvContentPartPr>
              <p14:xfrm>
                <a:off x="11723767" y="1200321"/>
                <a:ext cx="140400" cy="161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F78B264-8A4C-4E1C-AF66-797AD93D5AD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705767" y="1182321"/>
                  <a:ext cx="17604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41DAB59-9C4C-46BC-A256-8C52433B4BEA}"/>
              </a:ext>
            </a:extLst>
          </p:cNvPr>
          <p:cNvGrpSpPr/>
          <p:nvPr/>
        </p:nvGrpSpPr>
        <p:grpSpPr>
          <a:xfrm>
            <a:off x="8069407" y="1047321"/>
            <a:ext cx="720720" cy="35280"/>
            <a:chOff x="8069407" y="1047321"/>
            <a:chExt cx="720720" cy="3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ED89800-D46C-4EF7-855F-F476BBB56D98}"/>
                    </a:ext>
                  </a:extLst>
                </p14:cNvPr>
                <p14:cNvContentPartPr/>
                <p14:nvPr/>
              </p14:nvContentPartPr>
              <p14:xfrm>
                <a:off x="8069407" y="1059561"/>
                <a:ext cx="117000" cy="23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ED89800-D46C-4EF7-855F-F476BBB56D9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051767" y="1041561"/>
                  <a:ext cx="1526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7AE0F1F-2686-4388-8BEB-0610B40141FD}"/>
                    </a:ext>
                  </a:extLst>
                </p14:cNvPr>
                <p14:cNvContentPartPr/>
                <p14:nvPr/>
              </p14:nvContentPartPr>
              <p14:xfrm>
                <a:off x="8350207" y="1047321"/>
                <a:ext cx="143280" cy="13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7AE0F1F-2686-4388-8BEB-0610B40141F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32207" y="1029321"/>
                  <a:ext cx="178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295604A-2CAC-4BF8-A17A-8D7DF346DAD6}"/>
                    </a:ext>
                  </a:extLst>
                </p14:cNvPr>
                <p14:cNvContentPartPr/>
                <p14:nvPr/>
              </p14:nvContentPartPr>
              <p14:xfrm>
                <a:off x="8661607" y="1058841"/>
                <a:ext cx="128520" cy="7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295604A-2CAC-4BF8-A17A-8D7DF346DAD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643967" y="1040841"/>
                  <a:ext cx="16416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91D338D-3D31-4362-960E-891776A3F527}"/>
                  </a:ext>
                </a:extLst>
              </p14:cNvPr>
              <p14:cNvContentPartPr/>
              <p14:nvPr/>
            </p14:nvContentPartPr>
            <p14:xfrm>
              <a:off x="8988487" y="1078641"/>
              <a:ext cx="78120" cy="72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91D338D-3D31-4362-960E-891776A3F52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970487" y="1060641"/>
                <a:ext cx="1137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300B62F-D972-4694-B65D-5C560B029366}"/>
                  </a:ext>
                </a:extLst>
              </p14:cNvPr>
              <p14:cNvContentPartPr/>
              <p14:nvPr/>
            </p14:nvContentPartPr>
            <p14:xfrm>
              <a:off x="9311407" y="1081521"/>
              <a:ext cx="156240" cy="82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300B62F-D972-4694-B65D-5C560B02936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293767" y="1063521"/>
                <a:ext cx="19188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F72973C-5617-4E66-991E-AAEA65A8DFC0}"/>
              </a:ext>
            </a:extLst>
          </p:cNvPr>
          <p:cNvGrpSpPr/>
          <p:nvPr/>
        </p:nvGrpSpPr>
        <p:grpSpPr>
          <a:xfrm>
            <a:off x="9671047" y="1087281"/>
            <a:ext cx="412920" cy="21240"/>
            <a:chOff x="9671047" y="1087281"/>
            <a:chExt cx="412920" cy="2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0AF5BEF-AA13-4731-9484-92A58503E491}"/>
                    </a:ext>
                  </a:extLst>
                </p14:cNvPr>
                <p14:cNvContentPartPr/>
                <p14:nvPr/>
              </p14:nvContentPartPr>
              <p14:xfrm>
                <a:off x="9671047" y="1087281"/>
                <a:ext cx="129960" cy="15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0AF5BEF-AA13-4731-9484-92A58503E4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53407" y="1069281"/>
                  <a:ext cx="165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88AC721-6545-4504-BABE-342383823A14}"/>
                    </a:ext>
                  </a:extLst>
                </p14:cNvPr>
                <p14:cNvContentPartPr/>
                <p14:nvPr/>
              </p14:nvContentPartPr>
              <p14:xfrm>
                <a:off x="9942847" y="1100961"/>
                <a:ext cx="141120" cy="7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88AC721-6545-4504-BABE-342383823A1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924847" y="1083321"/>
                  <a:ext cx="1767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AC864F3-0872-4B16-9613-019B77763F7B}"/>
              </a:ext>
            </a:extLst>
          </p:cNvPr>
          <p:cNvGrpSpPr/>
          <p:nvPr/>
        </p:nvGrpSpPr>
        <p:grpSpPr>
          <a:xfrm>
            <a:off x="10280527" y="1109601"/>
            <a:ext cx="853920" cy="38520"/>
            <a:chOff x="10280527" y="1109601"/>
            <a:chExt cx="853920" cy="3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6907E9F-1E5F-42C8-980D-86FA6E1DF276}"/>
                    </a:ext>
                  </a:extLst>
                </p14:cNvPr>
                <p14:cNvContentPartPr/>
                <p14:nvPr/>
              </p14:nvContentPartPr>
              <p14:xfrm>
                <a:off x="10280527" y="1109601"/>
                <a:ext cx="129600" cy="16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6907E9F-1E5F-42C8-980D-86FA6E1DF27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262527" y="1091961"/>
                  <a:ext cx="165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5B7D5FC-6979-4F4A-9812-42FCB56E3F0E}"/>
                    </a:ext>
                  </a:extLst>
                </p14:cNvPr>
                <p14:cNvContentPartPr/>
                <p14:nvPr/>
              </p14:nvContentPartPr>
              <p14:xfrm>
                <a:off x="10528927" y="1124721"/>
                <a:ext cx="110880" cy="4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5B7D5FC-6979-4F4A-9812-42FCB56E3F0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510927" y="1107081"/>
                  <a:ext cx="146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3122902-51A6-4305-81AB-FB453721D72E}"/>
                    </a:ext>
                  </a:extLst>
                </p14:cNvPr>
                <p14:cNvContentPartPr/>
                <p14:nvPr/>
              </p14:nvContentPartPr>
              <p14:xfrm>
                <a:off x="10794607" y="1129401"/>
                <a:ext cx="339840" cy="18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3122902-51A6-4305-81AB-FB453721D72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776967" y="1111761"/>
                  <a:ext cx="37548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4F45C8D-E4D7-430C-A131-A60FB84D27F1}"/>
                  </a:ext>
                </a:extLst>
              </p14:cNvPr>
              <p14:cNvContentPartPr/>
              <p14:nvPr/>
            </p14:nvContentPartPr>
            <p14:xfrm>
              <a:off x="7707247" y="938241"/>
              <a:ext cx="68760" cy="1267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4F45C8D-E4D7-430C-A131-A60FB84D27F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689247" y="920601"/>
                <a:ext cx="1044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A31A1C7C-65AD-4307-921B-6EB37AFFC9B6}"/>
                  </a:ext>
                </a:extLst>
              </p14:cNvPr>
              <p14:cNvContentPartPr/>
              <p14:nvPr/>
            </p14:nvContentPartPr>
            <p14:xfrm>
              <a:off x="7813807" y="930681"/>
              <a:ext cx="61920" cy="1058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A31A1C7C-65AD-4307-921B-6EB37AFFC9B6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795807" y="913041"/>
                <a:ext cx="9756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55972FC-7763-44FD-A5A4-44ECBE2CC468}"/>
              </a:ext>
            </a:extLst>
          </p:cNvPr>
          <p:cNvGrpSpPr/>
          <p:nvPr/>
        </p:nvGrpSpPr>
        <p:grpSpPr>
          <a:xfrm>
            <a:off x="7527967" y="938241"/>
            <a:ext cx="375840" cy="170640"/>
            <a:chOff x="7527967" y="938241"/>
            <a:chExt cx="375840" cy="1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33B5EF5-1BBF-4FB2-AB2D-F810EB7121A6}"/>
                    </a:ext>
                  </a:extLst>
                </p14:cNvPr>
                <p14:cNvContentPartPr/>
                <p14:nvPr/>
              </p14:nvContentPartPr>
              <p14:xfrm>
                <a:off x="7527967" y="938241"/>
                <a:ext cx="131760" cy="141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33B5EF5-1BBF-4FB2-AB2D-F810EB7121A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10327" y="920241"/>
                  <a:ext cx="167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065B20B-192C-4822-8750-C389E8565089}"/>
                    </a:ext>
                  </a:extLst>
                </p14:cNvPr>
                <p14:cNvContentPartPr/>
                <p14:nvPr/>
              </p14:nvContentPartPr>
              <p14:xfrm>
                <a:off x="7656127" y="1104561"/>
                <a:ext cx="12600" cy="4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065B20B-192C-4822-8750-C389E856508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38487" y="1086921"/>
                  <a:ext cx="48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CD96DC5-E26F-412F-BFE6-0BFC4146F83C}"/>
                    </a:ext>
                  </a:extLst>
                </p14:cNvPr>
                <p14:cNvContentPartPr/>
                <p14:nvPr/>
              </p14:nvContentPartPr>
              <p14:xfrm>
                <a:off x="7848367" y="1018881"/>
                <a:ext cx="17640" cy="38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CD96DC5-E26F-412F-BFE6-0BFC4146F83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830727" y="1000881"/>
                  <a:ext cx="532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9A3357C-FE32-4FC8-9279-058BC9BC09F3}"/>
                    </a:ext>
                  </a:extLst>
                </p14:cNvPr>
                <p14:cNvContentPartPr/>
                <p14:nvPr/>
              </p14:nvContentPartPr>
              <p14:xfrm>
                <a:off x="7817767" y="1055961"/>
                <a:ext cx="86040" cy="19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9A3357C-FE32-4FC8-9279-058BC9BC09F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800127" y="1037961"/>
                  <a:ext cx="121680" cy="55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19A454F1-F06C-4191-A842-B96053C80F03}"/>
              </a:ext>
            </a:extLst>
          </p:cNvPr>
          <p:cNvSpPr txBox="1"/>
          <p:nvPr/>
        </p:nvSpPr>
        <p:spPr>
          <a:xfrm>
            <a:off x="3872430" y="5428702"/>
            <a:ext cx="7823781" cy="6566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IE" dirty="0"/>
              <a:t>While the </a:t>
            </a:r>
            <a:r>
              <a:rPr lang="en-IE" b="1" dirty="0"/>
              <a:t>number of Markov process transitions is the same </a:t>
            </a:r>
            <a:r>
              <a:rPr lang="en-IE" dirty="0"/>
              <a:t>in both cases,</a:t>
            </a:r>
            <a:br>
              <a:rPr lang="en-IE" dirty="0"/>
            </a:br>
            <a:r>
              <a:rPr lang="en-IE" dirty="0"/>
              <a:t>the </a:t>
            </a:r>
            <a:r>
              <a:rPr lang="en-IE" b="1" dirty="0">
                <a:solidFill>
                  <a:srgbClr val="00B050"/>
                </a:solidFill>
              </a:rPr>
              <a:t>Fleming-</a:t>
            </a:r>
            <a:r>
              <a:rPr lang="en-IE" b="1" dirty="0" err="1">
                <a:solidFill>
                  <a:srgbClr val="00B050"/>
                </a:solidFill>
              </a:rPr>
              <a:t>Viot</a:t>
            </a:r>
            <a:r>
              <a:rPr lang="en-IE" b="1" dirty="0">
                <a:solidFill>
                  <a:srgbClr val="00B050"/>
                </a:solidFill>
              </a:rPr>
              <a:t> process</a:t>
            </a:r>
            <a:r>
              <a:rPr lang="en-IE" b="1" dirty="0"/>
              <a:t> </a:t>
            </a:r>
            <a:r>
              <a:rPr lang="en-IE" dirty="0"/>
              <a:t>tends to be </a:t>
            </a:r>
            <a:r>
              <a:rPr lang="en-IE" b="1" dirty="0">
                <a:solidFill>
                  <a:srgbClr val="00B050"/>
                </a:solidFill>
              </a:rPr>
              <a:t>closer to the rare state </a:t>
            </a:r>
            <a:r>
              <a:rPr lang="en-IE" b="1" i="1" dirty="0">
                <a:solidFill>
                  <a:srgbClr val="00B050"/>
                </a:solidFill>
              </a:rPr>
              <a:t>K</a:t>
            </a:r>
            <a:r>
              <a:rPr lang="en-IE" dirty="0">
                <a:solidFill>
                  <a:srgbClr val="00B050"/>
                </a:solidFill>
              </a:rPr>
              <a:t> </a:t>
            </a:r>
            <a:r>
              <a:rPr lang="en-IE" dirty="0"/>
              <a:t>with reward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1EA96D6-A272-4D22-BFB7-E4C5FE3431A0}"/>
              </a:ext>
            </a:extLst>
          </p:cNvPr>
          <p:cNvSpPr/>
          <p:nvPr/>
        </p:nvSpPr>
        <p:spPr>
          <a:xfrm>
            <a:off x="11383132" y="5756025"/>
            <a:ext cx="282440" cy="273685"/>
          </a:xfrm>
          <a:prstGeom prst="rect">
            <a:avLst/>
          </a:prstGeom>
          <a:solidFill>
            <a:srgbClr val="C999E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C08502-A7A9-44FB-A5B4-B4515B6F3E92}"/>
              </a:ext>
            </a:extLst>
          </p:cNvPr>
          <p:cNvSpPr/>
          <p:nvPr/>
        </p:nvSpPr>
        <p:spPr>
          <a:xfrm>
            <a:off x="11063368" y="1746880"/>
            <a:ext cx="282440" cy="273685"/>
          </a:xfrm>
          <a:prstGeom prst="rect">
            <a:avLst/>
          </a:prstGeom>
          <a:solidFill>
            <a:srgbClr val="C999E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1A63DEB-4DE7-4A25-BA38-D81C223272E0}"/>
              </a:ext>
            </a:extLst>
          </p:cNvPr>
          <p:cNvSpPr/>
          <p:nvPr/>
        </p:nvSpPr>
        <p:spPr>
          <a:xfrm>
            <a:off x="3520051" y="2849347"/>
            <a:ext cx="282440" cy="273685"/>
          </a:xfrm>
          <a:prstGeom prst="rect">
            <a:avLst/>
          </a:prstGeom>
          <a:solidFill>
            <a:srgbClr val="C999E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  <a:latin typeface="Lucida Calligraphy" panose="03010101010101010101" pitchFamily="66" charset="0"/>
              </a:rPr>
              <a:t>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73EA5DC-203C-48D8-A117-26107B628EC9}"/>
                  </a:ext>
                </a:extLst>
              </p14:cNvPr>
              <p14:cNvContentPartPr/>
              <p14:nvPr/>
            </p14:nvContentPartPr>
            <p14:xfrm>
              <a:off x="11127607" y="107721"/>
              <a:ext cx="211680" cy="257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73EA5DC-203C-48D8-A117-26107B628EC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1109967" y="90081"/>
                <a:ext cx="247320" cy="29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B50342FC-9214-4EA1-8962-47DC23AE64AA}"/>
              </a:ext>
            </a:extLst>
          </p:cNvPr>
          <p:cNvGrpSpPr/>
          <p:nvPr/>
        </p:nvGrpSpPr>
        <p:grpSpPr>
          <a:xfrm>
            <a:off x="11366647" y="145521"/>
            <a:ext cx="509760" cy="246600"/>
            <a:chOff x="11366647" y="145521"/>
            <a:chExt cx="50976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8E083A1-0059-4625-B8E0-83D043417D99}"/>
                    </a:ext>
                  </a:extLst>
                </p14:cNvPr>
                <p14:cNvContentPartPr/>
                <p14:nvPr/>
              </p14:nvContentPartPr>
              <p14:xfrm>
                <a:off x="11380687" y="243441"/>
                <a:ext cx="142920" cy="9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8E083A1-0059-4625-B8E0-83D043417D9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363047" y="225441"/>
                  <a:ext cx="178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A0ADD7-563C-435D-A682-E5DC88EAA0D0}"/>
                    </a:ext>
                  </a:extLst>
                </p14:cNvPr>
                <p14:cNvContentPartPr/>
                <p14:nvPr/>
              </p14:nvContentPartPr>
              <p14:xfrm>
                <a:off x="11366647" y="305361"/>
                <a:ext cx="171720" cy="15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A0ADD7-563C-435D-A682-E5DC88EAA0D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348647" y="287361"/>
                  <a:ext cx="2073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1ED9B3B-F4CC-49B3-9EEE-769026BE5044}"/>
                    </a:ext>
                  </a:extLst>
                </p14:cNvPr>
                <p14:cNvContentPartPr/>
                <p14:nvPr/>
              </p14:nvContentPartPr>
              <p14:xfrm>
                <a:off x="11591647" y="176121"/>
                <a:ext cx="69840" cy="215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1ED9B3B-F4CC-49B3-9EEE-769026BE504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574007" y="158481"/>
                  <a:ext cx="1054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D715A76-88DF-4608-9CC9-B244D36EBA87}"/>
                    </a:ext>
                  </a:extLst>
                </p14:cNvPr>
                <p14:cNvContentPartPr/>
                <p14:nvPr/>
              </p14:nvContentPartPr>
              <p14:xfrm>
                <a:off x="11730247" y="145521"/>
                <a:ext cx="146160" cy="246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715A76-88DF-4608-9CC9-B244D36EBA8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712247" y="127881"/>
                  <a:ext cx="18180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DEB728-A76C-48B3-A54F-7CA209E30870}"/>
              </a:ext>
            </a:extLst>
          </p:cNvPr>
          <p:cNvGrpSpPr/>
          <p:nvPr/>
        </p:nvGrpSpPr>
        <p:grpSpPr>
          <a:xfrm>
            <a:off x="11842478" y="1276821"/>
            <a:ext cx="139680" cy="212760"/>
            <a:chOff x="11841487" y="1273761"/>
            <a:chExt cx="13968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AF46D65-0433-42C3-9627-23579F9154D6}"/>
                    </a:ext>
                  </a:extLst>
                </p14:cNvPr>
                <p14:cNvContentPartPr/>
                <p14:nvPr/>
              </p14:nvContentPartPr>
              <p14:xfrm>
                <a:off x="11847247" y="1273761"/>
                <a:ext cx="50400" cy="212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AF46D65-0433-42C3-9627-23579F9154D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829607" y="1256121"/>
                  <a:ext cx="86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53AC59-64E4-4BFE-8071-D812BE978898}"/>
                    </a:ext>
                  </a:extLst>
                </p14:cNvPr>
                <p14:cNvContentPartPr/>
                <p14:nvPr/>
              </p14:nvContentPartPr>
              <p14:xfrm>
                <a:off x="11841487" y="1346481"/>
                <a:ext cx="139680" cy="44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53AC59-64E4-4BFE-8071-D812BE97889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823847" y="1328841"/>
                  <a:ext cx="175320" cy="79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3176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6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  <p:bldP spid="9" grpId="0" animBg="1"/>
      <p:bldP spid="17" grpId="0" animBg="1"/>
      <p:bldP spid="18" grpId="0" animBg="1"/>
      <p:bldP spid="12" grpId="0" animBg="1"/>
      <p:bldP spid="39" grpId="0"/>
      <p:bldP spid="43" grpId="0" animBg="1"/>
      <p:bldP spid="47" grpId="0" animBg="1"/>
      <p:bldP spid="50" grpId="0" animBg="1"/>
      <p:bldP spid="52" grpId="0" animBg="1"/>
      <p:bldP spid="141" grpId="0" animBg="1"/>
      <p:bldP spid="144" grpId="0" animBg="1"/>
      <p:bldP spid="148" grpId="0" animBg="1"/>
      <p:bldP spid="7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2EE2-43D5-45C6-922D-5EB502B9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Fleming-</a:t>
            </a:r>
            <a:r>
              <a:rPr lang="en-IE" dirty="0" err="1"/>
              <a:t>Viot</a:t>
            </a:r>
            <a:r>
              <a:rPr lang="en-IE" dirty="0"/>
              <a:t> estimation of</a:t>
            </a:r>
            <a:r>
              <a:rPr lang="en-IE" sz="3600" b="1" i="1" dirty="0">
                <a:solidFill>
                  <a:srgbClr val="7030A0"/>
                </a:solidFill>
              </a:rPr>
              <a:t> p</a:t>
            </a:r>
            <a:r>
              <a:rPr lang="en-IE" sz="3600" b="1" i="1" baseline="30000" dirty="0">
                <a:solidFill>
                  <a:srgbClr val="7030A0"/>
                </a:solidFill>
                <a:sym typeface="Symbol" panose="05050102010706020507" pitchFamily="18" charset="2"/>
              </a:rPr>
              <a:t></a:t>
            </a:r>
            <a:r>
              <a:rPr lang="en-IE" sz="3600" b="1" dirty="0">
                <a:solidFill>
                  <a:srgbClr val="7030A0"/>
                </a:solidFill>
              </a:rPr>
              <a:t>(</a:t>
            </a:r>
            <a:r>
              <a:rPr lang="en-IE" sz="3600" b="1" i="1" dirty="0">
                <a:solidFill>
                  <a:srgbClr val="7030A0"/>
                </a:solidFill>
              </a:rPr>
              <a:t>x</a:t>
            </a:r>
            <a:r>
              <a:rPr lang="en-IE" sz="3600" b="1" dirty="0">
                <a:solidFill>
                  <a:srgbClr val="7030A0"/>
                </a:solidFill>
              </a:rPr>
              <a:t>)</a:t>
            </a:r>
            <a:r>
              <a:rPr lang="en-IE" dirty="0"/>
              <a:t> is based on </a:t>
            </a:r>
            <a:r>
              <a:rPr lang="en-IE" u="sng" dirty="0"/>
              <a:t>renewal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4914B2-F1A6-43DE-845F-6FDA3E0983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65235" y="915335"/>
                <a:ext cx="8373845" cy="5120640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E" dirty="0"/>
              </a:p>
              <a:p>
                <a:pPr>
                  <a:lnSpc>
                    <a:spcPct val="100000"/>
                  </a:lnSpc>
                </a:pPr>
                <a:endParaRPr lang="en-IE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E" b="1" dirty="0"/>
                  <a:t>Renewal theory </a:t>
                </a:r>
                <a:r>
                  <a:rPr lang="en-IE" dirty="0"/>
                  <a:t>uses </a:t>
                </a:r>
                <a:r>
                  <a:rPr lang="en-IE" u="sng" dirty="0"/>
                  <a:t>cycles</a:t>
                </a:r>
                <a:r>
                  <a:rPr lang="en-IE" dirty="0"/>
                  <a:t> (interval between two consecutive occurrences of the </a:t>
                </a:r>
                <a:r>
                  <a:rPr lang="en-IE" u="sng" dirty="0"/>
                  <a:t>same event</a:t>
                </a:r>
                <a:r>
                  <a:rPr lang="en-IE" dirty="0"/>
                  <a:t>) to estimate the stationary distribution </a:t>
                </a:r>
                <a:r>
                  <a:rPr lang="en-IE" b="1" i="1" dirty="0">
                    <a:solidFill>
                      <a:srgbClr val="7030A0"/>
                    </a:solidFill>
                  </a:rPr>
                  <a:t>p</a:t>
                </a:r>
                <a:r>
                  <a:rPr lang="en-IE" b="1" i="1" baseline="30000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</a:t>
                </a:r>
                <a:r>
                  <a:rPr lang="en-IE" b="1" i="1" dirty="0">
                    <a:solidFill>
                      <a:srgbClr val="7030A0"/>
                    </a:solidFill>
                  </a:rPr>
                  <a:t>(x)</a:t>
                </a:r>
                <a:r>
                  <a:rPr lang="en-IE" i="1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E" b="1" dirty="0"/>
                  <a:t>	M/M/1/K example: </a:t>
                </a:r>
                <a:endParaRPr lang="en-IE" dirty="0"/>
              </a:p>
              <a:p>
                <a:pPr marL="0" indent="0">
                  <a:buNone/>
                </a:pPr>
                <a:r>
                  <a:rPr lang="en-IE" dirty="0"/>
                  <a:t>We </a:t>
                </a:r>
                <a:r>
                  <a:rPr lang="en-IE" u="sng" dirty="0"/>
                  <a:t>need</a:t>
                </a:r>
                <a:r>
                  <a:rPr lang="en-I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p>
                    </m:sSup>
                    <m:d>
                      <m:d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IE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dirty="0"/>
                  <a:t>in state </a:t>
                </a:r>
                <a:r>
                  <a:rPr lang="en-IE" b="1" i="1" dirty="0">
                    <a:solidFill>
                      <a:srgbClr val="7030A0"/>
                    </a:solidFill>
                  </a:rPr>
                  <a:t>x</a:t>
                </a:r>
                <a:r>
                  <a:rPr lang="en-IE" b="1" dirty="0">
                    <a:solidFill>
                      <a:srgbClr val="7030A0"/>
                    </a:solidFill>
                  </a:rPr>
                  <a:t> = </a:t>
                </a:r>
                <a:r>
                  <a:rPr lang="en-IE" b="1" i="1" dirty="0">
                    <a:solidFill>
                      <a:srgbClr val="7030A0"/>
                    </a:solidFill>
                  </a:rPr>
                  <a:t>K </a:t>
                </a:r>
                <a:r>
                  <a:rPr lang="en-IE" b="1" dirty="0">
                    <a:solidFill>
                      <a:srgbClr val="7030A0"/>
                    </a:solidFill>
                  </a:rPr>
                  <a:t>= 10</a:t>
                </a:r>
              </a:p>
              <a:p>
                <a:pPr marL="0" indent="0">
                  <a:buNone/>
                </a:pPr>
                <a:r>
                  <a:rPr lang="en-IE" dirty="0"/>
                  <a:t>We </a:t>
                </a:r>
                <a:r>
                  <a:rPr lang="en-IE" u="sng" dirty="0"/>
                  <a:t>choose</a:t>
                </a:r>
                <a:r>
                  <a:rPr lang="en-IE" dirty="0"/>
                  <a:t> </a:t>
                </a:r>
                <a:r>
                  <a:rPr lang="en-IE" b="1" dirty="0">
                    <a:solidFill>
                      <a:srgbClr val="C00000"/>
                    </a:solidFill>
                  </a:rPr>
                  <a:t>event “</a:t>
                </a:r>
                <a:r>
                  <a:rPr lang="en-IE" b="1" i="1" dirty="0" err="1">
                    <a:solidFill>
                      <a:srgbClr val="C00000"/>
                    </a:solidFill>
                  </a:rPr>
                  <a:t>i</a:t>
                </a:r>
                <a:r>
                  <a:rPr lang="en-IE" b="1" i="1" dirty="0">
                    <a:solidFill>
                      <a:srgbClr val="C00000"/>
                    </a:solidFill>
                  </a:rPr>
                  <a:t>“</a:t>
                </a:r>
                <a:r>
                  <a:rPr lang="en-IE" b="1" dirty="0">
                    <a:solidFill>
                      <a:srgbClr val="C00000"/>
                    </a:solidFill>
                  </a:rPr>
                  <a:t>: “visit </a:t>
                </a:r>
                <a:r>
                  <a:rPr lang="en-IE" b="1" i="1" dirty="0">
                    <a:solidFill>
                      <a:srgbClr val="C00000"/>
                    </a:solidFill>
                  </a:rPr>
                  <a:t>x</a:t>
                </a:r>
                <a:r>
                  <a:rPr lang="en-IE" b="1" dirty="0">
                    <a:solidFill>
                      <a:srgbClr val="C00000"/>
                    </a:solidFill>
                  </a:rPr>
                  <a:t> = 4”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4914B2-F1A6-43DE-845F-6FDA3E0983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65235" y="915335"/>
                <a:ext cx="8373845" cy="5120640"/>
              </a:xfrm>
              <a:blipFill>
                <a:blip r:embed="rId2"/>
                <a:stretch>
                  <a:fillRect l="-801" r="-728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BCC93-B65A-48C2-A74E-76A11385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F7A39-FA22-4FE3-ACE2-8784B355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D1F9F-2267-4E39-B4CC-CAE64583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r>
              <a:rPr lang="en-US" dirty="0"/>
              <a:t> / 30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CFAF2B-A5DE-497D-8FAC-BB40C8AE9ED8}"/>
              </a:ext>
            </a:extLst>
          </p:cNvPr>
          <p:cNvGrpSpPr/>
          <p:nvPr/>
        </p:nvGrpSpPr>
        <p:grpSpPr>
          <a:xfrm>
            <a:off x="7165344" y="3062761"/>
            <a:ext cx="4889805" cy="2407556"/>
            <a:chOff x="6931043" y="3637037"/>
            <a:chExt cx="5165764" cy="236757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4B4B24-53CD-4B95-B73B-ABF4DE2D14B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31043" y="3637037"/>
              <a:ext cx="5165764" cy="236757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394886-9334-4AEA-A148-976E702938EA}"/>
                </a:ext>
              </a:extLst>
            </p:cNvPr>
            <p:cNvSpPr/>
            <p:nvPr/>
          </p:nvSpPr>
          <p:spPr>
            <a:xfrm>
              <a:off x="7095608" y="3737581"/>
              <a:ext cx="429927" cy="233014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AF6269-3FDC-4EDE-8B50-539B9629E525}"/>
                </a:ext>
              </a:extLst>
            </p:cNvPr>
            <p:cNvSpPr/>
            <p:nvPr/>
          </p:nvSpPr>
          <p:spPr>
            <a:xfrm>
              <a:off x="7095608" y="4882782"/>
              <a:ext cx="425798" cy="179647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8CEE3E-6CAD-4443-9933-1E6F2176C52D}"/>
                  </a:ext>
                </a:extLst>
              </p:cNvPr>
              <p:cNvSpPr txBox="1"/>
              <p:nvPr/>
            </p:nvSpPr>
            <p:spPr>
              <a:xfrm>
                <a:off x="3860324" y="4298609"/>
                <a:ext cx="3188951" cy="94480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s-AR" dirty="0" err="1"/>
                  <a:t>We</a:t>
                </a:r>
                <a:r>
                  <a:rPr lang="es-AR" dirty="0"/>
                  <a:t> </a:t>
                </a:r>
                <a:r>
                  <a:rPr lang="es-AR" dirty="0" err="1"/>
                  <a:t>call</a:t>
                </a:r>
                <a:r>
                  <a:rPr lang="es-AR" dirty="0"/>
                  <a:t> </a:t>
                </a:r>
                <a:r>
                  <a:rPr lang="es-AR" dirty="0" err="1"/>
                  <a:t>this</a:t>
                </a:r>
                <a:r>
                  <a:rPr lang="es-AR" dirty="0"/>
                  <a:t> </a:t>
                </a:r>
                <a:r>
                  <a:rPr lang="es-AR" b="1" dirty="0">
                    <a:solidFill>
                      <a:srgbClr val="C00000"/>
                    </a:solidFill>
                  </a:rPr>
                  <a:t>Monte-Carlo </a:t>
                </a:r>
                <a:r>
                  <a:rPr lang="es-AR" dirty="0" err="1"/>
                  <a:t>estimation</a:t>
                </a:r>
                <a:r>
                  <a:rPr lang="es-AR" dirty="0"/>
                  <a:t> of </a:t>
                </a:r>
                <a:r>
                  <a:rPr lang="es-AR" dirty="0" err="1"/>
                  <a:t>the</a:t>
                </a:r>
                <a:r>
                  <a:rPr lang="es-AR" dirty="0"/>
                  <a:t> </a:t>
                </a:r>
                <a:r>
                  <a:rPr lang="es-AR" dirty="0" err="1"/>
                  <a:t>the</a:t>
                </a:r>
                <a:r>
                  <a:rPr lang="es-AR" dirty="0"/>
                  <a:t> </a:t>
                </a:r>
                <a:r>
                  <a:rPr lang="es-AR" dirty="0" err="1"/>
                  <a:t>stationary</a:t>
                </a:r>
                <a:r>
                  <a:rPr lang="es-AR" dirty="0"/>
                  <a:t> </a:t>
                </a:r>
                <a:r>
                  <a:rPr lang="es-AR" dirty="0" err="1"/>
                  <a:t>distribution</a:t>
                </a:r>
                <a:r>
                  <a:rPr lang="es-A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p>
                    </m:sSup>
                    <m:d>
                      <m:d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IE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8CEE3E-6CAD-4443-9933-1E6F2176C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324" y="4298609"/>
                <a:ext cx="3188951" cy="944803"/>
              </a:xfrm>
              <a:prstGeom prst="rect">
                <a:avLst/>
              </a:prstGeom>
              <a:blipFill>
                <a:blip r:embed="rId4"/>
                <a:stretch>
                  <a:fillRect l="-1141" t="-1266" r="-1141" b="-7595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4ABFA0C7-4E75-470F-8645-C736E4E46AB2}"/>
              </a:ext>
            </a:extLst>
          </p:cNvPr>
          <p:cNvGrpSpPr/>
          <p:nvPr/>
        </p:nvGrpSpPr>
        <p:grpSpPr>
          <a:xfrm>
            <a:off x="3508469" y="473892"/>
            <a:ext cx="8379564" cy="1242125"/>
            <a:chOff x="3491085" y="607664"/>
            <a:chExt cx="8379564" cy="124212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EA9CDFA-A296-4500-83AF-5BF207C08359}"/>
                </a:ext>
              </a:extLst>
            </p:cNvPr>
            <p:cNvSpPr/>
            <p:nvPr/>
          </p:nvSpPr>
          <p:spPr>
            <a:xfrm>
              <a:off x="3650337" y="607664"/>
              <a:ext cx="8134238" cy="12421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8DDBBE-B43D-4637-9069-C9E9E6795890}"/>
                </a:ext>
              </a:extLst>
            </p:cNvPr>
            <p:cNvSpPr txBox="1"/>
            <p:nvPr/>
          </p:nvSpPr>
          <p:spPr>
            <a:xfrm>
              <a:off x="9719413" y="719439"/>
              <a:ext cx="2035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b="1" dirty="0">
                  <a:solidFill>
                    <a:srgbClr val="7030A0"/>
                  </a:solidFill>
                </a:rPr>
                <a:t>unknown</a:t>
              </a:r>
              <a:r>
                <a:rPr lang="en-IE" b="1" dirty="0">
                  <a:solidFill>
                    <a:srgbClr val="EEAD0C"/>
                  </a:solidFill>
                </a:rPr>
                <a:t> </a:t>
              </a:r>
              <a:r>
                <a:rPr lang="en-IE" b="1" dirty="0"/>
                <a:t>/</a:t>
              </a:r>
              <a:r>
                <a:rPr lang="en-IE" b="1" dirty="0">
                  <a:solidFill>
                    <a:srgbClr val="EEAD0C"/>
                  </a:solidFill>
                </a:rPr>
                <a:t> </a:t>
              </a:r>
              <a:r>
                <a:rPr lang="en-IE" b="1" dirty="0">
                  <a:solidFill>
                    <a:srgbClr val="0070C0"/>
                  </a:solidFill>
                </a:rPr>
                <a:t>known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0737DE-DBB1-4CBA-B3C5-8C68103D3AA5}"/>
                </a:ext>
              </a:extLst>
            </p:cNvPr>
            <p:cNvSpPr txBox="1"/>
            <p:nvPr/>
          </p:nvSpPr>
          <p:spPr>
            <a:xfrm>
              <a:off x="3491085" y="699357"/>
              <a:ext cx="3548938" cy="9542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IE" dirty="0"/>
                <a:t>We consider problems where the </a:t>
              </a:r>
              <a:r>
                <a:rPr lang="en-IE" b="1" dirty="0">
                  <a:solidFill>
                    <a:srgbClr val="00B050"/>
                  </a:solidFill>
                </a:rPr>
                <a:t>long-term objective </a:t>
              </a:r>
              <a:r>
                <a:rPr lang="en-IE" dirty="0"/>
                <a:t>is the</a:t>
              </a:r>
            </a:p>
            <a:p>
              <a:pPr algn="ctr"/>
              <a:r>
                <a:rPr lang="en-IE" b="1" dirty="0"/>
                <a:t>long-run expected reward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83D6B4A-3211-4477-90AB-B18298E8FEF6}"/>
                    </a:ext>
                  </a:extLst>
                </p:cNvPr>
                <p:cNvSpPr txBox="1"/>
                <p:nvPr/>
              </p:nvSpPr>
              <p:spPr>
                <a:xfrm>
                  <a:off x="7185285" y="1214223"/>
                  <a:ext cx="4685364" cy="6313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IE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E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r>
                    <a:rPr lang="en-IE" dirty="0"/>
                    <a:t>: long-run (stationary) state distribution.</a:t>
                  </a:r>
                </a:p>
                <a:p>
                  <a14:m>
                    <m:oMath xmlns:m="http://schemas.openxmlformats.org/officeDocument/2006/math">
                      <m:r>
                        <a:rPr lang="en-IE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IE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E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E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IE" dirty="0"/>
                    <a:t>: reward function of the state.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83D6B4A-3211-4477-90AB-B18298E8FE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5285" y="1214223"/>
                  <a:ext cx="4685364" cy="631319"/>
                </a:xfrm>
                <a:prstGeom prst="rect">
                  <a:avLst/>
                </a:prstGeom>
                <a:blipFill>
                  <a:blip r:embed="rId5"/>
                  <a:stretch>
                    <a:fillRect t="-4808" b="-16346"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49F2F03-123A-4F59-BA3F-00BC9A1851E5}"/>
                    </a:ext>
                  </a:extLst>
                </p:cNvPr>
                <p:cNvSpPr txBox="1"/>
                <p:nvPr/>
              </p:nvSpPr>
              <p:spPr>
                <a:xfrm>
                  <a:off x="7268766" y="638248"/>
                  <a:ext cx="2100319" cy="59747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IE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E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IE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sup>
                        </m:sSup>
                        <m:d>
                          <m:dPr>
                            <m:ctrlPr>
                              <a:rPr lang="en-IE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E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</m:d>
                        <m:r>
                          <a:rPr lang="en-I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IE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IE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IE" sz="16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E" sz="16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p>
                                <m:r>
                                  <a:rPr lang="en-IE" sz="16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IE" sz="16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E" sz="16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a:rPr lang="en-IE" sz="16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IE" sz="16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E" sz="16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IE" sz="16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IE" sz="16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49F2F03-123A-4F59-BA3F-00BC9A1851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8766" y="638248"/>
                  <a:ext cx="2100319" cy="59747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105C89B-E468-4F52-9D8B-6490B4637E00}"/>
              </a:ext>
            </a:extLst>
          </p:cNvPr>
          <p:cNvSpPr txBox="1"/>
          <p:nvPr/>
        </p:nvSpPr>
        <p:spPr>
          <a:xfrm>
            <a:off x="5822303" y="98744"/>
            <a:ext cx="3592159" cy="31308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>
                <a:solidFill>
                  <a:srgbClr val="00B050"/>
                </a:solidFill>
              </a:rPr>
              <a:t>Recall our objective…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5391D4C-2749-497B-A9DE-92ACB2C1514F}"/>
                  </a:ext>
                </a:extLst>
              </p:cNvPr>
              <p:cNvSpPr txBox="1"/>
              <p:nvPr/>
            </p:nvSpPr>
            <p:spPr>
              <a:xfrm>
                <a:off x="6756938" y="2664094"/>
                <a:ext cx="237478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IE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I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E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E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en-IE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IE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E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IE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E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5391D4C-2749-497B-A9DE-92ACB2C15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938" y="2664094"/>
                <a:ext cx="2374787" cy="276999"/>
              </a:xfrm>
              <a:prstGeom prst="rect">
                <a:avLst/>
              </a:prstGeom>
              <a:blipFill>
                <a:blip r:embed="rId7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CE970234-485F-414D-9A44-E0BDC325517D}"/>
              </a:ext>
            </a:extLst>
          </p:cNvPr>
          <p:cNvSpPr txBox="1"/>
          <p:nvPr/>
        </p:nvSpPr>
        <p:spPr>
          <a:xfrm>
            <a:off x="9162663" y="2621537"/>
            <a:ext cx="2086732" cy="3651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dirty="0">
                <a:solidFill>
                  <a:srgbClr val="0070C0"/>
                </a:solidFill>
              </a:rPr>
              <a:t>as r(x) = </a:t>
            </a:r>
            <a:r>
              <a:rPr lang="en-I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E" dirty="0">
                <a:solidFill>
                  <a:srgbClr val="0070C0"/>
                </a:solidFill>
              </a:rPr>
              <a:t>, for </a:t>
            </a:r>
            <a:r>
              <a:rPr lang="en-IE" i="1" dirty="0">
                <a:solidFill>
                  <a:srgbClr val="0070C0"/>
                </a:solidFill>
              </a:rPr>
              <a:t>x</a:t>
            </a:r>
            <a:r>
              <a:rPr lang="en-IE" dirty="0">
                <a:solidFill>
                  <a:srgbClr val="0070C0"/>
                </a:solidFill>
              </a:rPr>
              <a:t> </a:t>
            </a:r>
            <a:r>
              <a:rPr lang="en-IE" dirty="0">
                <a:solidFill>
                  <a:srgbClr val="0070C0"/>
                </a:solidFill>
                <a:sym typeface="Symbol" panose="05050102010706020507" pitchFamily="18" charset="2"/>
              </a:rPr>
              <a:t> </a:t>
            </a:r>
            <a:r>
              <a:rPr lang="en-IE" i="1" dirty="0">
                <a:solidFill>
                  <a:srgbClr val="0070C0"/>
                </a:solidFill>
                <a:sym typeface="Symbol" panose="05050102010706020507" pitchFamily="18" charset="2"/>
              </a:rPr>
              <a:t>K</a:t>
            </a:r>
            <a:endParaRPr lang="en-IE" i="1" dirty="0">
              <a:solidFill>
                <a:srgbClr val="0070C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842BAC-A902-4FED-92E4-3C8145249A37}"/>
              </a:ext>
            </a:extLst>
          </p:cNvPr>
          <p:cNvSpPr/>
          <p:nvPr/>
        </p:nvSpPr>
        <p:spPr>
          <a:xfrm>
            <a:off x="10206029" y="3070092"/>
            <a:ext cx="1849120" cy="225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57EDE94-8884-40C1-880A-B6E569DABE16}"/>
              </a:ext>
            </a:extLst>
          </p:cNvPr>
          <p:cNvGrpSpPr/>
          <p:nvPr/>
        </p:nvGrpSpPr>
        <p:grpSpPr>
          <a:xfrm>
            <a:off x="3696969" y="5492681"/>
            <a:ext cx="8134238" cy="892509"/>
            <a:chOff x="3696969" y="5492681"/>
            <a:chExt cx="8134238" cy="892509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83BAC9D-72EC-4848-B179-31D15469F24E}"/>
                </a:ext>
              </a:extLst>
            </p:cNvPr>
            <p:cNvSpPr/>
            <p:nvPr/>
          </p:nvSpPr>
          <p:spPr>
            <a:xfrm>
              <a:off x="3696969" y="5492681"/>
              <a:ext cx="8134238" cy="89250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E597055-B935-4EC9-8096-E10F57D56592}"/>
                </a:ext>
              </a:extLst>
            </p:cNvPr>
            <p:cNvGrpSpPr/>
            <p:nvPr/>
          </p:nvGrpSpPr>
          <p:grpSpPr>
            <a:xfrm>
              <a:off x="3797099" y="5495496"/>
              <a:ext cx="7961622" cy="876692"/>
              <a:chOff x="3797099" y="5495496"/>
              <a:chExt cx="7961622" cy="87669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DD213A31-3C13-49D1-8ED7-25A63BE48ACB}"/>
                  </a:ext>
                </a:extLst>
              </p:cNvPr>
              <p:cNvGrpSpPr/>
              <p:nvPr/>
            </p:nvGrpSpPr>
            <p:grpSpPr>
              <a:xfrm>
                <a:off x="5038091" y="5495496"/>
                <a:ext cx="6720630" cy="854766"/>
                <a:chOff x="4319632" y="2475630"/>
                <a:chExt cx="6720630" cy="854766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DFB293E2-4986-4739-A9F1-A97BBBE1CB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61958" t="26413" r="3689" b="53926"/>
                <a:stretch/>
              </p:blipFill>
              <p:spPr>
                <a:xfrm>
                  <a:off x="7725302" y="2551005"/>
                  <a:ext cx="3314960" cy="779391"/>
                </a:xfrm>
                <a:prstGeom prst="rect">
                  <a:avLst/>
                </a:prstGeom>
              </p:spPr>
            </p:pic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75E5E65-CAC3-4672-9730-C0F7B1337C5C}"/>
                    </a:ext>
                  </a:extLst>
                </p:cNvPr>
                <p:cNvSpPr txBox="1"/>
                <p:nvPr/>
              </p:nvSpPr>
              <p:spPr>
                <a:xfrm>
                  <a:off x="7396364" y="2672977"/>
                  <a:ext cx="3425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E" sz="2400" dirty="0"/>
                    <a:t>=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5B52C617-C5CB-43CC-B9FB-49211D1792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19632" y="2475630"/>
                      <a:ext cx="3188950" cy="79650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IE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E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p>
                                <m:r>
                                  <a:rPr lang="en-IE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𝝅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IE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E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I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E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IE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en-IE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sup>
                                </m:sSubSup>
                                <m:nary>
                                  <m:naryPr>
                                    <m:ctrlPr>
                                      <a:rPr lang="en-IE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E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IE" b="1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E" b="1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𝑻</m:t>
                                        </m:r>
                                      </m:e>
                                      <m:sub>
                                        <m:r>
                                          <a:rPr lang="en-IE" b="1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sup>
                                  <m:e>
                                    <m:r>
                                      <a:rPr lang="en-IE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IE" b="0" i="1" smtClean="0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IE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d>
                                      <m:dPr>
                                        <m:ctrlPr>
                                          <a:rPr lang="en-IE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E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n-IE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IE" b="1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IE" b="0" i="1" smtClean="0"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e>
                                </m:nary>
                                <m:r>
                                  <a:rPr lang="en-IE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I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E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IE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en-I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sup>
                                </m:sSubSup>
                                <m:r>
                                  <a:rPr lang="en-IE" b="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E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E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IE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IE" b="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oMath>
                        </m:oMathPara>
                      </a14:m>
                      <a:endParaRPr lang="en-IE" dirty="0"/>
                    </a:p>
                  </p:txBody>
                </p:sp>
              </mc:Choice>
              <mc:Fallback xmlns=""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5B52C617-C5CB-43CC-B9FB-49211D17922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9632" y="2475630"/>
                      <a:ext cx="3188950" cy="7965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C721899-D777-4A51-AD7B-670769CCBBE1}"/>
                  </a:ext>
                </a:extLst>
              </p:cNvPr>
              <p:cNvSpPr txBox="1"/>
              <p:nvPr/>
            </p:nvSpPr>
            <p:spPr>
              <a:xfrm>
                <a:off x="3797099" y="5535946"/>
                <a:ext cx="1217432" cy="836242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IE" b="1" dirty="0"/>
                  <a:t>Renewal theorem</a:t>
                </a:r>
              </a:p>
            </p:txBody>
          </p:sp>
        </p:grp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9F9CC984-2536-4FEF-BEFB-9D765B289665}"/>
              </a:ext>
            </a:extLst>
          </p:cNvPr>
          <p:cNvSpPr/>
          <p:nvPr/>
        </p:nvSpPr>
        <p:spPr>
          <a:xfrm>
            <a:off x="7907007" y="3192996"/>
            <a:ext cx="148581" cy="186949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A87BFC9-80FB-401B-A08C-365F99F65348}"/>
              </a:ext>
            </a:extLst>
          </p:cNvPr>
          <p:cNvCxnSpPr>
            <a:cxnSpLocks/>
          </p:cNvCxnSpPr>
          <p:nvPr/>
        </p:nvCxnSpPr>
        <p:spPr>
          <a:xfrm>
            <a:off x="8171883" y="3846362"/>
            <a:ext cx="710030" cy="0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601D912-4894-4A2E-A773-A34A85647441}"/>
              </a:ext>
            </a:extLst>
          </p:cNvPr>
          <p:cNvSpPr txBox="1"/>
          <p:nvPr/>
        </p:nvSpPr>
        <p:spPr>
          <a:xfrm>
            <a:off x="8184235" y="3370729"/>
            <a:ext cx="726403" cy="4191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IE" sz="1100" i="1" dirty="0">
                <a:solidFill>
                  <a:srgbClr val="C00000"/>
                </a:solidFill>
              </a:rPr>
              <a:t>One cycle time </a:t>
            </a:r>
            <a:r>
              <a:rPr lang="en-IE" sz="1100" i="1" dirty="0" err="1">
                <a:solidFill>
                  <a:srgbClr val="C00000"/>
                </a:solidFill>
              </a:rPr>
              <a:t>T</a:t>
            </a:r>
            <a:r>
              <a:rPr lang="en-IE" sz="1100" i="1" baseline="-25000" dirty="0" err="1">
                <a:solidFill>
                  <a:srgbClr val="C00000"/>
                </a:solidFill>
              </a:rPr>
              <a:t>i</a:t>
            </a:r>
            <a:endParaRPr lang="en-IE" sz="11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46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 animBg="1"/>
      <p:bldP spid="12" grpId="0"/>
      <p:bldP spid="26" grpId="0"/>
      <p:bldP spid="30" grpId="0"/>
      <p:bldP spid="31" grpId="0" animBg="1"/>
      <p:bldP spid="42" grpId="0" animBg="1"/>
      <p:bldP spid="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2EE2-43D5-45C6-922D-5EB502B9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We now apply the renewal theorem on the </a:t>
            </a:r>
            <a:r>
              <a:rPr lang="en-IE" u="sng" dirty="0">
                <a:solidFill>
                  <a:schemeClr val="bg1"/>
                </a:solidFill>
              </a:rPr>
              <a:t>Fleming-</a:t>
            </a:r>
            <a:r>
              <a:rPr lang="en-IE" u="sng" dirty="0" err="1">
                <a:solidFill>
                  <a:schemeClr val="bg1"/>
                </a:solidFill>
              </a:rPr>
              <a:t>Viot</a:t>
            </a:r>
            <a:r>
              <a:rPr lang="en-IE" u="sng" dirty="0">
                <a:solidFill>
                  <a:schemeClr val="bg1"/>
                </a:solidFill>
              </a:rPr>
              <a:t> particle system</a:t>
            </a:r>
            <a:r>
              <a:rPr lang="en-IE" dirty="0">
                <a:solidFill>
                  <a:schemeClr val="bg1"/>
                </a:solidFill>
              </a:rPr>
              <a:t> </a:t>
            </a:r>
            <a:r>
              <a:rPr lang="en-IE" dirty="0"/>
              <a:t>to estimate </a:t>
            </a:r>
            <a:r>
              <a:rPr lang="en-IE" sz="3600" b="1" i="1" dirty="0">
                <a:solidFill>
                  <a:srgbClr val="7030A0"/>
                </a:solidFill>
              </a:rPr>
              <a:t> p</a:t>
            </a:r>
            <a:r>
              <a:rPr lang="en-IE" sz="3600" b="1" i="1" baseline="30000" dirty="0">
                <a:solidFill>
                  <a:srgbClr val="7030A0"/>
                </a:solidFill>
                <a:sym typeface="Symbol" panose="05050102010706020507" pitchFamily="18" charset="2"/>
              </a:rPr>
              <a:t></a:t>
            </a:r>
            <a:r>
              <a:rPr lang="en-IE" sz="3600" b="1" dirty="0">
                <a:solidFill>
                  <a:srgbClr val="7030A0"/>
                </a:solidFill>
              </a:rPr>
              <a:t>(</a:t>
            </a:r>
            <a:r>
              <a:rPr lang="en-IE" sz="3600" b="1" i="1" dirty="0">
                <a:solidFill>
                  <a:srgbClr val="7030A0"/>
                </a:solidFill>
              </a:rPr>
              <a:t>x</a:t>
            </a:r>
            <a:r>
              <a:rPr lang="en-IE" sz="3600" b="1" dirty="0">
                <a:solidFill>
                  <a:srgbClr val="7030A0"/>
                </a:solidFill>
              </a:rPr>
              <a:t>)</a:t>
            </a:r>
            <a:endParaRPr lang="en-IE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BCC93-B65A-48C2-A74E-76A11385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F7A39-FA22-4FE3-ACE2-8784B355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D1F9F-2267-4E39-B4CC-CAE64583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r>
              <a:rPr lang="en-US" dirty="0"/>
              <a:t> / 30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ABFA0C7-4E75-470F-8645-C736E4E46AB2}"/>
              </a:ext>
            </a:extLst>
          </p:cNvPr>
          <p:cNvGrpSpPr/>
          <p:nvPr/>
        </p:nvGrpSpPr>
        <p:grpSpPr>
          <a:xfrm>
            <a:off x="3508469" y="473892"/>
            <a:ext cx="8379564" cy="1242125"/>
            <a:chOff x="3491085" y="607664"/>
            <a:chExt cx="8379564" cy="124212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EA9CDFA-A296-4500-83AF-5BF207C08359}"/>
                </a:ext>
              </a:extLst>
            </p:cNvPr>
            <p:cNvSpPr/>
            <p:nvPr/>
          </p:nvSpPr>
          <p:spPr>
            <a:xfrm>
              <a:off x="3650337" y="607664"/>
              <a:ext cx="8134238" cy="12421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8DDBBE-B43D-4637-9069-C9E9E6795890}"/>
                </a:ext>
              </a:extLst>
            </p:cNvPr>
            <p:cNvSpPr txBox="1"/>
            <p:nvPr/>
          </p:nvSpPr>
          <p:spPr>
            <a:xfrm>
              <a:off x="9719413" y="719439"/>
              <a:ext cx="2035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b="1" dirty="0">
                  <a:solidFill>
                    <a:srgbClr val="7030A0"/>
                  </a:solidFill>
                </a:rPr>
                <a:t>unknown</a:t>
              </a:r>
              <a:r>
                <a:rPr lang="en-IE" b="1" dirty="0">
                  <a:solidFill>
                    <a:srgbClr val="EEAD0C"/>
                  </a:solidFill>
                </a:rPr>
                <a:t> </a:t>
              </a:r>
              <a:r>
                <a:rPr lang="en-IE" b="1" dirty="0"/>
                <a:t>/</a:t>
              </a:r>
              <a:r>
                <a:rPr lang="en-IE" b="1" dirty="0">
                  <a:solidFill>
                    <a:srgbClr val="EEAD0C"/>
                  </a:solidFill>
                </a:rPr>
                <a:t> </a:t>
              </a:r>
              <a:r>
                <a:rPr lang="en-IE" b="1" dirty="0">
                  <a:solidFill>
                    <a:srgbClr val="0070C0"/>
                  </a:solidFill>
                </a:rPr>
                <a:t>known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0737DE-DBB1-4CBA-B3C5-8C68103D3AA5}"/>
                </a:ext>
              </a:extLst>
            </p:cNvPr>
            <p:cNvSpPr txBox="1"/>
            <p:nvPr/>
          </p:nvSpPr>
          <p:spPr>
            <a:xfrm>
              <a:off x="3491085" y="699357"/>
              <a:ext cx="3548938" cy="9542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IE" dirty="0"/>
                <a:t>We consider problems where the </a:t>
              </a:r>
              <a:r>
                <a:rPr lang="en-IE" b="1" dirty="0">
                  <a:solidFill>
                    <a:srgbClr val="00B050"/>
                  </a:solidFill>
                </a:rPr>
                <a:t>long-term objective </a:t>
              </a:r>
              <a:r>
                <a:rPr lang="en-IE" dirty="0"/>
                <a:t>is the</a:t>
              </a:r>
            </a:p>
            <a:p>
              <a:pPr algn="ctr"/>
              <a:r>
                <a:rPr lang="en-IE" b="1" dirty="0"/>
                <a:t>long-run expected reward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83D6B4A-3211-4477-90AB-B18298E8FEF6}"/>
                    </a:ext>
                  </a:extLst>
                </p:cNvPr>
                <p:cNvSpPr txBox="1"/>
                <p:nvPr/>
              </p:nvSpPr>
              <p:spPr>
                <a:xfrm>
                  <a:off x="7185285" y="1214223"/>
                  <a:ext cx="4685364" cy="6313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IE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E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r>
                    <a:rPr lang="en-IE" dirty="0"/>
                    <a:t>: long-run (stationary) state distribution.</a:t>
                  </a:r>
                </a:p>
                <a:p>
                  <a14:m>
                    <m:oMath xmlns:m="http://schemas.openxmlformats.org/officeDocument/2006/math">
                      <m:r>
                        <a:rPr lang="en-IE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IE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E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E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IE" dirty="0"/>
                    <a:t>: reward function of the state.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83D6B4A-3211-4477-90AB-B18298E8FE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5285" y="1214223"/>
                  <a:ext cx="4685364" cy="631319"/>
                </a:xfrm>
                <a:prstGeom prst="rect">
                  <a:avLst/>
                </a:prstGeom>
                <a:blipFill>
                  <a:blip r:embed="rId2"/>
                  <a:stretch>
                    <a:fillRect t="-4808" b="-16346"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49F2F03-123A-4F59-BA3F-00BC9A1851E5}"/>
                    </a:ext>
                  </a:extLst>
                </p:cNvPr>
                <p:cNvSpPr txBox="1"/>
                <p:nvPr/>
              </p:nvSpPr>
              <p:spPr>
                <a:xfrm>
                  <a:off x="7268766" y="638248"/>
                  <a:ext cx="2100319" cy="59747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IE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E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IE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sup>
                        </m:sSup>
                        <m:d>
                          <m:dPr>
                            <m:ctrlPr>
                              <a:rPr lang="en-IE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E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</m:d>
                        <m:r>
                          <a:rPr lang="en-IE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IE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IE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IE" sz="16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E" sz="16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p>
                                <m:r>
                                  <a:rPr lang="en-IE" sz="16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IE" sz="16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E" sz="16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a:rPr lang="en-IE" sz="16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IE" sz="16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E" sz="16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IE" sz="16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IE" sz="16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49F2F03-123A-4F59-BA3F-00BC9A1851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8766" y="638248"/>
                  <a:ext cx="2100319" cy="59747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105C89B-E468-4F52-9D8B-6490B4637E00}"/>
              </a:ext>
            </a:extLst>
          </p:cNvPr>
          <p:cNvSpPr txBox="1"/>
          <p:nvPr/>
        </p:nvSpPr>
        <p:spPr>
          <a:xfrm>
            <a:off x="5822303" y="98744"/>
            <a:ext cx="3592159" cy="31308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>
                <a:solidFill>
                  <a:srgbClr val="00B050"/>
                </a:solidFill>
              </a:rPr>
              <a:t>Recall our objective…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0B6C4BE-315C-4DA0-95F9-10F354EC3B43}"/>
                  </a:ext>
                </a:extLst>
              </p:cNvPr>
              <p:cNvSpPr/>
              <p:nvPr/>
            </p:nvSpPr>
            <p:spPr>
              <a:xfrm>
                <a:off x="6825027" y="4786139"/>
                <a:ext cx="4753262" cy="160325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E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E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sub>
                      <m:sup>
                        <m: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</m:sup>
                    </m:sSubSup>
                    <m:d>
                      <m:dPr>
                        <m:ctrlP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E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IE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𝒂𝒃𝒔</m:t>
                            </m:r>
                          </m:sub>
                        </m:sSub>
                        <m: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IE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IE" dirty="0"/>
                  <a:t>survival distribution of “</a:t>
                </a:r>
                <a:r>
                  <a:rPr lang="en-IE" b="1" dirty="0">
                    <a:solidFill>
                      <a:srgbClr val="0070C0"/>
                    </a:solidFill>
                  </a:rPr>
                  <a:t>Time until absorption</a:t>
                </a:r>
                <a:r>
                  <a:rPr lang="en-IE" dirty="0"/>
                  <a:t>”;</a:t>
                </a:r>
              </a:p>
              <a:p>
                <a:pPr>
                  <a:lnSpc>
                    <a:spcPts val="24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sub>
                      <m:sup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</m:sup>
                    </m:sSubSup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𝒂𝒃𝒔</m:t>
                        </m:r>
                      </m:sub>
                    </m:sSub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/>
                  <a:t>: state distribution while not absorbed;</a:t>
                </a:r>
              </a:p>
              <a:p>
                <a:pPr>
                  <a:lnSpc>
                    <a:spcPts val="2400"/>
                  </a:lnSpc>
                </a:pPr>
                <a:r>
                  <a:rPr lang="en-IE" dirty="0"/>
                  <a:t>when process </a:t>
                </a:r>
                <a:r>
                  <a:rPr lang="en-IE" u="sng" dirty="0"/>
                  <a:t>starts at a state (</a:t>
                </a:r>
                <a:r>
                  <a:rPr lang="en-IE" b="1" i="1" u="sng" dirty="0"/>
                  <a:t>J</a:t>
                </a:r>
                <a:r>
                  <a:rPr lang="en-IE" u="sng" dirty="0"/>
                  <a:t>) just outside </a:t>
                </a:r>
                <a:r>
                  <a:rPr lang="en-IE" u="sng" dirty="0">
                    <a:latin typeface="Lucida Calligraphy" panose="03010101010101010101" pitchFamily="66" charset="0"/>
                  </a:rPr>
                  <a:t>A</a:t>
                </a:r>
                <a:r>
                  <a:rPr lang="en-IE" dirty="0"/>
                  <a:t>.</a:t>
                </a: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0B6C4BE-315C-4DA0-95F9-10F354EC3B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027" y="4786139"/>
                <a:ext cx="4753262" cy="1603259"/>
              </a:xfrm>
              <a:prstGeom prst="rect">
                <a:avLst/>
              </a:prstGeom>
              <a:blipFill>
                <a:blip r:embed="rId4"/>
                <a:stretch>
                  <a:fillRect l="-1024" t="-755" r="-1152" b="-490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1304017-BD03-40AD-8D05-08FC864F47DC}"/>
                  </a:ext>
                </a:extLst>
              </p:cNvPr>
              <p:cNvSpPr/>
              <p:nvPr/>
            </p:nvSpPr>
            <p:spPr>
              <a:xfrm>
                <a:off x="3617414" y="3995405"/>
                <a:ext cx="3178819" cy="790776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E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sz="16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IE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E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E" sz="16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IE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bSup>
                          <m:nary>
                            <m:naryPr>
                              <m:ctrlPr>
                                <a:rPr lang="en-IE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IE" sz="16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16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IE" sz="16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  <m:r>
                                    <a:rPr lang="en-IE" sz="16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E" sz="16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IE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IE" sz="16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IE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IE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IE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IE" sz="16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nary>
                          <m:r>
                            <a:rPr lang="en-IE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num>
                        <m:den>
                          <m:sSubSup>
                            <m:sSubSupPr>
                              <m:ctrlPr>
                                <a:rPr lang="en-IE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E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I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bSup>
                          <m:r>
                            <a:rPr lang="en-IE" sz="16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E" sz="1600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E" sz="1600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1304017-BD03-40AD-8D05-08FC864F47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414" y="3995405"/>
                <a:ext cx="3178819" cy="7907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D44058D9-4B50-4C46-AEB8-807D69D71127}"/>
              </a:ext>
            </a:extLst>
          </p:cNvPr>
          <p:cNvGrpSpPr/>
          <p:nvPr/>
        </p:nvGrpSpPr>
        <p:grpSpPr>
          <a:xfrm>
            <a:off x="6409083" y="2126168"/>
            <a:ext cx="2520000" cy="1530000"/>
            <a:chOff x="9309791" y="4810428"/>
            <a:chExt cx="2520000" cy="1530000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82254FC6-D6BC-47EC-8432-149E06D51940}"/>
                </a:ext>
              </a:extLst>
            </p:cNvPr>
            <p:cNvGrpSpPr/>
            <p:nvPr/>
          </p:nvGrpSpPr>
          <p:grpSpPr>
            <a:xfrm>
              <a:off x="9309791" y="4810428"/>
              <a:ext cx="2520000" cy="1530000"/>
              <a:chOff x="9312400" y="4540446"/>
              <a:chExt cx="2520000" cy="1530000"/>
            </a:xfrm>
          </p:grpSpPr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5CAD6B25-BAD6-412A-BB48-D53843817034}"/>
                  </a:ext>
                </a:extLst>
              </p:cNvPr>
              <p:cNvGrpSpPr/>
              <p:nvPr/>
            </p:nvGrpSpPr>
            <p:grpSpPr>
              <a:xfrm>
                <a:off x="9312400" y="4540446"/>
                <a:ext cx="2520000" cy="1530000"/>
                <a:chOff x="4729018" y="4147127"/>
                <a:chExt cx="3870037" cy="1985818"/>
              </a:xfrm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C9D06060-0B04-417B-8D65-A301D08DE940}"/>
                    </a:ext>
                  </a:extLst>
                </p:cNvPr>
                <p:cNvSpPr/>
                <p:nvPr/>
              </p:nvSpPr>
              <p:spPr>
                <a:xfrm>
                  <a:off x="4729018" y="4147127"/>
                  <a:ext cx="3870037" cy="1985818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E" dirty="0"/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B8AFEC56-BF14-489E-BD09-47330B12259C}"/>
                    </a:ext>
                  </a:extLst>
                </p:cNvPr>
                <p:cNvSpPr/>
                <p:nvPr/>
              </p:nvSpPr>
              <p:spPr>
                <a:xfrm>
                  <a:off x="4996872" y="4821381"/>
                  <a:ext cx="1745673" cy="1099127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A</a:t>
                  </a:r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7A554A40-A83D-48A2-B612-6790A5D53272}"/>
                    </a:ext>
                  </a:extLst>
                </p:cNvPr>
                <p:cNvSpPr/>
                <p:nvPr/>
              </p:nvSpPr>
              <p:spPr>
                <a:xfrm>
                  <a:off x="7352146" y="4366262"/>
                  <a:ext cx="442912" cy="350981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R</a:t>
                  </a:r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235C40A1-CAB0-41C0-AE0C-7ADCA6911183}"/>
                    </a:ext>
                  </a:extLst>
                </p:cNvPr>
                <p:cNvSpPr/>
                <p:nvPr/>
              </p:nvSpPr>
              <p:spPr>
                <a:xfrm>
                  <a:off x="7712364" y="5638339"/>
                  <a:ext cx="442912" cy="350981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R</a:t>
                  </a: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CE9AE3DC-7581-4BE8-B2B3-BA993A2568FF}"/>
                    </a:ext>
                  </a:extLst>
                </p:cNvPr>
                <p:cNvSpPr/>
                <p:nvPr/>
              </p:nvSpPr>
              <p:spPr>
                <a:xfrm>
                  <a:off x="4904726" y="4246995"/>
                  <a:ext cx="442912" cy="350981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R</a:t>
                  </a:r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68A27C3E-FEAA-460F-924A-855DB9E986C0}"/>
                    </a:ext>
                  </a:extLst>
                </p:cNvPr>
                <p:cNvSpPr/>
                <p:nvPr/>
              </p:nvSpPr>
              <p:spPr>
                <a:xfrm>
                  <a:off x="8219902" y="4338894"/>
                  <a:ext cx="207722" cy="27894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sz="4000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S</a:t>
                  </a:r>
                </a:p>
              </p:txBody>
            </p:sp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66D5353F-806F-45F0-A842-B2D88E970387}"/>
                      </a:ext>
                    </a:extLst>
                  </p14:cNvPr>
                  <p14:cNvContentPartPr/>
                  <p14:nvPr/>
                </p14:nvContentPartPr>
                <p14:xfrm>
                  <a:off x="9864968" y="4808947"/>
                  <a:ext cx="469337" cy="170498"/>
                </p14:xfrm>
              </p:contentPart>
            </mc:Choice>
            <mc:Fallback xmlns=""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66D5353F-806F-45F0-A842-B2D88E970387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9855963" y="4799954"/>
                    <a:ext cx="486987" cy="1881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C944D0EC-ECA9-43B2-8847-9E35322982AC}"/>
                      </a:ext>
                    </a:extLst>
                  </p14:cNvPr>
                  <p14:cNvContentPartPr/>
                  <p14:nvPr/>
                </p14:nvContentPartPr>
                <p14:xfrm>
                  <a:off x="10675666" y="4815383"/>
                  <a:ext cx="909846" cy="890727"/>
                </p14:xfrm>
              </p:contentPart>
            </mc:Choice>
            <mc:Fallback xmlns=""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C944D0EC-ECA9-43B2-8847-9E35322982AC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0657671" y="4797381"/>
                    <a:ext cx="945477" cy="9263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22B3081B-1FB9-4178-9044-F22CA9A5ACB8}"/>
                      </a:ext>
                    </a:extLst>
                  </p14:cNvPr>
                  <p14:cNvContentPartPr/>
                  <p14:nvPr/>
                </p14:nvContentPartPr>
                <p14:xfrm>
                  <a:off x="10564187" y="5287334"/>
                  <a:ext cx="138215" cy="236802"/>
                </p14:xfrm>
              </p:contentPart>
            </mc:Choice>
            <mc:Fallback xmlns=""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22B3081B-1FB9-4178-9044-F22CA9A5ACB8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0546190" y="5269340"/>
                    <a:ext cx="173849" cy="27243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853CDCA-F589-45E2-A048-1E343D4CD442}"/>
                    </a:ext>
                  </a:extLst>
                </p14:cNvPr>
                <p14:cNvContentPartPr/>
                <p14:nvPr/>
              </p14:nvContentPartPr>
              <p14:xfrm>
                <a:off x="10298534" y="5192524"/>
                <a:ext cx="145220" cy="83495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853CDCA-F589-45E2-A048-1E343D4CD4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289548" y="5183527"/>
                  <a:ext cx="162833" cy="10113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3CC76090-AB9E-4360-84ED-FFCC21C51459}"/>
                </a:ext>
              </a:extLst>
            </p:cNvPr>
            <p:cNvGrpSpPr/>
            <p:nvPr/>
          </p:nvGrpSpPr>
          <p:grpSpPr>
            <a:xfrm>
              <a:off x="10614999" y="5683679"/>
              <a:ext cx="983880" cy="187920"/>
              <a:chOff x="10617487" y="5684121"/>
              <a:chExt cx="983880" cy="187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1868570B-05BD-4454-B984-49B3A28FA466}"/>
                      </a:ext>
                    </a:extLst>
                  </p14:cNvPr>
                  <p14:cNvContentPartPr/>
                  <p14:nvPr/>
                </p14:nvContentPartPr>
                <p14:xfrm>
                  <a:off x="10617487" y="5741361"/>
                  <a:ext cx="144720" cy="360"/>
                </p14:xfrm>
              </p:contentPart>
            </mc:Choice>
            <mc:Fallback xmlns=""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1868570B-05BD-4454-B984-49B3A28FA466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10608847" y="5732721"/>
                    <a:ext cx="16236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31" name="Ink 130">
                    <a:extLst>
                      <a:ext uri="{FF2B5EF4-FFF2-40B4-BE49-F238E27FC236}">
                        <a16:creationId xmlns:a16="http://schemas.microsoft.com/office/drawing/2014/main" id="{223BC4F8-A7D3-4C25-BA59-EE6A073176B1}"/>
                      </a:ext>
                    </a:extLst>
                  </p14:cNvPr>
                  <p14:cNvContentPartPr/>
                  <p14:nvPr/>
                </p14:nvContentPartPr>
                <p14:xfrm>
                  <a:off x="10851487" y="5741361"/>
                  <a:ext cx="112680" cy="360"/>
                </p14:xfrm>
              </p:contentPart>
            </mc:Choice>
            <mc:Fallback xmlns=""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223BC4F8-A7D3-4C25-BA59-EE6A073176B1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10842487" y="5732721"/>
                    <a:ext cx="13032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32" name="Ink 131">
                    <a:extLst>
                      <a:ext uri="{FF2B5EF4-FFF2-40B4-BE49-F238E27FC236}">
                        <a16:creationId xmlns:a16="http://schemas.microsoft.com/office/drawing/2014/main" id="{75A54DB1-CB77-4286-A6FA-A73A09469CD3}"/>
                      </a:ext>
                    </a:extLst>
                  </p14:cNvPr>
                  <p14:cNvContentPartPr/>
                  <p14:nvPr/>
                </p14:nvContentPartPr>
                <p14:xfrm>
                  <a:off x="11062807" y="5741361"/>
                  <a:ext cx="138240" cy="360"/>
                </p14:xfrm>
              </p:contentPart>
            </mc:Choice>
            <mc:Fallback xmlns="">
              <p:pic>
                <p:nvPicPr>
                  <p:cNvPr id="132" name="Ink 131">
                    <a:extLst>
                      <a:ext uri="{FF2B5EF4-FFF2-40B4-BE49-F238E27FC236}">
                        <a16:creationId xmlns:a16="http://schemas.microsoft.com/office/drawing/2014/main" id="{75A54DB1-CB77-4286-A6FA-A73A09469CD3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11054167" y="5732721"/>
                    <a:ext cx="15588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33" name="Ink 132">
                    <a:extLst>
                      <a:ext uri="{FF2B5EF4-FFF2-40B4-BE49-F238E27FC236}">
                        <a16:creationId xmlns:a16="http://schemas.microsoft.com/office/drawing/2014/main" id="{25DFE2E4-A223-4A5F-A1A9-12462FE30F58}"/>
                      </a:ext>
                    </a:extLst>
                  </p14:cNvPr>
                  <p14:cNvContentPartPr/>
                  <p14:nvPr/>
                </p14:nvContentPartPr>
                <p14:xfrm>
                  <a:off x="11301487" y="5741361"/>
                  <a:ext cx="152280" cy="360"/>
                </p14:xfrm>
              </p:contentPart>
            </mc:Choice>
            <mc:Fallback xmlns="">
              <p:pic>
                <p:nvPicPr>
                  <p:cNvPr id="133" name="Ink 132">
                    <a:extLst>
                      <a:ext uri="{FF2B5EF4-FFF2-40B4-BE49-F238E27FC236}">
                        <a16:creationId xmlns:a16="http://schemas.microsoft.com/office/drawing/2014/main" id="{25DFE2E4-A223-4A5F-A1A9-12462FE30F58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11292847" y="5732721"/>
                    <a:ext cx="16992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134" name="Ink 133">
                    <a:extLst>
                      <a:ext uri="{FF2B5EF4-FFF2-40B4-BE49-F238E27FC236}">
                        <a16:creationId xmlns:a16="http://schemas.microsoft.com/office/drawing/2014/main" id="{49FFBC17-71ED-4AA2-B661-D5874BBC4CFE}"/>
                      </a:ext>
                    </a:extLst>
                  </p14:cNvPr>
                  <p14:cNvContentPartPr/>
                  <p14:nvPr/>
                </p14:nvContentPartPr>
                <p14:xfrm>
                  <a:off x="11509567" y="5741361"/>
                  <a:ext cx="67320" cy="360"/>
                </p14:xfrm>
              </p:contentPart>
            </mc:Choice>
            <mc:Fallback xmlns="">
              <p:pic>
                <p:nvPicPr>
                  <p:cNvPr id="134" name="Ink 133">
                    <a:extLst>
                      <a:ext uri="{FF2B5EF4-FFF2-40B4-BE49-F238E27FC236}">
                        <a16:creationId xmlns:a16="http://schemas.microsoft.com/office/drawing/2014/main" id="{49FFBC17-71ED-4AA2-B661-D5874BBC4CFE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1500567" y="5732721"/>
                    <a:ext cx="8496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135" name="Ink 134">
                    <a:extLst>
                      <a:ext uri="{FF2B5EF4-FFF2-40B4-BE49-F238E27FC236}">
                        <a16:creationId xmlns:a16="http://schemas.microsoft.com/office/drawing/2014/main" id="{E331C6F3-88E3-44A3-AEB8-53D565F030A8}"/>
                      </a:ext>
                    </a:extLst>
                  </p14:cNvPr>
                  <p14:cNvContentPartPr/>
                  <p14:nvPr/>
                </p14:nvContentPartPr>
                <p14:xfrm>
                  <a:off x="11547367" y="5741361"/>
                  <a:ext cx="54000" cy="360"/>
                </p14:xfrm>
              </p:contentPart>
            </mc:Choice>
            <mc:Fallback xmlns="">
              <p:pic>
                <p:nvPicPr>
                  <p:cNvPr id="135" name="Ink 134">
                    <a:extLst>
                      <a:ext uri="{FF2B5EF4-FFF2-40B4-BE49-F238E27FC236}">
                        <a16:creationId xmlns:a16="http://schemas.microsoft.com/office/drawing/2014/main" id="{E331C6F3-88E3-44A3-AEB8-53D565F030A8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11538367" y="5732721"/>
                    <a:ext cx="7164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136" name="Ink 135">
                    <a:extLst>
                      <a:ext uri="{FF2B5EF4-FFF2-40B4-BE49-F238E27FC236}">
                        <a16:creationId xmlns:a16="http://schemas.microsoft.com/office/drawing/2014/main" id="{4C04B745-9798-48E6-B097-3D21E880E60D}"/>
                      </a:ext>
                    </a:extLst>
                  </p14:cNvPr>
                  <p14:cNvContentPartPr/>
                  <p14:nvPr/>
                </p14:nvContentPartPr>
                <p14:xfrm>
                  <a:off x="11532247" y="5684121"/>
                  <a:ext cx="51120" cy="61560"/>
                </p14:xfrm>
              </p:contentPart>
            </mc:Choice>
            <mc:Fallback xmlns="">
              <p:pic>
                <p:nvPicPr>
                  <p:cNvPr id="136" name="Ink 135">
                    <a:extLst>
                      <a:ext uri="{FF2B5EF4-FFF2-40B4-BE49-F238E27FC236}">
                        <a16:creationId xmlns:a16="http://schemas.microsoft.com/office/drawing/2014/main" id="{4C04B745-9798-48E6-B097-3D21E880E60D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11523607" y="5675481"/>
                    <a:ext cx="68760" cy="79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137" name="Ink 136">
                    <a:extLst>
                      <a:ext uri="{FF2B5EF4-FFF2-40B4-BE49-F238E27FC236}">
                        <a16:creationId xmlns:a16="http://schemas.microsoft.com/office/drawing/2014/main" id="{F6680AD3-13FE-4BC1-B6C3-044B633B591A}"/>
                      </a:ext>
                    </a:extLst>
                  </p14:cNvPr>
                  <p14:cNvContentPartPr/>
                  <p14:nvPr/>
                </p14:nvContentPartPr>
                <p14:xfrm>
                  <a:off x="11536927" y="5693481"/>
                  <a:ext cx="34920" cy="55080"/>
                </p14:xfrm>
              </p:contentPart>
            </mc:Choice>
            <mc:Fallback xmlns="">
              <p:pic>
                <p:nvPicPr>
                  <p:cNvPr id="137" name="Ink 136">
                    <a:extLst>
                      <a:ext uri="{FF2B5EF4-FFF2-40B4-BE49-F238E27FC236}">
                        <a16:creationId xmlns:a16="http://schemas.microsoft.com/office/drawing/2014/main" id="{F6680AD3-13FE-4BC1-B6C3-044B633B591A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11528287" y="5684481"/>
                    <a:ext cx="52560" cy="72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138" name="Ink 137">
                    <a:extLst>
                      <a:ext uri="{FF2B5EF4-FFF2-40B4-BE49-F238E27FC236}">
                        <a16:creationId xmlns:a16="http://schemas.microsoft.com/office/drawing/2014/main" id="{2476D4F0-06BB-4BD5-B0F8-A9CB1BCE56A7}"/>
                      </a:ext>
                    </a:extLst>
                  </p14:cNvPr>
                  <p14:cNvContentPartPr/>
                  <p14:nvPr/>
                </p14:nvContentPartPr>
                <p14:xfrm>
                  <a:off x="11397247" y="5719041"/>
                  <a:ext cx="156960" cy="153000"/>
                </p14:xfrm>
              </p:contentPart>
            </mc:Choice>
            <mc:Fallback xmlns="">
              <p:pic>
                <p:nvPicPr>
                  <p:cNvPr id="138" name="Ink 137">
                    <a:extLst>
                      <a:ext uri="{FF2B5EF4-FFF2-40B4-BE49-F238E27FC236}">
                        <a16:creationId xmlns:a16="http://schemas.microsoft.com/office/drawing/2014/main" id="{2476D4F0-06BB-4BD5-B0F8-A9CB1BCE56A7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11388607" y="5710401"/>
                    <a:ext cx="174600" cy="17064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C2D1268-51FF-4A22-92E6-6A39856FB8EF}"/>
                    </a:ext>
                  </a:extLst>
                </p14:cNvPr>
                <p14:cNvContentPartPr/>
                <p14:nvPr/>
              </p14:nvContentPartPr>
              <p14:xfrm>
                <a:off x="11551719" y="5701412"/>
                <a:ext cx="140040" cy="224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C2D1268-51FF-4A22-92E6-6A39856FB8E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543079" y="5692412"/>
                  <a:ext cx="157680" cy="241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4851A07D-43C8-4632-B86B-E7A90566CBE8}"/>
              </a:ext>
            </a:extLst>
          </p:cNvPr>
          <p:cNvSpPr txBox="1"/>
          <p:nvPr/>
        </p:nvSpPr>
        <p:spPr>
          <a:xfrm>
            <a:off x="3716695" y="1737176"/>
            <a:ext cx="7980610" cy="348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dirty="0"/>
              <a:t>Recall the </a:t>
            </a:r>
            <a:r>
              <a:rPr lang="en-IE" b="1" dirty="0">
                <a:solidFill>
                  <a:srgbClr val="00B050"/>
                </a:solidFill>
              </a:rPr>
              <a:t>Fleming-</a:t>
            </a:r>
            <a:r>
              <a:rPr lang="en-IE" b="1" dirty="0" err="1">
                <a:solidFill>
                  <a:srgbClr val="00B050"/>
                </a:solidFill>
              </a:rPr>
              <a:t>Viot</a:t>
            </a:r>
            <a:r>
              <a:rPr lang="en-IE" b="1" dirty="0">
                <a:solidFill>
                  <a:srgbClr val="00B050"/>
                </a:solidFill>
              </a:rPr>
              <a:t> particle system…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E60BE60-039C-4B8E-977B-958E594707A3}"/>
              </a:ext>
            </a:extLst>
          </p:cNvPr>
          <p:cNvGrpSpPr/>
          <p:nvPr/>
        </p:nvGrpSpPr>
        <p:grpSpPr>
          <a:xfrm>
            <a:off x="3416189" y="3707063"/>
            <a:ext cx="8421908" cy="251694"/>
            <a:chOff x="3416189" y="3707063"/>
            <a:chExt cx="8421908" cy="25169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E6544FB-232E-4AAA-AB56-77B6C2A9447C}"/>
                </a:ext>
              </a:extLst>
            </p:cNvPr>
            <p:cNvSpPr txBox="1"/>
            <p:nvPr/>
          </p:nvSpPr>
          <p:spPr>
            <a:xfrm>
              <a:off x="3416189" y="3707063"/>
              <a:ext cx="8421908" cy="251694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E" dirty="0"/>
                <a:t>We </a:t>
              </a:r>
              <a:r>
                <a:rPr lang="en-IE" i="1" dirty="0"/>
                <a:t>define</a:t>
              </a:r>
              <a:r>
                <a:rPr lang="en-IE" dirty="0"/>
                <a:t> the </a:t>
              </a:r>
              <a:r>
                <a:rPr lang="en-IE" b="1" dirty="0">
                  <a:solidFill>
                    <a:srgbClr val="C00000"/>
                  </a:solidFill>
                </a:rPr>
                <a:t>event defining a </a:t>
              </a:r>
              <a:r>
                <a:rPr lang="en-IE" b="1" u="sng" dirty="0">
                  <a:solidFill>
                    <a:srgbClr val="C00000"/>
                  </a:solidFill>
                </a:rPr>
                <a:t>cycle</a:t>
              </a:r>
              <a:r>
                <a:rPr lang="en-IE" dirty="0"/>
                <a:t>: </a:t>
              </a:r>
              <a:r>
                <a:rPr lang="en-IE" b="1" dirty="0">
                  <a:solidFill>
                    <a:srgbClr val="C00000"/>
                  </a:solidFill>
                </a:rPr>
                <a:t>“Reabsorption to     A” (</a:t>
              </a:r>
              <a:r>
                <a:rPr lang="en-IE" b="1" dirty="0">
                  <a:solidFill>
                    <a:srgbClr val="C00000"/>
                  </a:solidFill>
                  <a:sym typeface="Wingdings" panose="05000000000000000000" pitchFamily="2" charset="2"/>
                </a:rPr>
                <a:t> </a:t>
              </a:r>
              <a:r>
                <a:rPr lang="en-IE" b="1" i="1" u="sng" dirty="0" err="1">
                  <a:solidFill>
                    <a:srgbClr val="C00000"/>
                  </a:solidFill>
                </a:rPr>
                <a:t>i</a:t>
              </a:r>
              <a:r>
                <a:rPr lang="en-IE" b="1" u="sng" dirty="0">
                  <a:solidFill>
                    <a:srgbClr val="C00000"/>
                  </a:solidFill>
                </a:rPr>
                <a:t> = </a:t>
              </a:r>
              <a:r>
                <a:rPr lang="en-IE" b="1" i="1" u="sng" dirty="0">
                  <a:solidFill>
                    <a:srgbClr val="C00000"/>
                  </a:solidFill>
                </a:rPr>
                <a:t>J</a:t>
              </a:r>
              <a:r>
                <a:rPr lang="en-IE" b="1" u="sng" dirty="0">
                  <a:solidFill>
                    <a:srgbClr val="C00000"/>
                  </a:solidFill>
                </a:rPr>
                <a:t>-1</a:t>
              </a:r>
              <a:r>
                <a:rPr lang="en-IE" b="1" dirty="0">
                  <a:solidFill>
                    <a:srgbClr val="C00000"/>
                  </a:solidFill>
                </a:rPr>
                <a:t>)</a:t>
              </a:r>
              <a:endParaRPr lang="en-IE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25D7C3F-FA98-457A-9231-7C3AA43A17F8}"/>
                </a:ext>
              </a:extLst>
            </p:cNvPr>
            <p:cNvSpPr/>
            <p:nvPr/>
          </p:nvSpPr>
          <p:spPr>
            <a:xfrm>
              <a:off x="9553729" y="3707063"/>
              <a:ext cx="339661" cy="2324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C5214D1-4C8F-49D6-8097-060E9AAF32D6}"/>
                  </a:ext>
                </a:extLst>
              </p:cNvPr>
              <p:cNvSpPr txBox="1"/>
              <p:nvPr/>
            </p:nvSpPr>
            <p:spPr>
              <a:xfrm>
                <a:off x="6815133" y="3990326"/>
                <a:ext cx="4763156" cy="79649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en-IE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sub>
                                <m:sup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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E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E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IE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𝒂𝒃𝒔</m:t>
                                      </m:r>
                                    </m:sub>
                                  </m:sSub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sub>
                                <m:sup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</m:t>
                                  </m:r>
                                </m:sup>
                              </m:sSubSup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d>
                                <m:dPr>
                                  <m:ctrlP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𝒂𝒃𝒔</m:t>
                                  </m:r>
                                </m:sub>
                              </m:sSub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num>
                        <m:den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𝐄𝐱𝐩𝐞𝐜𝐭𝐞𝐝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𝐫𝐞𝐭𝐮𝐫𝐧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𝐭𝐢𝐦𝐞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𝐭𝐨</m:t>
                          </m:r>
                          <m:r>
                            <a:rPr lang="en-IE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IE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</m:t>
                          </m:r>
                          <m:r>
                            <a:rPr lang="en-IE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𝐮𝐧𝐝𝐞𝐫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den>
                      </m:f>
                    </m:oMath>
                  </m:oMathPara>
                </a14:m>
                <a:endParaRPr lang="en-IE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C5214D1-4C8F-49D6-8097-060E9AAF3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133" y="3990326"/>
                <a:ext cx="4763156" cy="79649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C3CD00EF-6F1F-4DF5-9E7B-EF9D877B82A9}"/>
              </a:ext>
            </a:extLst>
          </p:cNvPr>
          <p:cNvGrpSpPr/>
          <p:nvPr/>
        </p:nvGrpSpPr>
        <p:grpSpPr>
          <a:xfrm>
            <a:off x="3617414" y="4815370"/>
            <a:ext cx="3188950" cy="1546502"/>
            <a:chOff x="4729018" y="4147127"/>
            <a:chExt cx="3870037" cy="198581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C450E4E-2CA2-47E0-83A1-3DC5FDC67AC5}"/>
                </a:ext>
              </a:extLst>
            </p:cNvPr>
            <p:cNvSpPr/>
            <p:nvPr/>
          </p:nvSpPr>
          <p:spPr>
            <a:xfrm>
              <a:off x="4729018" y="4147127"/>
              <a:ext cx="3870037" cy="198581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67CD60F-D589-4F8C-9C2F-4497AB7AFC04}"/>
                </a:ext>
              </a:extLst>
            </p:cNvPr>
            <p:cNvSpPr/>
            <p:nvPr/>
          </p:nvSpPr>
          <p:spPr>
            <a:xfrm>
              <a:off x="4996872" y="4821381"/>
              <a:ext cx="1745673" cy="10991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44BC625-7558-4A6E-858A-45A1F2AAE7C4}"/>
                </a:ext>
              </a:extLst>
            </p:cNvPr>
            <p:cNvSpPr/>
            <p:nvPr/>
          </p:nvSpPr>
          <p:spPr>
            <a:xfrm>
              <a:off x="7352146" y="4366262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3FBAD1D-2AA8-43C3-946F-868B41EAC4A7}"/>
                </a:ext>
              </a:extLst>
            </p:cNvPr>
            <p:cNvSpPr/>
            <p:nvPr/>
          </p:nvSpPr>
          <p:spPr>
            <a:xfrm>
              <a:off x="7712364" y="5638339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4A074F7-E66C-4FFF-A5CD-6EBFE59C6F5E}"/>
                </a:ext>
              </a:extLst>
            </p:cNvPr>
            <p:cNvSpPr/>
            <p:nvPr/>
          </p:nvSpPr>
          <p:spPr>
            <a:xfrm>
              <a:off x="4904726" y="4246995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C2488F-A54C-47E5-AF3C-674BEDB175AD}"/>
                </a:ext>
              </a:extLst>
            </p:cNvPr>
            <p:cNvSpPr/>
            <p:nvPr/>
          </p:nvSpPr>
          <p:spPr>
            <a:xfrm>
              <a:off x="8219902" y="4338894"/>
              <a:ext cx="207722" cy="278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000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S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D960666-5D48-41E4-8EB9-EEB8A6D66A3B}"/>
              </a:ext>
            </a:extLst>
          </p:cNvPr>
          <p:cNvGrpSpPr/>
          <p:nvPr/>
        </p:nvGrpSpPr>
        <p:grpSpPr>
          <a:xfrm>
            <a:off x="4293997" y="4908862"/>
            <a:ext cx="796498" cy="553534"/>
            <a:chOff x="5166896" y="1660643"/>
            <a:chExt cx="839520" cy="62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6057C11-F860-4662-AD95-89884DC9E98A}"/>
                    </a:ext>
                  </a:extLst>
                </p14:cNvPr>
                <p14:cNvContentPartPr/>
                <p14:nvPr/>
              </p14:nvContentPartPr>
              <p14:xfrm>
                <a:off x="5775296" y="2126843"/>
                <a:ext cx="360" cy="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6057C11-F860-4662-AD95-89884DC9E98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766656" y="211820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93916C3-1867-4CB8-90B7-6922F9899F00}"/>
                    </a:ext>
                  </a:extLst>
                </p14:cNvPr>
                <p14:cNvContentPartPr/>
                <p14:nvPr/>
              </p14:nvContentPartPr>
              <p14:xfrm>
                <a:off x="5822096" y="2183003"/>
                <a:ext cx="36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93916C3-1867-4CB8-90B7-6922F9899F0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813096" y="217400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E4B665-BDA2-4267-AF3D-CD3AFE7BD2F6}"/>
                    </a:ext>
                  </a:extLst>
                </p14:cNvPr>
                <p14:cNvContentPartPr/>
                <p14:nvPr/>
              </p14:nvContentPartPr>
              <p14:xfrm>
                <a:off x="5166896" y="1698083"/>
                <a:ext cx="165960" cy="143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6E4B665-BDA2-4267-AF3D-CD3AFE7BD2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57402" y="1687993"/>
                  <a:ext cx="184569" cy="1630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913C102-89CC-4C87-87DC-2E1896EE4D59}"/>
                    </a:ext>
                  </a:extLst>
                </p14:cNvPr>
                <p14:cNvContentPartPr/>
                <p14:nvPr/>
              </p14:nvContentPartPr>
              <p14:xfrm>
                <a:off x="5196776" y="1660643"/>
                <a:ext cx="136440" cy="251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913C102-89CC-4C87-87DC-2E1896EE4D5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87680" y="1650963"/>
                  <a:ext cx="155011" cy="271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E29CC17-C137-424A-A84B-45C45405034B}"/>
                    </a:ext>
                  </a:extLst>
                </p14:cNvPr>
                <p14:cNvContentPartPr/>
                <p14:nvPr/>
              </p14:nvContentPartPr>
              <p14:xfrm>
                <a:off x="5332496" y="1846763"/>
                <a:ext cx="60480" cy="66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E29CC17-C137-424A-A84B-45C45405034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23046" y="1837069"/>
                  <a:ext cx="79002" cy="860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505E02-9A93-4D1A-A45D-76FA3B039891}"/>
                    </a:ext>
                  </a:extLst>
                </p14:cNvPr>
                <p14:cNvContentPartPr/>
                <p14:nvPr/>
              </p14:nvContentPartPr>
              <p14:xfrm>
                <a:off x="5333576" y="1894643"/>
                <a:ext cx="584280" cy="268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505E02-9A93-4D1A-A45D-76FA3B03989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24091" y="1884560"/>
                  <a:ext cx="602871" cy="2879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88C0395-1AC4-4EE9-8194-61B51F08754B}"/>
                    </a:ext>
                  </a:extLst>
                </p14:cNvPr>
                <p14:cNvContentPartPr/>
                <p14:nvPr/>
              </p14:nvContentPartPr>
              <p14:xfrm>
                <a:off x="5852336" y="2110643"/>
                <a:ext cx="108720" cy="144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88C0395-1AC4-4EE9-8194-61B51F08754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43213" y="2100962"/>
                  <a:ext cx="127347" cy="1637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B7A7809-5CB7-4F63-999F-1C873E909AEA}"/>
                    </a:ext>
                  </a:extLst>
                </p14:cNvPr>
                <p14:cNvContentPartPr/>
                <p14:nvPr/>
              </p14:nvContentPartPr>
              <p14:xfrm>
                <a:off x="5857016" y="2084723"/>
                <a:ext cx="149400" cy="196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B7A7809-5CB7-4F63-999F-1C873E909AE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47536" y="2074630"/>
                  <a:ext cx="167980" cy="215981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A45DF2E2-99E6-4AAB-821B-3D442D96AC81}"/>
              </a:ext>
            </a:extLst>
          </p:cNvPr>
          <p:cNvCxnSpPr>
            <a:cxnSpLocks/>
          </p:cNvCxnSpPr>
          <p:nvPr/>
        </p:nvCxnSpPr>
        <p:spPr>
          <a:xfrm>
            <a:off x="4123368" y="5039517"/>
            <a:ext cx="2688533" cy="54453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E4C11955-39FA-409B-BB7F-19068D36E434}"/>
              </a:ext>
            </a:extLst>
          </p:cNvPr>
          <p:cNvCxnSpPr>
            <a:cxnSpLocks/>
            <a:stCxn id="48" idx="3"/>
            <a:endCxn id="37" idx="1"/>
          </p:cNvCxnSpPr>
          <p:nvPr/>
        </p:nvCxnSpPr>
        <p:spPr>
          <a:xfrm flipV="1">
            <a:off x="6440686" y="5587769"/>
            <a:ext cx="384341" cy="52558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4E344A32-078F-46C8-92BA-E6FA3A523D53}"/>
              </a:ext>
            </a:extLst>
          </p:cNvPr>
          <p:cNvCxnSpPr>
            <a:cxnSpLocks/>
            <a:stCxn id="47" idx="3"/>
            <a:endCxn id="37" idx="1"/>
          </p:cNvCxnSpPr>
          <p:nvPr/>
        </p:nvCxnSpPr>
        <p:spPr>
          <a:xfrm>
            <a:off x="6143862" y="5122694"/>
            <a:ext cx="681165" cy="46507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D4D40BDD-7CD4-4F85-9DFE-8C7328C8E02C}"/>
                  </a:ext>
                </a:extLst>
              </p:cNvPr>
              <p:cNvSpPr/>
              <p:nvPr/>
            </p:nvSpPr>
            <p:spPr>
              <a:xfrm>
                <a:off x="3633593" y="4005879"/>
                <a:ext cx="3171971" cy="77139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</a:rPr>
                  <a:t>Can be expressed as: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sup>
                    </m:sSup>
                    <m:d>
                      <m:d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IE" dirty="0"/>
              </a:p>
            </p:txBody>
          </p:sp>
        </mc:Choice>
        <mc:Fallback xmlns=""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D4D40BDD-7CD4-4F85-9DFE-8C7328C8E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593" y="4005879"/>
                <a:ext cx="3171971" cy="771394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EC442F5-6B19-4A31-B177-87E6530F4EFA}"/>
              </a:ext>
            </a:extLst>
          </p:cNvPr>
          <p:cNvSpPr/>
          <p:nvPr/>
        </p:nvSpPr>
        <p:spPr>
          <a:xfrm>
            <a:off x="7520635" y="4051925"/>
            <a:ext cx="1337551" cy="361070"/>
          </a:xfrm>
          <a:prstGeom prst="rect">
            <a:avLst/>
          </a:prstGeom>
          <a:solidFill>
            <a:srgbClr val="0070C0">
              <a:alpha val="3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C7BB058-4EFF-4A89-B175-9B8CAA829452}"/>
              </a:ext>
            </a:extLst>
          </p:cNvPr>
          <p:cNvSpPr/>
          <p:nvPr/>
        </p:nvSpPr>
        <p:spPr>
          <a:xfrm>
            <a:off x="8875622" y="4051925"/>
            <a:ext cx="2265129" cy="361070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CDEBAA1-BC93-4BE3-A71A-B293A00D68F8}"/>
              </a:ext>
            </a:extLst>
          </p:cNvPr>
          <p:cNvSpPr/>
          <p:nvPr/>
        </p:nvSpPr>
        <p:spPr>
          <a:xfrm>
            <a:off x="6893034" y="5401918"/>
            <a:ext cx="2265129" cy="361070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41682F-20C3-4FB7-8DA9-F03ECCBDEBB1}"/>
              </a:ext>
            </a:extLst>
          </p:cNvPr>
          <p:cNvSpPr/>
          <p:nvPr/>
        </p:nvSpPr>
        <p:spPr>
          <a:xfrm>
            <a:off x="6899003" y="4831224"/>
            <a:ext cx="1337551" cy="361070"/>
          </a:xfrm>
          <a:prstGeom prst="rect">
            <a:avLst/>
          </a:prstGeom>
          <a:solidFill>
            <a:srgbClr val="0070C0">
              <a:alpha val="3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7E1FA5-6BBE-44AB-9DC1-732354325356}"/>
              </a:ext>
            </a:extLst>
          </p:cNvPr>
          <p:cNvGrpSpPr/>
          <p:nvPr/>
        </p:nvGrpSpPr>
        <p:grpSpPr>
          <a:xfrm>
            <a:off x="4122065" y="5044406"/>
            <a:ext cx="370345" cy="369332"/>
            <a:chOff x="4122065" y="5044406"/>
            <a:chExt cx="370345" cy="3693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390EE41-CA6C-42CC-90A8-9C80DB9C2000}"/>
                </a:ext>
              </a:extLst>
            </p:cNvPr>
            <p:cNvSpPr/>
            <p:nvPr/>
          </p:nvSpPr>
          <p:spPr>
            <a:xfrm>
              <a:off x="4400621" y="5181949"/>
              <a:ext cx="91789" cy="765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DC290A4-446A-48B4-B210-71CDCAB4B68B}"/>
                </a:ext>
              </a:extLst>
            </p:cNvPr>
            <p:cNvSpPr txBox="1"/>
            <p:nvPr/>
          </p:nvSpPr>
          <p:spPr>
            <a:xfrm>
              <a:off x="4122065" y="5044406"/>
              <a:ext cx="3478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E" b="1" i="1" dirty="0"/>
                <a:t>J</a:t>
              </a:r>
              <a:endParaRPr lang="en-IE" dirty="0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349CC22-D53E-4DAE-A883-A2D9E1330298}"/>
              </a:ext>
            </a:extLst>
          </p:cNvPr>
          <p:cNvGrpSpPr/>
          <p:nvPr/>
        </p:nvGrpSpPr>
        <p:grpSpPr>
          <a:xfrm>
            <a:off x="4878532" y="5016844"/>
            <a:ext cx="1490235" cy="1282855"/>
            <a:chOff x="4878532" y="5016844"/>
            <a:chExt cx="1490235" cy="128285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1748A0B-9724-476C-9709-CC01D0024224}"/>
                </a:ext>
              </a:extLst>
            </p:cNvPr>
            <p:cNvSpPr txBox="1"/>
            <p:nvPr/>
          </p:nvSpPr>
          <p:spPr>
            <a:xfrm>
              <a:off x="4878532" y="5016844"/>
              <a:ext cx="527794" cy="3152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IE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IE" i="1" baseline="-25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abs</a:t>
              </a:r>
              <a:endParaRPr lang="en-IE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1BB5D39-D730-44BA-A162-FF73D6034E4C}"/>
                    </a:ext>
                  </a:extLst>
                </p14:cNvPr>
                <p14:cNvContentPartPr/>
                <p14:nvPr/>
              </p14:nvContentPartPr>
              <p14:xfrm>
                <a:off x="5222887" y="5075339"/>
                <a:ext cx="288000" cy="545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1BB5D39-D730-44BA-A162-FF73D6034E4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05247" y="5057339"/>
                  <a:ext cx="32364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C8652F7-5FAE-4603-B5F0-AD9E5E4E218D}"/>
                    </a:ext>
                  </a:extLst>
                </p14:cNvPr>
                <p14:cNvContentPartPr/>
                <p14:nvPr/>
              </p14:nvContentPartPr>
              <p14:xfrm>
                <a:off x="5344927" y="6005219"/>
                <a:ext cx="893160" cy="142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C8652F7-5FAE-4603-B5F0-AD9E5E4E218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326927" y="5987219"/>
                  <a:ext cx="928800" cy="1778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C2644182-6203-4F45-AA43-AB37AC810A75}"/>
                </a:ext>
              </a:extLst>
            </p:cNvPr>
            <p:cNvGrpSpPr/>
            <p:nvPr/>
          </p:nvGrpSpPr>
          <p:grpSpPr>
            <a:xfrm>
              <a:off x="5295247" y="5643779"/>
              <a:ext cx="1073520" cy="655920"/>
              <a:chOff x="5295247" y="5643779"/>
              <a:chExt cx="1073520" cy="655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5">
                <p14:nvContentPartPr>
                  <p14:cNvPr id="62" name="Ink 61">
                    <a:extLst>
                      <a:ext uri="{FF2B5EF4-FFF2-40B4-BE49-F238E27FC236}">
                        <a16:creationId xmlns:a16="http://schemas.microsoft.com/office/drawing/2014/main" id="{DBAC4457-7C7B-4E12-AD1A-BE5CF35DFC36}"/>
                      </a:ext>
                    </a:extLst>
                  </p14:cNvPr>
                  <p14:cNvContentPartPr/>
                  <p14:nvPr/>
                </p14:nvContentPartPr>
                <p14:xfrm>
                  <a:off x="5295247" y="5643779"/>
                  <a:ext cx="80640" cy="80640"/>
                </p14:xfrm>
              </p:contentPart>
            </mc:Choice>
            <mc:Fallback xmlns=""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DBAC4457-7C7B-4E12-AD1A-BE5CF35DFC36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5277247" y="5625779"/>
                    <a:ext cx="116280" cy="11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">
                <p14:nvContentPartPr>
                  <p14:cNvPr id="63" name="Ink 62">
                    <a:extLst>
                      <a:ext uri="{FF2B5EF4-FFF2-40B4-BE49-F238E27FC236}">
                        <a16:creationId xmlns:a16="http://schemas.microsoft.com/office/drawing/2014/main" id="{696B7A94-C5F6-45BF-8F21-0C595B426DD0}"/>
                      </a:ext>
                    </a:extLst>
                  </p14:cNvPr>
                  <p14:cNvContentPartPr/>
                  <p14:nvPr/>
                </p14:nvContentPartPr>
                <p14:xfrm>
                  <a:off x="5456167" y="5804699"/>
                  <a:ext cx="45000" cy="45000"/>
                </p14:xfrm>
              </p:contentPart>
            </mc:Choice>
            <mc:Fallback xmlns="">
              <p:pic>
                <p:nvPicPr>
                  <p:cNvPr id="63" name="Ink 62">
                    <a:extLst>
                      <a:ext uri="{FF2B5EF4-FFF2-40B4-BE49-F238E27FC236}">
                        <a16:creationId xmlns:a16="http://schemas.microsoft.com/office/drawing/2014/main" id="{696B7A94-C5F6-45BF-8F21-0C595B426DD0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5438167" y="5787059"/>
                    <a:ext cx="80640" cy="80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">
                <p14:nvContentPartPr>
                  <p14:cNvPr id="64" name="Ink 63">
                    <a:extLst>
                      <a:ext uri="{FF2B5EF4-FFF2-40B4-BE49-F238E27FC236}">
                        <a16:creationId xmlns:a16="http://schemas.microsoft.com/office/drawing/2014/main" id="{F7E9E466-E938-4A68-8EC6-14C944D1A4F9}"/>
                      </a:ext>
                    </a:extLst>
                  </p14:cNvPr>
                  <p14:cNvContentPartPr/>
                  <p14:nvPr/>
                </p14:nvContentPartPr>
                <p14:xfrm>
                  <a:off x="5570647" y="5919539"/>
                  <a:ext cx="50400" cy="50400"/>
                </p14:xfrm>
              </p:contentPart>
            </mc:Choice>
            <mc:Fallback xmlns="">
              <p:pic>
                <p:nvPicPr>
                  <p:cNvPr id="64" name="Ink 63">
                    <a:extLst>
                      <a:ext uri="{FF2B5EF4-FFF2-40B4-BE49-F238E27FC236}">
                        <a16:creationId xmlns:a16="http://schemas.microsoft.com/office/drawing/2014/main" id="{F7E9E466-E938-4A68-8EC6-14C944D1A4F9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5553007" y="5901539"/>
                    <a:ext cx="86040" cy="86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1">
                <p14:nvContentPartPr>
                  <p14:cNvPr id="65" name="Ink 64">
                    <a:extLst>
                      <a:ext uri="{FF2B5EF4-FFF2-40B4-BE49-F238E27FC236}">
                        <a16:creationId xmlns:a16="http://schemas.microsoft.com/office/drawing/2014/main" id="{6C8E8DA6-3DA2-4952-B1F2-DD3F6994B729}"/>
                      </a:ext>
                    </a:extLst>
                  </p14:cNvPr>
                  <p14:cNvContentPartPr/>
                  <p14:nvPr/>
                </p14:nvContentPartPr>
                <p14:xfrm>
                  <a:off x="5684047" y="6032579"/>
                  <a:ext cx="15840" cy="15840"/>
                </p14:xfrm>
              </p:contentPart>
            </mc:Choice>
            <mc:Fallback xmlns="">
              <p:pic>
                <p:nvPicPr>
                  <p:cNvPr id="65" name="Ink 64">
                    <a:extLst>
                      <a:ext uri="{FF2B5EF4-FFF2-40B4-BE49-F238E27FC236}">
                        <a16:creationId xmlns:a16="http://schemas.microsoft.com/office/drawing/2014/main" id="{6C8E8DA6-3DA2-4952-B1F2-DD3F6994B729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5666047" y="6014939"/>
                    <a:ext cx="51480" cy="51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B981715E-5710-4986-893D-DBFF83AF1145}"/>
                      </a:ext>
                    </a:extLst>
                  </p14:cNvPr>
                  <p14:cNvContentPartPr/>
                  <p14:nvPr/>
                </p14:nvContentPartPr>
                <p14:xfrm>
                  <a:off x="5668567" y="6032219"/>
                  <a:ext cx="700200" cy="267480"/>
                </p14:xfrm>
              </p:contentPart>
            </mc:Choice>
            <mc:Fallback xmlns=""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B981715E-5710-4986-893D-DBFF83AF1145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5650567" y="6014219"/>
                    <a:ext cx="735840" cy="30312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03A47BF-A233-4542-AB89-AAE60CC5545B}"/>
                    </a:ext>
                  </a:extLst>
                </p14:cNvPr>
                <p14:cNvContentPartPr/>
                <p14:nvPr/>
              </p14:nvContentPartPr>
              <p14:xfrm>
                <a:off x="5415127" y="5235179"/>
                <a:ext cx="90360" cy="21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03A47BF-A233-4542-AB89-AAE60CC5545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410807" y="5230859"/>
                  <a:ext cx="99000" cy="2988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CC591E62-C5BE-4BB1-92D8-4BC450A5F380}"/>
                </a:ext>
              </a:extLst>
            </p:cNvPr>
            <p:cNvGrpSpPr/>
            <p:nvPr/>
          </p:nvGrpSpPr>
          <p:grpSpPr>
            <a:xfrm>
              <a:off x="4986367" y="5149499"/>
              <a:ext cx="1155960" cy="313560"/>
              <a:chOff x="4986367" y="5149499"/>
              <a:chExt cx="1155960" cy="313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35E4D063-743F-47BC-812B-3EB4B6001BDD}"/>
                      </a:ext>
                    </a:extLst>
                  </p14:cNvPr>
                  <p14:cNvContentPartPr/>
                  <p14:nvPr/>
                </p14:nvContentPartPr>
                <p14:xfrm>
                  <a:off x="4986367" y="5313659"/>
                  <a:ext cx="179280" cy="41760"/>
                </p14:xfrm>
              </p:contentPart>
            </mc:Choice>
            <mc:Fallback xmlns=""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35E4D063-743F-47BC-812B-3EB4B6001BDD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4982047" y="5309339"/>
                    <a:ext cx="187920" cy="50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1C7F54C3-4A65-4E42-984D-30449084D0E5}"/>
                      </a:ext>
                    </a:extLst>
                  </p14:cNvPr>
                  <p14:cNvContentPartPr/>
                  <p14:nvPr/>
                </p14:nvContentPartPr>
                <p14:xfrm>
                  <a:off x="5232607" y="5273339"/>
                  <a:ext cx="107280" cy="2520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1C7F54C3-4A65-4E42-984D-30449084D0E5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5228287" y="5269019"/>
                    <a:ext cx="115920" cy="3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151" name="Ink 150">
                    <a:extLst>
                      <a:ext uri="{FF2B5EF4-FFF2-40B4-BE49-F238E27FC236}">
                        <a16:creationId xmlns:a16="http://schemas.microsoft.com/office/drawing/2014/main" id="{7D8BB6A5-A7FD-42AD-82AB-CA6C677349D7}"/>
                      </a:ext>
                    </a:extLst>
                  </p14:cNvPr>
                  <p14:cNvContentPartPr/>
                  <p14:nvPr/>
                </p14:nvContentPartPr>
                <p14:xfrm>
                  <a:off x="5483887" y="5149499"/>
                  <a:ext cx="658440" cy="313560"/>
                </p14:xfrm>
              </p:contentPart>
            </mc:Choice>
            <mc:Fallback xmlns="">
              <p:pic>
                <p:nvPicPr>
                  <p:cNvPr id="151" name="Ink 150">
                    <a:extLst>
                      <a:ext uri="{FF2B5EF4-FFF2-40B4-BE49-F238E27FC236}">
                        <a16:creationId xmlns:a16="http://schemas.microsoft.com/office/drawing/2014/main" id="{7D8BB6A5-A7FD-42AD-82AB-CA6C677349D7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5465887" y="5131859"/>
                    <a:ext cx="694080" cy="3492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D8F6E6D1-725C-4375-80AC-A7A55370B6DB}"/>
              </a:ext>
            </a:extLst>
          </p:cNvPr>
          <p:cNvGrpSpPr/>
          <p:nvPr/>
        </p:nvGrpSpPr>
        <p:grpSpPr>
          <a:xfrm>
            <a:off x="5027857" y="4810537"/>
            <a:ext cx="347823" cy="419464"/>
            <a:chOff x="5019064" y="2356112"/>
            <a:chExt cx="347823" cy="419464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729A2D3F-B5A7-41A6-85E6-67051C5861B0}"/>
                </a:ext>
              </a:extLst>
            </p:cNvPr>
            <p:cNvSpPr/>
            <p:nvPr/>
          </p:nvSpPr>
          <p:spPr>
            <a:xfrm>
              <a:off x="5157088" y="2698986"/>
              <a:ext cx="91789" cy="765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0AC1BEB0-4F8A-405D-926C-4980A8413E33}"/>
                </a:ext>
              </a:extLst>
            </p:cNvPr>
            <p:cNvSpPr txBox="1"/>
            <p:nvPr/>
          </p:nvSpPr>
          <p:spPr>
            <a:xfrm>
              <a:off x="5019064" y="2356112"/>
              <a:ext cx="3478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E" b="1" i="1" dirty="0"/>
                <a:t>J</a:t>
              </a:r>
              <a:endParaRPr lang="en-IE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BB33C98B-FBBB-4A96-969F-90D68C65E4E1}"/>
              </a:ext>
            </a:extLst>
          </p:cNvPr>
          <p:cNvGrpSpPr/>
          <p:nvPr/>
        </p:nvGrpSpPr>
        <p:grpSpPr>
          <a:xfrm>
            <a:off x="5020077" y="5829286"/>
            <a:ext cx="370345" cy="369332"/>
            <a:chOff x="4122065" y="5044406"/>
            <a:chExt cx="370345" cy="369332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B3940336-04D7-441E-9711-B4CB5E36FE27}"/>
                </a:ext>
              </a:extLst>
            </p:cNvPr>
            <p:cNvSpPr/>
            <p:nvPr/>
          </p:nvSpPr>
          <p:spPr>
            <a:xfrm>
              <a:off x="4400621" y="5181949"/>
              <a:ext cx="91789" cy="765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8549D73A-1F98-4F4B-926F-F76C7AFD04F8}"/>
                </a:ext>
              </a:extLst>
            </p:cNvPr>
            <p:cNvSpPr txBox="1"/>
            <p:nvPr/>
          </p:nvSpPr>
          <p:spPr>
            <a:xfrm>
              <a:off x="4122065" y="5044406"/>
              <a:ext cx="3478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E" b="1" i="1" dirty="0"/>
                <a:t>J</a:t>
              </a:r>
              <a:endParaRPr lang="en-IE" dirty="0"/>
            </a:p>
          </p:txBody>
        </p:sp>
      </p:grpSp>
    </p:spTree>
    <p:extLst>
      <p:ext uri="{BB962C8B-B14F-4D97-AF65-F5344CB8AC3E}">
        <p14:creationId xmlns:p14="http://schemas.microsoft.com/office/powerpoint/2010/main" val="303985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uiExpand="1" build="p" animBg="1"/>
      <p:bldP spid="38" grpId="0" animBg="1"/>
      <p:bldP spid="140" grpId="0"/>
      <p:bldP spid="142" grpId="0" animBg="1"/>
      <p:bldP spid="160" grpId="0" animBg="1"/>
      <p:bldP spid="3" grpId="0" animBg="1"/>
      <p:bldP spid="66" grpId="0" animBg="1"/>
      <p:bldP spid="67" grpId="0" animBg="1"/>
      <p:bldP spid="6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2EE2-43D5-45C6-922D-5EB502B9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200" dirty="0">
                <a:solidFill>
                  <a:schemeClr val="bg1"/>
                </a:solidFill>
              </a:rPr>
              <a:t>Fleming-</a:t>
            </a:r>
            <a:r>
              <a:rPr lang="en-IE" sz="3200" dirty="0" err="1">
                <a:solidFill>
                  <a:schemeClr val="bg1"/>
                </a:solidFill>
              </a:rPr>
              <a:t>Viot</a:t>
            </a:r>
            <a:r>
              <a:rPr lang="en-IE" sz="3200" dirty="0">
                <a:solidFill>
                  <a:srgbClr val="00B050"/>
                </a:solidFill>
              </a:rPr>
              <a:t> </a:t>
            </a:r>
            <a:r>
              <a:rPr lang="en-IE" sz="3200" dirty="0"/>
              <a:t>estimator of </a:t>
            </a:r>
            <a:r>
              <a:rPr lang="en-IE" sz="3200" b="1" i="1" dirty="0">
                <a:solidFill>
                  <a:srgbClr val="7030A0"/>
                </a:solidFill>
              </a:rPr>
              <a:t>p</a:t>
            </a:r>
            <a:r>
              <a:rPr lang="en-IE" sz="3200" b="1" i="1" baseline="30000" dirty="0">
                <a:solidFill>
                  <a:srgbClr val="7030A0"/>
                </a:solidFill>
                <a:sym typeface="Symbol" panose="05050102010706020507" pitchFamily="18" charset="2"/>
              </a:rPr>
              <a:t></a:t>
            </a:r>
            <a:r>
              <a:rPr lang="en-IE" sz="3200" b="1" dirty="0">
                <a:solidFill>
                  <a:srgbClr val="7030A0"/>
                </a:solidFill>
              </a:rPr>
              <a:t>(</a:t>
            </a:r>
            <a:r>
              <a:rPr lang="en-IE" sz="3200" b="1" i="1" dirty="0">
                <a:solidFill>
                  <a:srgbClr val="7030A0"/>
                </a:solidFill>
              </a:rPr>
              <a:t>x</a:t>
            </a:r>
            <a:r>
              <a:rPr lang="en-IE" sz="3200" b="1" dirty="0">
                <a:solidFill>
                  <a:srgbClr val="7030A0"/>
                </a:solidFill>
              </a:rPr>
              <a:t>)</a:t>
            </a:r>
            <a:r>
              <a:rPr lang="en-IE" sz="3200" dirty="0"/>
              <a:t> requires the </a:t>
            </a:r>
            <a:r>
              <a:rPr lang="en-IE" sz="3200" u="sng" dirty="0"/>
              <a:t>estimation of </a:t>
            </a:r>
            <a:r>
              <a:rPr lang="en-IE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E" sz="3200" u="sng" dirty="0"/>
              <a:t> quantities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BCC93-B65A-48C2-A74E-76A11385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F7A39-FA22-4FE3-ACE2-8784B355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D1F9F-2267-4E39-B4CC-CAE64583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r>
              <a:rPr lang="en-US" dirty="0"/>
              <a:t> / 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0B6C4BE-315C-4DA0-95F9-10F354EC3B43}"/>
                  </a:ext>
                </a:extLst>
              </p:cNvPr>
              <p:cNvSpPr/>
              <p:nvPr/>
            </p:nvSpPr>
            <p:spPr>
              <a:xfrm>
                <a:off x="3566099" y="2120920"/>
                <a:ext cx="6538954" cy="99815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IE" b="1" dirty="0">
                    <a:solidFill>
                      <a:srgbClr val="C00000"/>
                    </a:solidFill>
                  </a:rPr>
                  <a:t>1) Expected return time to </a:t>
                </a:r>
                <a:r>
                  <a:rPr lang="en-IE" b="1" i="1" dirty="0">
                    <a:solidFill>
                      <a:srgbClr val="C00000"/>
                    </a:solidFill>
                  </a:rPr>
                  <a:t>J</a:t>
                </a:r>
                <a:r>
                  <a:rPr lang="en-IE" b="1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 </a:t>
                </a:r>
                <a:r>
                  <a:rPr lang="en-IE" b="1" dirty="0">
                    <a:solidFill>
                      <a:srgbClr val="C00000"/>
                    </a:solidFill>
                  </a:rPr>
                  <a:t>1 under </a:t>
                </a:r>
                <a:r>
                  <a:rPr lang="en-IE" b="1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</a:t>
                </a:r>
                <a:endParaRPr lang="en-IE" b="1" i="1" dirty="0">
                  <a:solidFill>
                    <a:srgbClr val="C00000"/>
                  </a:solidFill>
                </a:endParaRPr>
              </a:p>
              <a:p>
                <a:r>
                  <a:rPr lang="en-IE" b="1" dirty="0">
                    <a:solidFill>
                      <a:srgbClr val="0070C0"/>
                    </a:solidFill>
                  </a:rPr>
                  <a:t>2)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E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E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sub>
                      <m:sup>
                        <m: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</m:sup>
                    </m:sSubSup>
                    <m:d>
                      <m:dPr>
                        <m:ctrlP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E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IE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𝒂𝒃𝒔</m:t>
                            </m:r>
                          </m:sub>
                        </m:sSub>
                        <m: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IE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IE" b="1" dirty="0">
                    <a:solidFill>
                      <a:srgbClr val="0070C0"/>
                    </a:solidFill>
                  </a:rPr>
                  <a:t>Survival distribution of “Time until absorption”</a:t>
                </a:r>
                <a:endParaRPr lang="en-IE" dirty="0"/>
              </a:p>
              <a:p>
                <a:pPr>
                  <a:lnSpc>
                    <a:spcPts val="2400"/>
                  </a:lnSpc>
                </a:pPr>
                <a:r>
                  <a:rPr lang="en-IE" b="1" dirty="0">
                    <a:solidFill>
                      <a:srgbClr val="7030A0"/>
                    </a:solidFill>
                  </a:rPr>
                  <a:t>3)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sub>
                      <m:sup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</m:sup>
                    </m:sSubSup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𝒂𝒃𝒔</m:t>
                        </m:r>
                      </m:sub>
                    </m:sSub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b="1" dirty="0">
                    <a:solidFill>
                      <a:srgbClr val="7030A0"/>
                    </a:solidFill>
                  </a:rPr>
                  <a:t>: State distribution while not absorbed.</a:t>
                </a: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0B6C4BE-315C-4DA0-95F9-10F354EC3B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099" y="2120920"/>
                <a:ext cx="6538954" cy="998158"/>
              </a:xfrm>
              <a:prstGeom prst="rect">
                <a:avLst/>
              </a:prstGeom>
              <a:blipFill>
                <a:blip r:embed="rId2"/>
                <a:stretch>
                  <a:fillRect l="-744" t="-4217" r="-558" b="-54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C5214D1-4C8F-49D6-8097-060E9AAF32D6}"/>
                  </a:ext>
                </a:extLst>
              </p:cNvPr>
              <p:cNvSpPr txBox="1"/>
              <p:nvPr/>
            </p:nvSpPr>
            <p:spPr>
              <a:xfrm>
                <a:off x="4878916" y="809228"/>
                <a:ext cx="5824440" cy="79649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E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sup>
                      </m:sSup>
                      <m:r>
                        <a:rPr lang="en-IE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E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E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en-IE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sub>
                                <m:sup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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E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E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IE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𝒂𝒃𝒔</m:t>
                                      </m:r>
                                    </m:sub>
                                  </m:sSub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sub>
                                <m:sup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</m:t>
                                  </m:r>
                                </m:sup>
                              </m:sSubSup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d>
                                <m:dPr>
                                  <m:ctrlP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𝒂𝒃𝒔</m:t>
                                  </m:r>
                                </m:sub>
                              </m:sSub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num>
                        <m:den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𝐄𝐱𝐩𝐞𝐜𝐭𝐞𝐝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𝐫𝐞𝐭𝐮𝐫𝐧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𝐭𝐢𝐦𝐞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𝐭𝐨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</m:t>
                          </m:r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𝐮𝐧𝐝𝐞𝐫</m:t>
                          </m:r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den>
                      </m:f>
                    </m:oMath>
                  </m:oMathPara>
                </a14:m>
                <a:endParaRPr lang="en-IE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C5214D1-4C8F-49D6-8097-060E9AAF3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916" y="809228"/>
                <a:ext cx="5824440" cy="7964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5A500606-9C0C-48D5-9036-84D798A4CDCB}"/>
              </a:ext>
            </a:extLst>
          </p:cNvPr>
          <p:cNvSpPr txBox="1"/>
          <p:nvPr/>
        </p:nvSpPr>
        <p:spPr>
          <a:xfrm>
            <a:off x="3762199" y="1702387"/>
            <a:ext cx="7980610" cy="348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dirty="0"/>
              <a:t>Need to </a:t>
            </a:r>
            <a:r>
              <a:rPr lang="en-IE" b="1" dirty="0"/>
              <a:t>ESTIMATE</a:t>
            </a:r>
            <a:r>
              <a:rPr lang="en-IE" dirty="0"/>
              <a:t>:</a:t>
            </a:r>
            <a:endParaRPr lang="en-IE" b="1" dirty="0">
              <a:solidFill>
                <a:srgbClr val="00B05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C186EC1-6A15-4526-8D9F-C951F3457DAF}"/>
              </a:ext>
            </a:extLst>
          </p:cNvPr>
          <p:cNvGrpSpPr/>
          <p:nvPr/>
        </p:nvGrpSpPr>
        <p:grpSpPr>
          <a:xfrm>
            <a:off x="3739476" y="326974"/>
            <a:ext cx="7980610" cy="348610"/>
            <a:chOff x="3739476" y="373628"/>
            <a:chExt cx="7980610" cy="348610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E041679-0A15-4698-8085-F5CB2CD99701}"/>
                </a:ext>
              </a:extLst>
            </p:cNvPr>
            <p:cNvSpPr txBox="1"/>
            <p:nvPr/>
          </p:nvSpPr>
          <p:spPr>
            <a:xfrm>
              <a:off x="3739476" y="373628"/>
              <a:ext cx="7980610" cy="348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IE" dirty="0"/>
                <a:t>For states </a:t>
              </a:r>
              <a:r>
                <a:rPr lang="en-IE" b="1" i="1" dirty="0"/>
                <a:t>x</a:t>
              </a:r>
              <a:r>
                <a:rPr lang="en-IE" dirty="0"/>
                <a:t> </a:t>
              </a:r>
              <a:r>
                <a:rPr lang="en-IE" u="sng" dirty="0"/>
                <a:t>outside</a:t>
              </a:r>
              <a:r>
                <a:rPr lang="en-IE" dirty="0"/>
                <a:t> </a:t>
              </a:r>
              <a:r>
                <a:rPr lang="en-IE" dirty="0">
                  <a:latin typeface="Lucida Calligraphy" panose="03010101010101010101" pitchFamily="66" charset="0"/>
                </a:rPr>
                <a:t>A</a:t>
              </a:r>
              <a:endParaRPr lang="en-IE" b="1" dirty="0">
                <a:solidFill>
                  <a:srgbClr val="00B050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25D7C3F-FA98-457A-9231-7C3AA43A17F8}"/>
                </a:ext>
              </a:extLst>
            </p:cNvPr>
            <p:cNvSpPr/>
            <p:nvPr/>
          </p:nvSpPr>
          <p:spPr>
            <a:xfrm>
              <a:off x="8528179" y="411801"/>
              <a:ext cx="298579" cy="2801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AC721964-D1EF-4213-AE5F-C4AD922925B8}"/>
              </a:ext>
            </a:extLst>
          </p:cNvPr>
          <p:cNvSpPr/>
          <p:nvPr/>
        </p:nvSpPr>
        <p:spPr>
          <a:xfrm>
            <a:off x="4508492" y="3493892"/>
            <a:ext cx="7070798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E" dirty="0"/>
              <a:t>The </a:t>
            </a:r>
            <a:r>
              <a:rPr lang="en-IE" b="1" dirty="0"/>
              <a:t>implementation is more complex </a:t>
            </a:r>
            <a:r>
              <a:rPr lang="en-IE" dirty="0"/>
              <a:t>than the usual uninformed estimation of </a:t>
            </a:r>
            <a:r>
              <a:rPr lang="en-IE" b="1" i="1" dirty="0">
                <a:solidFill>
                  <a:srgbClr val="7030A0"/>
                </a:solidFill>
              </a:rPr>
              <a:t>p</a:t>
            </a:r>
            <a:r>
              <a:rPr lang="en-IE" b="1" i="1" baseline="30000" dirty="0">
                <a:solidFill>
                  <a:srgbClr val="7030A0"/>
                </a:solidFill>
                <a:sym typeface="Symbol" panose="05050102010706020507" pitchFamily="18" charset="2"/>
              </a:rPr>
              <a:t></a:t>
            </a:r>
            <a:r>
              <a:rPr lang="en-IE" b="1" dirty="0">
                <a:solidFill>
                  <a:srgbClr val="7030A0"/>
                </a:solidFill>
              </a:rPr>
              <a:t>(</a:t>
            </a:r>
            <a:r>
              <a:rPr lang="en-IE" b="1" i="1" dirty="0">
                <a:solidFill>
                  <a:srgbClr val="7030A0"/>
                </a:solidFill>
              </a:rPr>
              <a:t>x</a:t>
            </a:r>
            <a:r>
              <a:rPr lang="en-IE" b="1" dirty="0">
                <a:solidFill>
                  <a:srgbClr val="7030A0"/>
                </a:solidFill>
              </a:rPr>
              <a:t>)</a:t>
            </a:r>
            <a:r>
              <a:rPr lang="en-IE" dirty="0"/>
              <a:t> but is able to reach rarely visited states faster...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98C81AB-A83B-4960-A18F-235FA318DC97}"/>
              </a:ext>
            </a:extLst>
          </p:cNvPr>
          <p:cNvSpPr/>
          <p:nvPr/>
        </p:nvSpPr>
        <p:spPr>
          <a:xfrm>
            <a:off x="4508492" y="4675497"/>
            <a:ext cx="7070798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E" dirty="0"/>
              <a:t>… and it pays off in terms of </a:t>
            </a:r>
            <a:r>
              <a:rPr lang="en-IE" b="1" dirty="0">
                <a:solidFill>
                  <a:srgbClr val="00B050"/>
                </a:solidFill>
              </a:rPr>
              <a:t>sample efficiency</a:t>
            </a:r>
            <a:r>
              <a:rPr lang="en-IE" dirty="0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402222-1458-447A-B2F2-EA3F01FEDB22}"/>
              </a:ext>
            </a:extLst>
          </p:cNvPr>
          <p:cNvSpPr/>
          <p:nvPr/>
        </p:nvSpPr>
        <p:spPr>
          <a:xfrm>
            <a:off x="4508492" y="5647690"/>
            <a:ext cx="7070798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E" b="1" dirty="0"/>
              <a:t>IMPORTANT: </a:t>
            </a:r>
            <a:r>
              <a:rPr lang="en-IE" dirty="0"/>
              <a:t>Trajectories are obtained from SIMULATION of the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719B4-7D2A-43D8-A381-BE99752124E9}"/>
              </a:ext>
            </a:extLst>
          </p:cNvPr>
          <p:cNvSpPr txBox="1"/>
          <p:nvPr/>
        </p:nvSpPr>
        <p:spPr>
          <a:xfrm>
            <a:off x="10119230" y="2164700"/>
            <a:ext cx="1977719" cy="5583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1600" dirty="0">
                <a:solidFill>
                  <a:srgbClr val="C00000"/>
                </a:solidFill>
              </a:rPr>
              <a:t>(moment estimator)</a:t>
            </a:r>
          </a:p>
          <a:p>
            <a:pPr algn="ctr"/>
            <a:r>
              <a:rPr lang="en-IE" sz="1600" dirty="0">
                <a:solidFill>
                  <a:srgbClr val="0070C0"/>
                </a:solidFill>
              </a:rPr>
              <a:t>(moment estimator)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1B6CAD-FD17-420E-B7C1-5F2E1DE964BF}"/>
              </a:ext>
            </a:extLst>
          </p:cNvPr>
          <p:cNvSpPr txBox="1"/>
          <p:nvPr/>
        </p:nvSpPr>
        <p:spPr>
          <a:xfrm>
            <a:off x="10123715" y="2664871"/>
            <a:ext cx="1977719" cy="5583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1600" dirty="0">
                <a:solidFill>
                  <a:srgbClr val="7030A0"/>
                </a:solidFill>
              </a:rPr>
              <a:t>(Fleming-</a:t>
            </a:r>
            <a:r>
              <a:rPr lang="en-IE" sz="1600" dirty="0" err="1">
                <a:solidFill>
                  <a:srgbClr val="7030A0"/>
                </a:solidFill>
              </a:rPr>
              <a:t>Viot</a:t>
            </a:r>
            <a:endParaRPr lang="en-IE" sz="1600" dirty="0">
              <a:solidFill>
                <a:srgbClr val="7030A0"/>
              </a:solidFill>
            </a:endParaRPr>
          </a:p>
          <a:p>
            <a:pPr algn="ctr"/>
            <a:r>
              <a:rPr lang="en-IE" sz="1600" dirty="0">
                <a:solidFill>
                  <a:srgbClr val="7030A0"/>
                </a:solidFill>
              </a:rPr>
              <a:t>particle system)</a:t>
            </a:r>
          </a:p>
        </p:txBody>
      </p:sp>
    </p:spTree>
    <p:extLst>
      <p:ext uri="{BB962C8B-B14F-4D97-AF65-F5344CB8AC3E}">
        <p14:creationId xmlns:p14="http://schemas.microsoft.com/office/powerpoint/2010/main" val="8449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42" grpId="0" animBg="1"/>
      <p:bldP spid="80" grpId="0"/>
      <p:bldP spid="84" grpId="0" animBg="1"/>
      <p:bldP spid="85" grpId="0" animBg="1"/>
      <p:bldP spid="14" grpId="0" animBg="1"/>
      <p:bldP spid="3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52F2EE2-43D5-45C6-922D-5EB502B9A0B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2919" y="1123837"/>
                <a:ext cx="2947482" cy="4601183"/>
              </a:xfrm>
            </p:spPr>
            <p:txBody>
              <a:bodyPr>
                <a:normAutofit/>
              </a:bodyPr>
              <a:lstStyle/>
              <a:p>
                <a:r>
                  <a:rPr lang="en-IE" sz="2800" dirty="0"/>
                  <a:t>The </a:t>
                </a:r>
                <a:r>
                  <a:rPr lang="en-IE" sz="2800" dirty="0">
                    <a:solidFill>
                      <a:schemeClr val="bg1"/>
                    </a:solidFill>
                  </a:rPr>
                  <a:t>Fleming-</a:t>
                </a:r>
                <a:r>
                  <a:rPr lang="en-IE" sz="2800" dirty="0" err="1">
                    <a:solidFill>
                      <a:schemeClr val="bg1"/>
                    </a:solidFill>
                  </a:rPr>
                  <a:t>Viot</a:t>
                </a:r>
                <a:r>
                  <a:rPr lang="en-IE" sz="2800" dirty="0"/>
                  <a:t> particle system is used to estimate</a:t>
                </a:r>
                <a:br>
                  <a:rPr lang="en-IE" sz="2800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IE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E" sz="2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E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sub>
                      <m:sup>
                        <m:r>
                          <a:rPr lang="en-IE" sz="2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</m:sup>
                    </m:sSubSup>
                    <m:r>
                      <a:rPr lang="en-IE" sz="2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E" sz="2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IE" sz="2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sz="2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IE" sz="2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sz="2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E" sz="2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E" sz="2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2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IE" sz="20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𝒂𝒃𝒔</m:t>
                        </m:r>
                      </m:sub>
                    </m:sSub>
                    <m:r>
                      <a:rPr lang="en-IE" sz="2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E" sz="20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IE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IE" sz="2000" i="1" dirty="0">
                    <a:solidFill>
                      <a:schemeClr val="bg1"/>
                    </a:solidFill>
                  </a:rPr>
                  <a:t>(the state distribution conditioned to non-absorption)</a:t>
                </a:r>
                <a:endParaRPr lang="en-IE" sz="2800" i="1" u="sng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52F2EE2-43D5-45C6-922D-5EB502B9A0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2919" y="1123837"/>
                <a:ext cx="2947482" cy="4601183"/>
              </a:xfrm>
              <a:blipFill>
                <a:blip r:embed="rId2"/>
                <a:stretch>
                  <a:fillRect l="-4132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46">
                <a:extLst>
                  <a:ext uri="{FF2B5EF4-FFF2-40B4-BE49-F238E27FC236}">
                    <a16:creationId xmlns:a16="http://schemas.microsoft.com/office/drawing/2014/main" id="{C76AF5FF-ECCB-461E-AF7E-9E94A2C940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26667" y="2734259"/>
                <a:ext cx="8269853" cy="362631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E" dirty="0"/>
                  <a:t>The estimation </a:t>
                </a:r>
                <a:r>
                  <a:rPr lang="en-IE" dirty="0">
                    <a:sym typeface="Symbol" panose="05050102010706020507" pitchFamily="18" charset="2"/>
                  </a:rPr>
                  <a:t>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sub>
                      <m:sup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</m:sup>
                    </m:sSubSup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𝒂𝒃𝒔</m:t>
                        </m:r>
                      </m:sub>
                    </m:sSub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>
                    <a:solidFill>
                      <a:srgbClr val="7030A0"/>
                    </a:solidFill>
                  </a:rPr>
                  <a:t> </a:t>
                </a:r>
                <a:r>
                  <a:rPr lang="en-IE" dirty="0"/>
                  <a:t>(for each </a:t>
                </a:r>
                <a:r>
                  <a:rPr lang="en-IE" i="1" dirty="0"/>
                  <a:t>t</a:t>
                </a:r>
                <a:r>
                  <a:rPr lang="en-IE" dirty="0"/>
                  <a:t>)</a:t>
                </a:r>
                <a:r>
                  <a:rPr lang="en-IE" dirty="0">
                    <a:solidFill>
                      <a:srgbClr val="7030A0"/>
                    </a:solidFill>
                  </a:rPr>
                  <a:t> </a:t>
                </a:r>
                <a:r>
                  <a:rPr lang="en-IE" dirty="0"/>
                  <a:t>is </a:t>
                </a:r>
                <a:r>
                  <a:rPr lang="en-IE" u="sng" dirty="0"/>
                  <a:t>surprisingly simple</a:t>
                </a:r>
                <a:r>
                  <a:rPr lang="en-IE" dirty="0"/>
                  <a:t>.</a:t>
                </a:r>
                <a:endParaRPr lang="en-IE" b="1" dirty="0"/>
              </a:p>
              <a:p>
                <a:pPr marL="0" indent="0">
                  <a:buNone/>
                </a:pPr>
                <a:r>
                  <a:rPr lang="en-IE" dirty="0"/>
                  <a:t>Let </a:t>
                </a:r>
                <a:r>
                  <a:rPr lang="en-IE" i="1" dirty="0" err="1">
                    <a:solidFill>
                      <a:srgbClr val="7030A0"/>
                    </a:solidFill>
                  </a:rPr>
                  <a:t>m</a:t>
                </a:r>
                <a:r>
                  <a:rPr lang="en-IE" i="1" baseline="-25000" dirty="0" err="1">
                    <a:solidFill>
                      <a:srgbClr val="7030A0"/>
                    </a:solidFill>
                  </a:rPr>
                  <a:t>N,t</a:t>
                </a:r>
                <a:r>
                  <a:rPr lang="en-IE" i="1" dirty="0">
                    <a:solidFill>
                      <a:srgbClr val="7030A0"/>
                    </a:solidFill>
                  </a:rPr>
                  <a:t>(x)</a:t>
                </a:r>
                <a:r>
                  <a:rPr lang="en-IE" dirty="0">
                    <a:solidFill>
                      <a:srgbClr val="7030A0"/>
                    </a:solidFill>
                  </a:rPr>
                  <a:t> = “proportion of </a:t>
                </a:r>
                <a:r>
                  <a:rPr lang="en-IE" i="1" dirty="0">
                    <a:solidFill>
                      <a:srgbClr val="7030A0"/>
                    </a:solidFill>
                  </a:rPr>
                  <a:t>N </a:t>
                </a:r>
                <a:r>
                  <a:rPr lang="en-IE" dirty="0">
                    <a:solidFill>
                      <a:srgbClr val="7030A0"/>
                    </a:solidFill>
                  </a:rPr>
                  <a:t>particles in state </a:t>
                </a:r>
                <a:r>
                  <a:rPr lang="en-IE" i="1" dirty="0">
                    <a:solidFill>
                      <a:srgbClr val="7030A0"/>
                    </a:solidFill>
                  </a:rPr>
                  <a:t>x</a:t>
                </a:r>
                <a:r>
                  <a:rPr lang="en-IE" dirty="0">
                    <a:solidFill>
                      <a:srgbClr val="7030A0"/>
                    </a:solidFill>
                  </a:rPr>
                  <a:t> at time </a:t>
                </a:r>
                <a:r>
                  <a:rPr lang="en-IE" i="1" dirty="0">
                    <a:solidFill>
                      <a:srgbClr val="7030A0"/>
                    </a:solidFill>
                  </a:rPr>
                  <a:t>t</a:t>
                </a:r>
                <a:r>
                  <a:rPr lang="en-IE" dirty="0">
                    <a:solidFill>
                      <a:srgbClr val="7030A0"/>
                    </a:solidFill>
                  </a:rPr>
                  <a:t>”</a:t>
                </a:r>
                <a:r>
                  <a:rPr lang="en-IE" dirty="0"/>
                  <a:t>, then:</a:t>
                </a:r>
                <a:br>
                  <a:rPr lang="en-IE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sub>
                      <m:sup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</m:sup>
                    </m:sSubSup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𝒂𝒃𝒔</m:t>
                        </m:r>
                      </m:sub>
                    </m:sSub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IE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/>
                  <a:t> as </a:t>
                </a:r>
                <a14:m>
                  <m:oMath xmlns:m="http://schemas.openxmlformats.org/officeDocument/2006/math">
                    <m:r>
                      <a:rPr lang="en-I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IE" dirty="0"/>
                  <a:t> with error ~ </a:t>
                </a:r>
                <a:r>
                  <a:rPr lang="en-IE" dirty="0">
                    <a:latin typeface="Lucida Calligraphy" panose="03010101010101010101" pitchFamily="66" charset="0"/>
                    <a:cs typeface="Calibri" panose="020F0502020204030204" pitchFamily="34" charset="0"/>
                  </a:rPr>
                  <a:t>O</a:t>
                </a:r>
                <a:r>
                  <a:rPr lang="en-IE" dirty="0"/>
                  <a:t>(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E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E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rad>
                      </m:den>
                    </m:f>
                  </m:oMath>
                </a14:m>
                <a:r>
                  <a:rPr lang="en-IE" dirty="0"/>
                  <a:t>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E" sz="1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Asselah</a:t>
                </a:r>
                <a:r>
                  <a:rPr lang="en-IE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A.; Ferrari, P. A.; </a:t>
                </a:r>
                <a:r>
                  <a:rPr lang="en-IE" sz="1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Groisman</a:t>
                </a:r>
                <a:r>
                  <a:rPr lang="en-IE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P. (2011)</a:t>
                </a:r>
                <a:br>
                  <a:rPr lang="en-IE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IE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“</a:t>
                </a:r>
                <a:r>
                  <a:rPr lang="en-US" sz="1400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Quasistationary</a:t>
                </a:r>
                <a:r>
                  <a:rPr lang="en-US" sz="1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Distributions and Fleming-</a:t>
                </a:r>
                <a:r>
                  <a:rPr lang="en-US" sz="1400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Viot</a:t>
                </a:r>
                <a:r>
                  <a:rPr lang="en-US" sz="1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Processes in Finite Spaces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”</a:t>
                </a:r>
                <a:endParaRPr lang="en-IE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7" name="Content Placeholder 46">
                <a:extLst>
                  <a:ext uri="{FF2B5EF4-FFF2-40B4-BE49-F238E27FC236}">
                    <a16:creationId xmlns:a16="http://schemas.microsoft.com/office/drawing/2014/main" id="{C76AF5FF-ECCB-461E-AF7E-9E94A2C940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26667" y="2734259"/>
                <a:ext cx="8269853" cy="3626310"/>
              </a:xfrm>
              <a:blipFill>
                <a:blip r:embed="rId3"/>
                <a:stretch>
                  <a:fillRect l="-811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BCC93-B65A-48C2-A74E-76A11385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F7A39-FA22-4FE3-ACE2-8784B355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D1F9F-2267-4E39-B4CC-CAE64583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r>
              <a:rPr lang="en-US" dirty="0"/>
              <a:t> / 30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00D102E-1AC9-41B0-A4D0-B5966A344C1A}"/>
              </a:ext>
            </a:extLst>
          </p:cNvPr>
          <p:cNvGrpSpPr/>
          <p:nvPr/>
        </p:nvGrpSpPr>
        <p:grpSpPr>
          <a:xfrm>
            <a:off x="3804633" y="433228"/>
            <a:ext cx="3883791" cy="2220700"/>
            <a:chOff x="9309791" y="4810428"/>
            <a:chExt cx="2520000" cy="153000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26901F2-C842-4DAC-A0EB-13B41277D129}"/>
                </a:ext>
              </a:extLst>
            </p:cNvPr>
            <p:cNvGrpSpPr/>
            <p:nvPr/>
          </p:nvGrpSpPr>
          <p:grpSpPr>
            <a:xfrm>
              <a:off x="9309791" y="4810428"/>
              <a:ext cx="2520000" cy="1530000"/>
              <a:chOff x="9312400" y="4540446"/>
              <a:chExt cx="2520000" cy="153000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F3828A5-F664-4FCA-BD87-6138A42F89A7}"/>
                  </a:ext>
                </a:extLst>
              </p:cNvPr>
              <p:cNvGrpSpPr/>
              <p:nvPr/>
            </p:nvGrpSpPr>
            <p:grpSpPr>
              <a:xfrm>
                <a:off x="9312400" y="4540446"/>
                <a:ext cx="2520000" cy="1530000"/>
                <a:chOff x="4729018" y="4147127"/>
                <a:chExt cx="3870037" cy="1985818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B4064D0-792B-441C-861C-A37C17A0EEF1}"/>
                    </a:ext>
                  </a:extLst>
                </p:cNvPr>
                <p:cNvSpPr/>
                <p:nvPr/>
              </p:nvSpPr>
              <p:spPr>
                <a:xfrm>
                  <a:off x="4729018" y="4147127"/>
                  <a:ext cx="3870037" cy="1985818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E" dirty="0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B84F61C9-D851-4F56-835F-90DF1E2EC67F}"/>
                    </a:ext>
                  </a:extLst>
                </p:cNvPr>
                <p:cNvSpPr/>
                <p:nvPr/>
              </p:nvSpPr>
              <p:spPr>
                <a:xfrm>
                  <a:off x="4996872" y="4821381"/>
                  <a:ext cx="1745673" cy="1099127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A</a:t>
                  </a: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43D3CF07-9014-44DC-9118-5F82F1158534}"/>
                    </a:ext>
                  </a:extLst>
                </p:cNvPr>
                <p:cNvSpPr/>
                <p:nvPr/>
              </p:nvSpPr>
              <p:spPr>
                <a:xfrm>
                  <a:off x="7352146" y="4366262"/>
                  <a:ext cx="442912" cy="350981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R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9C04F202-BE6E-49DE-BF94-8125511FDB1B}"/>
                    </a:ext>
                  </a:extLst>
                </p:cNvPr>
                <p:cNvSpPr/>
                <p:nvPr/>
              </p:nvSpPr>
              <p:spPr>
                <a:xfrm>
                  <a:off x="7712364" y="5638339"/>
                  <a:ext cx="442912" cy="350981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R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0E717C44-405B-44FD-8BB6-F48A952A4427}"/>
                    </a:ext>
                  </a:extLst>
                </p:cNvPr>
                <p:cNvSpPr/>
                <p:nvPr/>
              </p:nvSpPr>
              <p:spPr>
                <a:xfrm>
                  <a:off x="4904726" y="4246995"/>
                  <a:ext cx="442912" cy="350981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R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D243FF8B-4B5E-473D-A234-D8E0FFB4142F}"/>
                    </a:ext>
                  </a:extLst>
                </p:cNvPr>
                <p:cNvSpPr/>
                <p:nvPr/>
              </p:nvSpPr>
              <p:spPr>
                <a:xfrm>
                  <a:off x="8219902" y="4338894"/>
                  <a:ext cx="207722" cy="27894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sz="4000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S</a:t>
                  </a:r>
                </a:p>
              </p:txBody>
            </p:sp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C13189D9-B64D-45A7-879D-0BDD7BC4AB2E}"/>
                      </a:ext>
                    </a:extLst>
                  </p14:cNvPr>
                  <p14:cNvContentPartPr/>
                  <p14:nvPr/>
                </p14:nvContentPartPr>
                <p14:xfrm>
                  <a:off x="9864968" y="4808947"/>
                  <a:ext cx="469337" cy="170498"/>
                </p14:xfrm>
              </p:contentPart>
            </mc:Choice>
            <mc:Fallback xmlns=""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66D5353F-806F-45F0-A842-B2D88E970387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9855963" y="4799954"/>
                    <a:ext cx="486987" cy="1881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DC1FB82C-688E-47BC-AF6E-703A2D393FC2}"/>
                      </a:ext>
                    </a:extLst>
                  </p14:cNvPr>
                  <p14:cNvContentPartPr/>
                  <p14:nvPr/>
                </p14:nvContentPartPr>
                <p14:xfrm>
                  <a:off x="10675666" y="4815383"/>
                  <a:ext cx="909846" cy="890727"/>
                </p14:xfrm>
              </p:contentPart>
            </mc:Choice>
            <mc:Fallback xmlns=""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C944D0EC-ECA9-43B2-8847-9E35322982AC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0657671" y="4797381"/>
                    <a:ext cx="945477" cy="9263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9DBF5F53-3C97-4420-AE06-79F7F80E99F2}"/>
                      </a:ext>
                    </a:extLst>
                  </p14:cNvPr>
                  <p14:cNvContentPartPr/>
                  <p14:nvPr/>
                </p14:nvContentPartPr>
                <p14:xfrm>
                  <a:off x="10564187" y="5287334"/>
                  <a:ext cx="138215" cy="236802"/>
                </p14:xfrm>
              </p:contentPart>
            </mc:Choice>
            <mc:Fallback xmlns=""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22B3081B-1FB9-4178-9044-F22CA9A5ACB8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0546190" y="5269340"/>
                    <a:ext cx="173849" cy="27243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0E5F513-4F8F-4EA8-AB1B-0238302F9526}"/>
                    </a:ext>
                  </a:extLst>
                </p14:cNvPr>
                <p14:cNvContentPartPr/>
                <p14:nvPr/>
              </p14:nvContentPartPr>
              <p14:xfrm>
                <a:off x="10298534" y="5192524"/>
                <a:ext cx="145220" cy="83495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853CDCA-F589-45E2-A048-1E343D4CD4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289548" y="5183527"/>
                  <a:ext cx="162833" cy="10113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0E9A44A-CA77-4929-A7EE-B35242DC123C}"/>
                </a:ext>
              </a:extLst>
            </p:cNvPr>
            <p:cNvGrpSpPr/>
            <p:nvPr/>
          </p:nvGrpSpPr>
          <p:grpSpPr>
            <a:xfrm>
              <a:off x="10614999" y="5683679"/>
              <a:ext cx="983880" cy="187920"/>
              <a:chOff x="10617487" y="5684121"/>
              <a:chExt cx="983880" cy="187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FC6B0A5C-79E7-4BF6-B9CD-54343B3A55F2}"/>
                      </a:ext>
                    </a:extLst>
                  </p14:cNvPr>
                  <p14:cNvContentPartPr/>
                  <p14:nvPr/>
                </p14:nvContentPartPr>
                <p14:xfrm>
                  <a:off x="10617487" y="5741361"/>
                  <a:ext cx="144720" cy="360"/>
                </p14:xfrm>
              </p:contentPart>
            </mc:Choice>
            <mc:Fallback xmlns=""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1868570B-05BD-4454-B984-49B3A28FA466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10608847" y="5732721"/>
                    <a:ext cx="16236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37" name="Ink 36">
                    <a:extLst>
                      <a:ext uri="{FF2B5EF4-FFF2-40B4-BE49-F238E27FC236}">
                        <a16:creationId xmlns:a16="http://schemas.microsoft.com/office/drawing/2014/main" id="{78EF8F86-A406-4F8A-A933-BA4EA2F2E380}"/>
                      </a:ext>
                    </a:extLst>
                  </p14:cNvPr>
                  <p14:cNvContentPartPr/>
                  <p14:nvPr/>
                </p14:nvContentPartPr>
                <p14:xfrm>
                  <a:off x="10851487" y="5741361"/>
                  <a:ext cx="112680" cy="360"/>
                </p14:xfrm>
              </p:contentPart>
            </mc:Choice>
            <mc:Fallback xmlns=""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223BC4F8-A7D3-4C25-BA59-EE6A073176B1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10842487" y="5732721"/>
                    <a:ext cx="13032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1CA0037A-A74D-411C-B982-32C577E2AF4E}"/>
                      </a:ext>
                    </a:extLst>
                  </p14:cNvPr>
                  <p14:cNvContentPartPr/>
                  <p14:nvPr/>
                </p14:nvContentPartPr>
                <p14:xfrm>
                  <a:off x="11062807" y="5741361"/>
                  <a:ext cx="138240" cy="360"/>
                </p14:xfrm>
              </p:contentPart>
            </mc:Choice>
            <mc:Fallback xmlns="">
              <p:pic>
                <p:nvPicPr>
                  <p:cNvPr id="132" name="Ink 131">
                    <a:extLst>
                      <a:ext uri="{FF2B5EF4-FFF2-40B4-BE49-F238E27FC236}">
                        <a16:creationId xmlns:a16="http://schemas.microsoft.com/office/drawing/2014/main" id="{75A54DB1-CB77-4286-A6FA-A73A09469CD3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11054167" y="5732721"/>
                    <a:ext cx="15588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57E1341F-A0CE-4D0A-BC3C-775B34BDDE78}"/>
                      </a:ext>
                    </a:extLst>
                  </p14:cNvPr>
                  <p14:cNvContentPartPr/>
                  <p14:nvPr/>
                </p14:nvContentPartPr>
                <p14:xfrm>
                  <a:off x="11301487" y="5741361"/>
                  <a:ext cx="152280" cy="360"/>
                </p14:xfrm>
              </p:contentPart>
            </mc:Choice>
            <mc:Fallback xmlns="">
              <p:pic>
                <p:nvPicPr>
                  <p:cNvPr id="133" name="Ink 132">
                    <a:extLst>
                      <a:ext uri="{FF2B5EF4-FFF2-40B4-BE49-F238E27FC236}">
                        <a16:creationId xmlns:a16="http://schemas.microsoft.com/office/drawing/2014/main" id="{25DFE2E4-A223-4A5F-A1A9-12462FE30F58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11292847" y="5732721"/>
                    <a:ext cx="16992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735B1E67-E07E-4A0F-966A-F861E47C626D}"/>
                      </a:ext>
                    </a:extLst>
                  </p14:cNvPr>
                  <p14:cNvContentPartPr/>
                  <p14:nvPr/>
                </p14:nvContentPartPr>
                <p14:xfrm>
                  <a:off x="11509567" y="5741361"/>
                  <a:ext cx="67320" cy="360"/>
                </p14:xfrm>
              </p:contentPart>
            </mc:Choice>
            <mc:Fallback xmlns="">
              <p:pic>
                <p:nvPicPr>
                  <p:cNvPr id="134" name="Ink 133">
                    <a:extLst>
                      <a:ext uri="{FF2B5EF4-FFF2-40B4-BE49-F238E27FC236}">
                        <a16:creationId xmlns:a16="http://schemas.microsoft.com/office/drawing/2014/main" id="{49FFBC17-71ED-4AA2-B661-D5874BBC4CFE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1500567" y="5732721"/>
                    <a:ext cx="8496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2AE6A71F-23F3-41BE-83CC-2E51D5637787}"/>
                      </a:ext>
                    </a:extLst>
                  </p14:cNvPr>
                  <p14:cNvContentPartPr/>
                  <p14:nvPr/>
                </p14:nvContentPartPr>
                <p14:xfrm>
                  <a:off x="11547367" y="5741361"/>
                  <a:ext cx="54000" cy="360"/>
                </p14:xfrm>
              </p:contentPart>
            </mc:Choice>
            <mc:Fallback xmlns="">
              <p:pic>
                <p:nvPicPr>
                  <p:cNvPr id="135" name="Ink 134">
                    <a:extLst>
                      <a:ext uri="{FF2B5EF4-FFF2-40B4-BE49-F238E27FC236}">
                        <a16:creationId xmlns:a16="http://schemas.microsoft.com/office/drawing/2014/main" id="{E331C6F3-88E3-44A3-AEB8-53D565F030A8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11538367" y="5732721"/>
                    <a:ext cx="7164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A0770400-8975-4390-BFF2-357F4E5494AB}"/>
                      </a:ext>
                    </a:extLst>
                  </p14:cNvPr>
                  <p14:cNvContentPartPr/>
                  <p14:nvPr/>
                </p14:nvContentPartPr>
                <p14:xfrm>
                  <a:off x="11532247" y="5684121"/>
                  <a:ext cx="51120" cy="61560"/>
                </p14:xfrm>
              </p:contentPart>
            </mc:Choice>
            <mc:Fallback xmlns="">
              <p:pic>
                <p:nvPicPr>
                  <p:cNvPr id="136" name="Ink 135">
                    <a:extLst>
                      <a:ext uri="{FF2B5EF4-FFF2-40B4-BE49-F238E27FC236}">
                        <a16:creationId xmlns:a16="http://schemas.microsoft.com/office/drawing/2014/main" id="{4C04B745-9798-48E6-B097-3D21E880E60D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11523607" y="5675481"/>
                    <a:ext cx="68760" cy="79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FD998335-D774-4FB5-ACD1-DBB5DC1C1BA9}"/>
                      </a:ext>
                    </a:extLst>
                  </p14:cNvPr>
                  <p14:cNvContentPartPr/>
                  <p14:nvPr/>
                </p14:nvContentPartPr>
                <p14:xfrm>
                  <a:off x="11536927" y="5693481"/>
                  <a:ext cx="34920" cy="55080"/>
                </p14:xfrm>
              </p:contentPart>
            </mc:Choice>
            <mc:Fallback xmlns="">
              <p:pic>
                <p:nvPicPr>
                  <p:cNvPr id="137" name="Ink 136">
                    <a:extLst>
                      <a:ext uri="{FF2B5EF4-FFF2-40B4-BE49-F238E27FC236}">
                        <a16:creationId xmlns:a16="http://schemas.microsoft.com/office/drawing/2014/main" id="{F6680AD3-13FE-4BC1-B6C3-044B633B591A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11528287" y="5684481"/>
                    <a:ext cx="52560" cy="72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3135421B-01B0-4E86-9287-E009070B50C1}"/>
                      </a:ext>
                    </a:extLst>
                  </p14:cNvPr>
                  <p14:cNvContentPartPr/>
                  <p14:nvPr/>
                </p14:nvContentPartPr>
                <p14:xfrm>
                  <a:off x="11397247" y="5719041"/>
                  <a:ext cx="156960" cy="153000"/>
                </p14:xfrm>
              </p:contentPart>
            </mc:Choice>
            <mc:Fallback xmlns="">
              <p:pic>
                <p:nvPicPr>
                  <p:cNvPr id="138" name="Ink 137">
                    <a:extLst>
                      <a:ext uri="{FF2B5EF4-FFF2-40B4-BE49-F238E27FC236}">
                        <a16:creationId xmlns:a16="http://schemas.microsoft.com/office/drawing/2014/main" id="{2476D4F0-06BB-4BD5-B0F8-A9CB1BCE56A7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11388607" y="5710401"/>
                    <a:ext cx="174600" cy="17064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2500769-9930-4201-8BC0-36CDA01D6F0A}"/>
                    </a:ext>
                  </a:extLst>
                </p14:cNvPr>
                <p14:cNvContentPartPr/>
                <p14:nvPr/>
              </p14:nvContentPartPr>
              <p14:xfrm>
                <a:off x="11551719" y="5701412"/>
                <a:ext cx="140040" cy="224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C2D1268-51FF-4A22-92E6-6A39856FB8E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543079" y="5692412"/>
                  <a:ext cx="157680" cy="241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88D5FEE2-8DEE-4FC1-9A53-93DA05CC38B2}"/>
              </a:ext>
            </a:extLst>
          </p:cNvPr>
          <p:cNvSpPr/>
          <p:nvPr/>
        </p:nvSpPr>
        <p:spPr>
          <a:xfrm>
            <a:off x="4223833" y="5323801"/>
            <a:ext cx="7070798" cy="7386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E" b="1" dirty="0"/>
              <a:t>NOTE: 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In the general </a:t>
            </a:r>
            <a:r>
              <a:rPr lang="en-IE" b="1" dirty="0">
                <a:latin typeface="Calibri" panose="020F0502020204030204" pitchFamily="34" charset="0"/>
                <a:cs typeface="Calibri" panose="020F0502020204030204" pitchFamily="34" charset="0"/>
              </a:rPr>
              <a:t>multidimensional-state space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Starting state </a:t>
            </a:r>
            <a:r>
              <a:rPr lang="en-IE" sz="2000" i="1" dirty="0"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IE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becomes “</a:t>
            </a:r>
            <a:r>
              <a:rPr lang="en-IE" i="1" dirty="0">
                <a:latin typeface="Calibri" panose="020F0502020204030204" pitchFamily="34" charset="0"/>
                <a:cs typeface="Calibri" panose="020F0502020204030204" pitchFamily="34" charset="0"/>
              </a:rPr>
              <a:t>the outside boundary of attraction set </a:t>
            </a:r>
            <a:r>
              <a:rPr lang="en-IE" dirty="0">
                <a:latin typeface="Lucida Calligraphy" panose="03010101010101010101" pitchFamily="66" charset="0"/>
              </a:rPr>
              <a:t>A</a:t>
            </a:r>
            <a:r>
              <a:rPr lang="en-IE" dirty="0">
                <a:latin typeface="Calibri" panose="020F0502020204030204" pitchFamily="34" charset="0"/>
                <a:cs typeface="Calibri" panose="020F0502020204030204" pitchFamily="34" charset="0"/>
              </a:rPr>
              <a:t>”.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91DA6FC-7225-4C0F-8EAA-66942BD18DC6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420201" y="959617"/>
            <a:ext cx="2847462" cy="19410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B586-10FA-447F-953C-A91B73D84F02}"/>
                  </a:ext>
                </a:extLst>
              </p:cNvPr>
              <p:cNvSpPr txBox="1"/>
              <p:nvPr/>
            </p:nvSpPr>
            <p:spPr>
              <a:xfrm>
                <a:off x="7782869" y="11661"/>
                <a:ext cx="4356251" cy="97615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IE" dirty="0"/>
                  <a:t>Typical estimators (with N = 30 particles) of 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IE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E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sub>
                      <m:sup>
                        <m: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</m:sup>
                    </m:sSubSup>
                    <m:d>
                      <m:dPr>
                        <m:ctrlP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E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IE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𝒂𝒃𝒔</m:t>
                            </m:r>
                          </m:sub>
                        </m:sSub>
                        <m: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E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IE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E" sz="1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E" sz="1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E" sz="1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sub>
                      <m:sup>
                        <m:r>
                          <a:rPr lang="en-IE" sz="1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</m:sup>
                    </m:sSubSup>
                    <m:r>
                      <a:rPr lang="en-IE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E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IE" sz="1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sz="1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IE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IE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E" sz="1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IE" sz="1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𝒂𝒃𝒔</m:t>
                        </m:r>
                      </m:sub>
                    </m:sSub>
                    <m:r>
                      <a:rPr lang="en-IE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E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IE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E" dirty="0"/>
              </a:p>
              <a:p>
                <a:pPr algn="ctr"/>
                <a:r>
                  <a:rPr lang="en-IE" dirty="0"/>
                  <a:t>and their </a:t>
                </a:r>
                <a:r>
                  <a:rPr lang="en-IE" dirty="0">
                    <a:solidFill>
                      <a:srgbClr val="00B050"/>
                    </a:solidFill>
                  </a:rPr>
                  <a:t>product</a:t>
                </a:r>
                <a:r>
                  <a:rPr lang="en-IE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7FB586-10FA-447F-953C-A91B73D84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869" y="11661"/>
                <a:ext cx="4356251" cy="976156"/>
              </a:xfrm>
              <a:prstGeom prst="rect">
                <a:avLst/>
              </a:prstGeom>
              <a:blipFill>
                <a:blip r:embed="rId35"/>
                <a:stretch>
                  <a:fillRect t="-3750" r="-700" b="-8125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53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uiExpand="1" build="p"/>
      <p:bldP spid="63" grpId="0" animBg="1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2EE2-43D5-45C6-922D-5EB502B9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The Fleming-</a:t>
            </a:r>
            <a:r>
              <a:rPr lang="en-IE" sz="2800" dirty="0" err="1"/>
              <a:t>Viot</a:t>
            </a:r>
            <a:r>
              <a:rPr lang="en-IE" sz="2800" dirty="0"/>
              <a:t> estimator of </a:t>
            </a:r>
            <a:r>
              <a:rPr lang="en-IE" sz="2800" b="1" i="1" dirty="0">
                <a:solidFill>
                  <a:srgbClr val="7030A0"/>
                </a:solidFill>
              </a:rPr>
              <a:t>p</a:t>
            </a:r>
            <a:r>
              <a:rPr lang="en-IE" sz="2800" b="1" i="1" baseline="30000" dirty="0">
                <a:solidFill>
                  <a:srgbClr val="7030A0"/>
                </a:solidFill>
                <a:sym typeface="Symbol" panose="05050102010706020507" pitchFamily="18" charset="2"/>
              </a:rPr>
              <a:t></a:t>
            </a:r>
            <a:r>
              <a:rPr lang="en-IE" sz="2800" b="1" dirty="0">
                <a:solidFill>
                  <a:srgbClr val="7030A0"/>
                </a:solidFill>
              </a:rPr>
              <a:t>(</a:t>
            </a:r>
            <a:r>
              <a:rPr lang="en-IE" sz="2800" b="1" i="1" dirty="0">
                <a:solidFill>
                  <a:srgbClr val="7030A0"/>
                </a:solidFill>
              </a:rPr>
              <a:t>x</a:t>
            </a:r>
            <a:r>
              <a:rPr lang="en-IE" sz="2800" b="1" dirty="0">
                <a:solidFill>
                  <a:srgbClr val="7030A0"/>
                </a:solidFill>
              </a:rPr>
              <a:t>)</a:t>
            </a:r>
            <a:r>
              <a:rPr lang="en-IE" sz="2800" dirty="0"/>
              <a:t> is </a:t>
            </a:r>
            <a:r>
              <a:rPr lang="en-IE" sz="2800" u="sng" dirty="0"/>
              <a:t>consistent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4914B2-F1A6-43DE-845F-6FDA3E0983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7" y="1819564"/>
                <a:ext cx="7896635" cy="4169756"/>
              </a:xfrm>
            </p:spPr>
            <p:txBody>
              <a:bodyPr anchor="t">
                <a:noAutofit/>
              </a:bodyPr>
              <a:lstStyle/>
              <a:p>
                <a:pPr marL="0" indent="0">
                  <a:buNone/>
                </a:pPr>
                <a:r>
                  <a:rPr lang="en-IE" dirty="0"/>
                  <a:t>The expected absolute error is bounded:</a:t>
                </a:r>
              </a:p>
              <a:p>
                <a:pPr marL="260350" lvl="1" indent="0">
                  <a:buNone/>
                </a:pPr>
                <a:r>
                  <a:rPr lang="en-IE" b="1" dirty="0"/>
                  <a:t>	</a:t>
                </a:r>
                <a14:m>
                  <m:oMath xmlns:m="http://schemas.openxmlformats.org/officeDocument/2006/math">
                    <m:r>
                      <a:rPr lang="en-IE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|"/>
                        <m:endChr m:val="|"/>
                        <m:ctrlPr>
                          <a:rPr lang="en-I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E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IE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E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IE" sz="2400" b="0" i="1" smtClean="0">
                                <a:latin typeface="Cambria Math" panose="02040503050406030204" pitchFamily="18" charset="0"/>
                              </a:rPr>
                              <m:t>𝐹𝑉</m:t>
                            </m:r>
                          </m:sub>
                          <m:sup>
                            <m:r>
                              <a:rPr lang="en-I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sup>
                        </m:sSubSup>
                        <m:d>
                          <m:dPr>
                            <m:ctrlPr>
                              <a:rPr lang="en-IE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E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E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IE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E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IE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sup>
                        </m:sSup>
                        <m:d>
                          <m:dPr>
                            <m:ctrlPr>
                              <a:rPr lang="en-IE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E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I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E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E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den>
                        </m:f>
                        <m:r>
                          <a:rPr lang="en-I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I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E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IE" sz="2400" b="0" dirty="0">
                  <a:ea typeface="Cambria Math" panose="02040503050406030204" pitchFamily="18" charset="0"/>
                </a:endParaRPr>
              </a:p>
              <a:p>
                <a:pPr marL="317" indent="0">
                  <a:buNone/>
                </a:pPr>
                <a:r>
                  <a:rPr lang="en-IE" dirty="0"/>
                  <a:t>where:</a:t>
                </a:r>
              </a:p>
              <a:p>
                <a:pPr lvl="1"/>
                <a:r>
                  <a:rPr lang="en-IE" b="1" i="1" dirty="0"/>
                  <a:t>N</a:t>
                </a:r>
                <a:r>
                  <a:rPr lang="en-IE" dirty="0"/>
                  <a:t> is the number of particles in the FV particle system</a:t>
                </a:r>
              </a:p>
              <a:p>
                <a:pPr lvl="1"/>
                <a:r>
                  <a:rPr lang="en-IE" b="1" i="1" dirty="0"/>
                  <a:t>M</a:t>
                </a:r>
                <a:r>
                  <a:rPr lang="en-IE" i="1" dirty="0"/>
                  <a:t> </a:t>
                </a:r>
                <a:r>
                  <a:rPr lang="en-IE" dirty="0"/>
                  <a:t>is the number of </a:t>
                </a:r>
                <a:r>
                  <a:rPr lang="en-IE" u="sng" dirty="0"/>
                  <a:t>return cycles</a:t>
                </a:r>
                <a:r>
                  <a:rPr lang="en-IE" dirty="0"/>
                  <a:t> to </a:t>
                </a:r>
                <a:r>
                  <a:rPr lang="en-IE" dirty="0">
                    <a:latin typeface="Lucida Calligraphy" panose="03010101010101010101" pitchFamily="66" charset="0"/>
                  </a:rPr>
                  <a:t>A</a:t>
                </a:r>
                <a:r>
                  <a:rPr lang="en-IE" dirty="0"/>
                  <a:t> observed by the ONE-particle system simulation estimating the </a:t>
                </a:r>
                <a:r>
                  <a:rPr lang="en-IE" u="sng" dirty="0">
                    <a:solidFill>
                      <a:srgbClr val="C00000"/>
                    </a:solidFill>
                  </a:rPr>
                  <a:t>denominator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E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D. Mastropietro, S. Majewski, U. Ayesta, M. Jonckheere (2022)</a:t>
                </a:r>
                <a:br>
                  <a:rPr lang="en-IE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IE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“</a:t>
                </a:r>
                <a:r>
                  <a:rPr lang="en-IE" sz="1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Boosting reinforcement learning with sparse and rare rewards using Fleming-</a:t>
                </a:r>
                <a:r>
                  <a:rPr lang="en-IE" sz="1400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Viot</a:t>
                </a:r>
                <a:r>
                  <a:rPr lang="en-IE" sz="1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particle systems</a:t>
                </a:r>
                <a:r>
                  <a:rPr lang="en-IE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” </a:t>
                </a:r>
                <a:br>
                  <a:rPr lang="en-IE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IE" sz="1400" dirty="0">
                    <a:hlinkClick r:id="rId2"/>
                  </a:rPr>
                  <a:t>https://ut3-toulouseinp.hal.science/hal-03772025</a:t>
                </a:r>
                <a:r>
                  <a:rPr lang="en-IE" sz="1400" dirty="0"/>
                  <a:t> </a:t>
                </a:r>
                <a:endParaRPr lang="en-IE" sz="1400" u="sng" baseline="30000" dirty="0"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4914B2-F1A6-43DE-845F-6FDA3E0983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7" y="1819564"/>
                <a:ext cx="7896635" cy="4169756"/>
              </a:xfrm>
              <a:blipFill>
                <a:blip r:embed="rId3"/>
                <a:stretch>
                  <a:fillRect l="-849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BCC93-B65A-48C2-A74E-76A11385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F7A39-FA22-4FE3-ACE2-8784B355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D1F9F-2267-4E39-B4CC-CAE64583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r>
              <a:rPr lang="en-US" dirty="0"/>
              <a:t> / 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4DDC63-4935-45BD-9D47-75F215ACC28D}"/>
                  </a:ext>
                </a:extLst>
              </p:cNvPr>
              <p:cNvSpPr txBox="1"/>
              <p:nvPr/>
            </p:nvSpPr>
            <p:spPr>
              <a:xfrm>
                <a:off x="4809695" y="808629"/>
                <a:ext cx="5824440" cy="79649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E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sup>
                      </m:sSup>
                      <m:r>
                        <a:rPr lang="en-IE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E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E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en-IE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sub>
                                <m:sup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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E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E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IE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𝒂𝒃𝒔</m:t>
                                      </m:r>
                                    </m:sub>
                                  </m:sSub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IE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sub>
                                <m:sup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</m:t>
                                  </m:r>
                                </m:sup>
                              </m:sSubSup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d>
                                <m:dPr>
                                  <m:ctrlP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IE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𝒂𝒃𝒔</m:t>
                                  </m:r>
                                </m:sub>
                              </m:sSub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IE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num>
                        <m:den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𝐄𝐱𝐩𝐞𝐜𝐭𝐞𝐝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𝐫𝐞𝐭𝐮𝐫𝐧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𝐭𝐢𝐦𝐞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𝐭𝐨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</m:t>
                          </m:r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𝐮𝐧𝐝𝐞𝐫</m:t>
                          </m:r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den>
                      </m:f>
                    </m:oMath>
                  </m:oMathPara>
                </a14:m>
                <a:endParaRPr lang="en-I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4DDC63-4935-45BD-9D47-75F215ACC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695" y="808629"/>
                <a:ext cx="5824440" cy="7964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24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7C65-DCCD-4752-88CE-0E6614588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IE" sz="2800" dirty="0"/>
            </a:br>
            <a:br>
              <a:rPr lang="en-IE" sz="2800" dirty="0"/>
            </a:br>
            <a:br>
              <a:rPr lang="en-IE" sz="2800" dirty="0"/>
            </a:br>
            <a:br>
              <a:rPr lang="en-IE" sz="2800" dirty="0"/>
            </a:br>
            <a:br>
              <a:rPr lang="en-IE" sz="2800" dirty="0"/>
            </a:br>
            <a:r>
              <a:rPr lang="en-IE" sz="2800" dirty="0"/>
              <a:t>Experimental results:</a:t>
            </a:r>
            <a:br>
              <a:rPr lang="en-IE" sz="2800" dirty="0"/>
            </a:br>
            <a:br>
              <a:rPr lang="en-IE" sz="2800" dirty="0"/>
            </a:br>
            <a:r>
              <a:rPr lang="en-IE" sz="2800" dirty="0"/>
              <a:t>Fleming-</a:t>
            </a:r>
            <a:r>
              <a:rPr lang="en-IE" sz="2800" dirty="0" err="1"/>
              <a:t>Viot</a:t>
            </a:r>
            <a:r>
              <a:rPr lang="en-IE" sz="2800" dirty="0"/>
              <a:t> vs. Monte-Carlo</a:t>
            </a:r>
            <a:br>
              <a:rPr lang="en-IE" sz="2800" dirty="0"/>
            </a:br>
            <a:r>
              <a:rPr lang="en-IE" sz="2800" u="sng" dirty="0"/>
              <a:t>estimation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F6A49-80F7-413E-9A06-8DF6F584A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Daniel Mastropietro (Univ. Toulouse, France)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14277-21ED-4F7D-916A-539B8FA8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D45643-1215-404E-AF7C-C2FBDE08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r>
              <a:rPr lang="en-US" dirty="0"/>
              <a:t> / 30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E6243E-0864-40B2-B383-CF056FE81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897" y="421676"/>
            <a:ext cx="5593262" cy="3002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F3F0D1-81EC-4ABE-8704-BF2981AE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336" y="3430549"/>
            <a:ext cx="5934823" cy="30643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4C1F8B-A1FF-4062-B2AC-5F82791BE7EE}"/>
              </a:ext>
            </a:extLst>
          </p:cNvPr>
          <p:cNvSpPr txBox="1"/>
          <p:nvPr/>
        </p:nvSpPr>
        <p:spPr>
          <a:xfrm>
            <a:off x="3465686" y="782959"/>
            <a:ext cx="2547190" cy="646331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E" b="1" dirty="0"/>
              <a:t>K = 20</a:t>
            </a:r>
            <a:br>
              <a:rPr lang="en-IE" b="1" dirty="0"/>
            </a:br>
            <a:r>
              <a:rPr lang="en-IE" dirty="0"/>
              <a:t>True </a:t>
            </a:r>
            <a:r>
              <a:rPr lang="en-IE" i="1" dirty="0"/>
              <a:t>p</a:t>
            </a:r>
            <a:r>
              <a:rPr lang="en-IE" dirty="0"/>
              <a:t>(</a:t>
            </a:r>
            <a:r>
              <a:rPr lang="en-IE" i="1" dirty="0"/>
              <a:t>K</a:t>
            </a:r>
            <a:r>
              <a:rPr lang="en-IE" dirty="0"/>
              <a:t>) = </a:t>
            </a:r>
            <a:r>
              <a:rPr lang="en-IE" b="1" dirty="0"/>
              <a:t>2.4E-4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DF200-BCD6-41A4-99FC-AAFED9072AEA}"/>
              </a:ext>
            </a:extLst>
          </p:cNvPr>
          <p:cNvSpPr txBox="1"/>
          <p:nvPr/>
        </p:nvSpPr>
        <p:spPr>
          <a:xfrm>
            <a:off x="3437978" y="3857114"/>
            <a:ext cx="2565661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olidFill>
                  <a:srgbClr val="0070C0"/>
                </a:solidFill>
              </a:rPr>
              <a:t>K = 40</a:t>
            </a:r>
            <a:br>
              <a:rPr lang="en-IE" b="1" dirty="0">
                <a:solidFill>
                  <a:srgbClr val="0070C0"/>
                </a:solidFill>
              </a:rPr>
            </a:br>
            <a:r>
              <a:rPr lang="en-IE" dirty="0">
                <a:solidFill>
                  <a:srgbClr val="0070C0"/>
                </a:solidFill>
              </a:rPr>
              <a:t>True </a:t>
            </a:r>
            <a:r>
              <a:rPr lang="en-IE" i="1" dirty="0">
                <a:solidFill>
                  <a:srgbClr val="0070C0"/>
                </a:solidFill>
              </a:rPr>
              <a:t>p</a:t>
            </a:r>
            <a:r>
              <a:rPr lang="en-IE" dirty="0">
                <a:solidFill>
                  <a:srgbClr val="0070C0"/>
                </a:solidFill>
              </a:rPr>
              <a:t>(</a:t>
            </a:r>
            <a:r>
              <a:rPr lang="en-IE" i="1" dirty="0">
                <a:solidFill>
                  <a:srgbClr val="0070C0"/>
                </a:solidFill>
              </a:rPr>
              <a:t>K</a:t>
            </a:r>
            <a:r>
              <a:rPr lang="en-IE" dirty="0">
                <a:solidFill>
                  <a:srgbClr val="0070C0"/>
                </a:solidFill>
              </a:rPr>
              <a:t>) = 1.9E-7</a:t>
            </a:r>
            <a:r>
              <a:rPr lang="en-IE" b="1" dirty="0">
                <a:solidFill>
                  <a:srgbClr val="0070C0"/>
                </a:solidFill>
              </a:rPr>
              <a:t>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DC9CCB-BF73-4582-8729-AC8038893094}"/>
              </a:ext>
            </a:extLst>
          </p:cNvPr>
          <p:cNvSpPr txBox="1"/>
          <p:nvPr/>
        </p:nvSpPr>
        <p:spPr>
          <a:xfrm>
            <a:off x="826664" y="2897768"/>
            <a:ext cx="155898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E" b="1" dirty="0">
                <a:sym typeface="Symbol" panose="05050102010706020507" pitchFamily="18" charset="2"/>
              </a:rPr>
              <a:t> = 0.7,  </a:t>
            </a:r>
            <a:r>
              <a:rPr lang="en-IE" b="1" dirty="0"/>
              <a:t>=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271047-C255-4E99-855C-7AC45D597562}"/>
              </a:ext>
            </a:extLst>
          </p:cNvPr>
          <p:cNvSpPr txBox="1"/>
          <p:nvPr/>
        </p:nvSpPr>
        <p:spPr>
          <a:xfrm>
            <a:off x="3461838" y="1392622"/>
            <a:ext cx="27570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FV hyperparameters: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1" dirty="0">
                <a:solidFill>
                  <a:srgbClr val="00B050"/>
                </a:solidFill>
              </a:rPr>
              <a:t>N: # particles increases </a:t>
            </a:r>
            <a:r>
              <a:rPr lang="en-IE" dirty="0"/>
              <a:t>(</a:t>
            </a:r>
            <a:r>
              <a:rPr lang="en-IE" u="sng" dirty="0"/>
              <a:t>horizontal axis</a:t>
            </a:r>
            <a:r>
              <a:rPr lang="en-I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T = 4000 arrivals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J =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u="sng" dirty="0"/>
              <a:t>10 replications per 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D24AE4-E6E4-4BF0-90A7-3F5C4D287DCB}"/>
              </a:ext>
            </a:extLst>
          </p:cNvPr>
          <p:cNvSpPr txBox="1"/>
          <p:nvPr/>
        </p:nvSpPr>
        <p:spPr>
          <a:xfrm>
            <a:off x="3508582" y="4473498"/>
            <a:ext cx="2504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FV hyperparameters:</a:t>
            </a:r>
          </a:p>
          <a:p>
            <a:r>
              <a:rPr lang="en-IE" dirty="0"/>
              <a:t>(same as above)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AFD59-6591-469E-BA03-F752377822D0}"/>
              </a:ext>
            </a:extLst>
          </p:cNvPr>
          <p:cNvSpPr txBox="1"/>
          <p:nvPr/>
        </p:nvSpPr>
        <p:spPr>
          <a:xfrm>
            <a:off x="9310254" y="4907395"/>
            <a:ext cx="2253673" cy="863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i="1" dirty="0"/>
              <a:t>p</a:t>
            </a:r>
            <a:r>
              <a:rPr lang="en-IE" dirty="0"/>
              <a:t>(</a:t>
            </a:r>
            <a:r>
              <a:rPr lang="en-IE" i="1" dirty="0"/>
              <a:t>K</a:t>
            </a:r>
            <a:r>
              <a:rPr lang="en-IE" dirty="0"/>
              <a:t>) estimated as </a:t>
            </a:r>
            <a:r>
              <a:rPr lang="en-IE" dirty="0">
                <a:solidFill>
                  <a:srgbClr val="C00000"/>
                </a:solidFill>
              </a:rPr>
              <a:t>ZERO</a:t>
            </a:r>
            <a:br>
              <a:rPr lang="en-IE" dirty="0"/>
            </a:br>
            <a:r>
              <a:rPr lang="en-IE" dirty="0"/>
              <a:t>(except in one case)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B39A3A-A177-434A-B601-D3CEBC7FB5EB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>
            <a:off x="10437091" y="5771200"/>
            <a:ext cx="4618" cy="2914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B3F83CC8-9A74-40EA-91D1-B04582358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65" y="1555586"/>
            <a:ext cx="2721189" cy="13605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90A0FCB-79C8-48B7-83FE-628B8EBEF0F3}"/>
              </a:ext>
            </a:extLst>
          </p:cNvPr>
          <p:cNvSpPr txBox="1"/>
          <p:nvPr/>
        </p:nvSpPr>
        <p:spPr>
          <a:xfrm>
            <a:off x="6372801" y="54923"/>
            <a:ext cx="5477072" cy="346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IE" sz="1400" i="1" dirty="0">
                <a:sym typeface="Wingdings" panose="05000000000000000000" pitchFamily="2" charset="2"/>
              </a:rPr>
              <a:t>Closer to horizontal dotted </a:t>
            </a:r>
            <a:r>
              <a:rPr lang="en-IE" sz="1400" i="1" dirty="0" err="1">
                <a:sym typeface="Wingdings" panose="05000000000000000000" pitchFamily="2" charset="2"/>
              </a:rPr>
              <a:t>gray</a:t>
            </a:r>
            <a:r>
              <a:rPr lang="en-IE" sz="1400" i="1" dirty="0">
                <a:sym typeface="Wingdings" panose="05000000000000000000" pitchFamily="2" charset="2"/>
              </a:rPr>
              <a:t> line and shorter violin plots is better</a:t>
            </a:r>
            <a:endParaRPr lang="en-IE" sz="1400" i="1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D962F6-B56D-478E-8941-BF1CE0A1F86C}"/>
              </a:ext>
            </a:extLst>
          </p:cNvPr>
          <p:cNvGrpSpPr/>
          <p:nvPr/>
        </p:nvGrpSpPr>
        <p:grpSpPr>
          <a:xfrm>
            <a:off x="6331190" y="281592"/>
            <a:ext cx="5593261" cy="1995077"/>
            <a:chOff x="6331190" y="281592"/>
            <a:chExt cx="5593261" cy="1995077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2C8CD26-0FAA-415F-AB00-70DC794F7B21}"/>
                </a:ext>
              </a:extLst>
            </p:cNvPr>
            <p:cNvSpPr/>
            <p:nvPr/>
          </p:nvSpPr>
          <p:spPr>
            <a:xfrm>
              <a:off x="6331190" y="281592"/>
              <a:ext cx="5593261" cy="860909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3DA2B6E-C70E-4E2A-9042-E28B79114087}"/>
                </a:ext>
              </a:extLst>
            </p:cNvPr>
            <p:cNvSpPr txBox="1"/>
            <p:nvPr/>
          </p:nvSpPr>
          <p:spPr>
            <a:xfrm>
              <a:off x="8181886" y="1606848"/>
              <a:ext cx="1888543" cy="6698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IE" i="1" dirty="0">
                  <a:solidFill>
                    <a:srgbClr val="0070C0"/>
                  </a:solidFill>
                </a:rPr>
                <a:t>Same average number of events</a:t>
              </a:r>
              <a:br>
                <a:rPr lang="en-IE" i="1" dirty="0">
                  <a:solidFill>
                    <a:srgbClr val="0070C0"/>
                  </a:solidFill>
                </a:rPr>
              </a:br>
              <a:r>
                <a:rPr lang="en-IE" sz="1400" i="1" dirty="0">
                  <a:solidFill>
                    <a:srgbClr val="0070C0"/>
                  </a:solidFill>
                </a:rPr>
                <a:t>(for fair comparison)</a:t>
              </a:r>
              <a:endParaRPr lang="en-IE" dirty="0">
                <a:solidFill>
                  <a:srgbClr val="0070C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3C94D9C-979D-4807-BA35-277301D3D4F5}"/>
                </a:ext>
              </a:extLst>
            </p:cNvPr>
            <p:cNvCxnSpPr>
              <a:cxnSpLocks/>
              <a:stCxn id="20" idx="0"/>
              <a:endCxn id="19" idx="4"/>
            </p:cNvCxnSpPr>
            <p:nvPr/>
          </p:nvCxnSpPr>
          <p:spPr>
            <a:xfrm flipV="1">
              <a:off x="9126158" y="1142501"/>
              <a:ext cx="1663" cy="464347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0195995-892A-472A-8332-A9EB477370C7}"/>
              </a:ext>
            </a:extLst>
          </p:cNvPr>
          <p:cNvSpPr txBox="1"/>
          <p:nvPr/>
        </p:nvSpPr>
        <p:spPr>
          <a:xfrm>
            <a:off x="6682358" y="1312915"/>
            <a:ext cx="1691406" cy="73282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>
                <a:solidFill>
                  <a:srgbClr val="00B050"/>
                </a:solidFill>
              </a:rPr>
              <a:t>Fleming-</a:t>
            </a:r>
            <a:r>
              <a:rPr lang="en-IE" b="1" dirty="0" err="1">
                <a:solidFill>
                  <a:srgbClr val="00B050"/>
                </a:solidFill>
              </a:rPr>
              <a:t>Viot</a:t>
            </a:r>
            <a:r>
              <a:rPr lang="en-IE" b="1" dirty="0">
                <a:solidFill>
                  <a:srgbClr val="00B050"/>
                </a:solidFill>
              </a:rPr>
              <a:t> estimation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903654-5DB4-405E-990A-7F1DB841A81A}"/>
              </a:ext>
            </a:extLst>
          </p:cNvPr>
          <p:cNvSpPr txBox="1"/>
          <p:nvPr/>
        </p:nvSpPr>
        <p:spPr>
          <a:xfrm>
            <a:off x="6825026" y="6328740"/>
            <a:ext cx="1691406" cy="21017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>
                <a:solidFill>
                  <a:srgbClr val="00B050"/>
                </a:solidFill>
              </a:rPr>
              <a:t>N: # particles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A1A4A1-7C05-419B-9DE1-D692EAE562BD}"/>
              </a:ext>
            </a:extLst>
          </p:cNvPr>
          <p:cNvSpPr txBox="1"/>
          <p:nvPr/>
        </p:nvSpPr>
        <p:spPr>
          <a:xfrm>
            <a:off x="6891256" y="3247938"/>
            <a:ext cx="1691406" cy="21017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>
                <a:solidFill>
                  <a:srgbClr val="00B050"/>
                </a:solidFill>
              </a:rPr>
              <a:t>N: # particles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2260E0-D0EB-40CB-A9B4-7F01C87FE7EB}"/>
              </a:ext>
            </a:extLst>
          </p:cNvPr>
          <p:cNvSpPr txBox="1"/>
          <p:nvPr/>
        </p:nvSpPr>
        <p:spPr>
          <a:xfrm>
            <a:off x="9975137" y="1362463"/>
            <a:ext cx="1486175" cy="73282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>
                <a:solidFill>
                  <a:srgbClr val="C00000"/>
                </a:solidFill>
              </a:rPr>
              <a:t>Monte-Carlo estimation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A93963-C71E-4CDC-988D-9F3F9016BB83}"/>
              </a:ext>
            </a:extLst>
          </p:cNvPr>
          <p:cNvSpPr txBox="1"/>
          <p:nvPr/>
        </p:nvSpPr>
        <p:spPr>
          <a:xfrm>
            <a:off x="9385276" y="3245542"/>
            <a:ext cx="2253673" cy="26764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>
                <a:solidFill>
                  <a:srgbClr val="C00000"/>
                </a:solidFill>
              </a:rPr>
              <a:t># return cycles to J-1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7A69EB-218D-427D-972B-9B55C3EF6336}"/>
              </a:ext>
            </a:extLst>
          </p:cNvPr>
          <p:cNvSpPr txBox="1"/>
          <p:nvPr/>
        </p:nvSpPr>
        <p:spPr>
          <a:xfrm>
            <a:off x="9277519" y="6321406"/>
            <a:ext cx="2373785" cy="20109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IE" b="1" dirty="0">
                <a:solidFill>
                  <a:srgbClr val="C00000"/>
                </a:solidFill>
              </a:rPr>
              <a:t># return cycles to J-1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3EE0F3-0ADC-4A25-A93D-24F089018B8A}"/>
              </a:ext>
            </a:extLst>
          </p:cNvPr>
          <p:cNvSpPr/>
          <p:nvPr/>
        </p:nvSpPr>
        <p:spPr>
          <a:xfrm>
            <a:off x="9051636" y="6062638"/>
            <a:ext cx="2780146" cy="27350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6026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5" grpId="0"/>
      <p:bldP spid="6" grpId="0"/>
      <p:bldP spid="27" grpId="0" animBg="1"/>
      <p:bldP spid="8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1D0A-ABCA-4766-98E5-07C9CD6E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200" b="1" dirty="0"/>
              <a:t>FVRL:</a:t>
            </a:r>
            <a:br>
              <a:rPr lang="en-IE" sz="3200" dirty="0"/>
            </a:br>
            <a:r>
              <a:rPr lang="en-IE" sz="3200" dirty="0"/>
              <a:t>Fleming-</a:t>
            </a:r>
            <a:r>
              <a:rPr lang="en-IE" sz="3200" dirty="0" err="1"/>
              <a:t>Viot</a:t>
            </a:r>
            <a:r>
              <a:rPr lang="en-IE" sz="3200" dirty="0"/>
              <a:t> Reinforcement Learning</a:t>
            </a:r>
            <a:br>
              <a:rPr lang="en-IE" sz="3200" dirty="0"/>
            </a:br>
            <a:br>
              <a:rPr lang="en-IE" sz="3200" dirty="0"/>
            </a:br>
            <a:r>
              <a:rPr lang="en-IE" sz="2400" dirty="0"/>
              <a:t>Fleming-</a:t>
            </a:r>
            <a:r>
              <a:rPr lang="en-IE" sz="2400" dirty="0" err="1"/>
              <a:t>Viot</a:t>
            </a:r>
            <a:r>
              <a:rPr lang="en-IE" sz="2400" dirty="0"/>
              <a:t> estimation combined with </a:t>
            </a:r>
            <a:r>
              <a:rPr lang="en-IE" sz="2400" u="sng" dirty="0"/>
              <a:t>policy gradient</a:t>
            </a:r>
            <a:endParaRPr lang="en-IE" sz="32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9D2D004-AABC-411C-AB01-6C2C54018384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3601614" y="2291152"/>
                <a:ext cx="8563447" cy="402336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IE" dirty="0"/>
                  <a:t>The </a:t>
                </a:r>
                <a:r>
                  <a:rPr lang="en-IE" u="sng" dirty="0">
                    <a:solidFill>
                      <a:srgbClr val="C00000"/>
                    </a:solidFill>
                  </a:rPr>
                  <a:t>policy is parameterised</a:t>
                </a:r>
                <a:r>
                  <a:rPr lang="en-IE" dirty="0"/>
                  <a:t> so that we can apply a </a:t>
                </a:r>
                <a:r>
                  <a:rPr lang="en-IE" u="sng" dirty="0"/>
                  <a:t>gradient ascent</a:t>
                </a:r>
                <a:r>
                  <a:rPr lang="en-IE" dirty="0"/>
                  <a:t> algorithm: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IE" b="1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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E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acc>
                  </m:oMath>
                </a14:m>
                <a:r>
                  <a:rPr lang="en-IE" b="1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</a:t>
                </a:r>
                <a:r>
                  <a:rPr lang="en-IE" b="1" i="1" baseline="-250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</a:t>
                </a:r>
                <a:endParaRPr lang="en-IE" b="1" i="1" dirty="0">
                  <a:solidFill>
                    <a:srgbClr val="C00000"/>
                  </a:solidFill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E" dirty="0">
                    <a:sym typeface="Symbol" panose="05050102010706020507" pitchFamily="18" charset="2"/>
                  </a:rPr>
                  <a:t>where </a:t>
                </a:r>
                <a:r>
                  <a:rPr lang="en-IE" b="1" i="1" dirty="0">
                    <a:sym typeface="Symbol" panose="05050102010706020507" pitchFamily="18" charset="2"/>
                  </a:rPr>
                  <a:t></a:t>
                </a:r>
                <a:r>
                  <a:rPr lang="en-IE" dirty="0">
                    <a:sym typeface="Symbol" panose="05050102010706020507" pitchFamily="18" charset="2"/>
                  </a:rPr>
                  <a:t>  is a </a:t>
                </a:r>
                <a:r>
                  <a:rPr lang="en-IE" i="1" dirty="0">
                    <a:sym typeface="Symbol" panose="05050102010706020507" pitchFamily="18" charset="2"/>
                  </a:rPr>
                  <a:t>d</a:t>
                </a:r>
                <a:r>
                  <a:rPr lang="en-IE" dirty="0">
                    <a:sym typeface="Symbol" panose="05050102010706020507" pitchFamily="18" charset="2"/>
                  </a:rPr>
                  <a:t>-dimensional real vector.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E" dirty="0">
                    <a:sym typeface="Symbol" panose="05050102010706020507" pitchFamily="18" charset="2"/>
                  </a:rPr>
                  <a:t>An optimal policy is one that satisfies:</a:t>
                </a:r>
              </a:p>
              <a:p>
                <a:pPr>
                  <a:lnSpc>
                    <a:spcPct val="110000"/>
                  </a:lnSpc>
                </a:pPr>
                <a:endParaRPr lang="en-IE" i="1" dirty="0"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IE" dirty="0">
                    <a:sym typeface="Symbol" panose="05050102010706020507" pitchFamily="18" charset="2"/>
                  </a:rPr>
                  <a:t>It is learned by </a:t>
                </a:r>
                <a:r>
                  <a:rPr lang="en-IE" u="sng" dirty="0">
                    <a:sym typeface="Symbol" panose="05050102010706020507" pitchFamily="18" charset="2"/>
                  </a:rPr>
                  <a:t>gradient ascent</a:t>
                </a:r>
                <a:r>
                  <a:rPr lang="en-IE" dirty="0">
                    <a:sym typeface="Symbol" panose="05050102010706020507" pitchFamily="18" charset="2"/>
                  </a:rPr>
                  <a:t>, using the </a:t>
                </a:r>
                <a:r>
                  <a:rPr lang="en-IE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policy gradient theorem</a:t>
                </a:r>
                <a:r>
                  <a:rPr lang="en-IE" baseline="30000" dirty="0">
                    <a:sym typeface="Symbol" panose="05050102010706020507" pitchFamily="18" charset="2"/>
                  </a:rPr>
                  <a:t>(*)</a:t>
                </a:r>
                <a:r>
                  <a:rPr lang="en-IE" dirty="0">
                    <a:sym typeface="Symbol" panose="05050102010706020507" pitchFamily="18" charset="2"/>
                  </a:rPr>
                  <a:t>, by which: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IE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9D2D004-AABC-411C-AB01-6C2C54018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3601614" y="2291152"/>
                <a:ext cx="8563447" cy="4023360"/>
              </a:xfrm>
              <a:blipFill>
                <a:blip r:embed="rId2"/>
                <a:stretch>
                  <a:fillRect l="-783" t="-60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304B7-D1E2-4676-9715-CB9645A38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33A42-9900-4A89-B79F-9F316EB36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71E80-05A8-4AD5-BCF3-BCE748BE6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r>
              <a:rPr lang="en-US" dirty="0"/>
              <a:t> / 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233DFB-5AA1-4F66-BE78-3A207A35773A}"/>
                  </a:ext>
                </a:extLst>
              </p:cNvPr>
              <p:cNvSpPr txBox="1"/>
              <p:nvPr/>
            </p:nvSpPr>
            <p:spPr>
              <a:xfrm>
                <a:off x="6097714" y="4219090"/>
                <a:ext cx="2720617" cy="4342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acc>
                      <m:sSub>
                        <m:sSubPr>
                          <m:ctrlP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sSup>
                            <m:sSupPr>
                              <m:ctrlPr>
                                <a:rPr lang="en-IE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IE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E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I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IE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IE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e>
                                <m:sub>
                                  <m:r>
                                    <a:rPr lang="en-IE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</m:sup>
                          </m:sSup>
                          <m:d>
                            <m:dPr>
                              <m:ctrlPr>
                                <a:rPr lang="en-IE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E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E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233DFB-5AA1-4F66-BE78-3A207A357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714" y="4219090"/>
                <a:ext cx="2720617" cy="434286"/>
              </a:xfrm>
              <a:prstGeom prst="rect">
                <a:avLst/>
              </a:prstGeom>
              <a:blipFill>
                <a:blip r:embed="rId3"/>
                <a:stretch>
                  <a:fillRect l="-1342" b="-14085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98FE15-7EFF-4CA4-AF10-4505D6C40328}"/>
                  </a:ext>
                </a:extLst>
              </p:cNvPr>
              <p:cNvSpPr txBox="1"/>
              <p:nvPr/>
            </p:nvSpPr>
            <p:spPr>
              <a:xfrm>
                <a:off x="3705714" y="771124"/>
                <a:ext cx="8225497" cy="12262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IE" b="1" dirty="0"/>
                  <a:t>FVRL: Learn an optimal policy </a:t>
                </a:r>
                <a:r>
                  <a:rPr lang="en-IE" b="1" dirty="0">
                    <a:sym typeface="Symbol" panose="05050102010706020507" pitchFamily="18" charset="2"/>
                  </a:rPr>
                  <a:t> </a:t>
                </a:r>
                <a:r>
                  <a:rPr lang="en-IE" b="1" dirty="0"/>
                  <a:t>that maximizes the long-run expected reward,</a:t>
                </a:r>
              </a:p>
              <a:p>
                <a:pPr algn="ctr"/>
                <a:endParaRPr lang="en-IE" b="1" dirty="0"/>
              </a:p>
              <a:p>
                <a:pPr algn="ctr"/>
                <a:endParaRPr lang="en-IE" i="1" dirty="0"/>
              </a:p>
              <a:p>
                <a:pPr algn="ctr"/>
                <a:r>
                  <a:rPr lang="en-IE" dirty="0"/>
                  <a:t>using the </a:t>
                </a:r>
                <a:r>
                  <a:rPr lang="en-IE" b="1" dirty="0">
                    <a:solidFill>
                      <a:srgbClr val="00B050"/>
                    </a:solidFill>
                  </a:rPr>
                  <a:t>Fleming-</a:t>
                </a:r>
                <a:r>
                  <a:rPr lang="en-IE" b="1" dirty="0" err="1">
                    <a:solidFill>
                      <a:srgbClr val="00B050"/>
                    </a:solidFill>
                  </a:rPr>
                  <a:t>Viot</a:t>
                </a:r>
                <a:r>
                  <a:rPr lang="en-IE" b="1" dirty="0">
                    <a:solidFill>
                      <a:srgbClr val="00B050"/>
                    </a:solidFill>
                  </a:rPr>
                  <a:t> estimation</a:t>
                </a:r>
                <a:r>
                  <a:rPr lang="en-IE" dirty="0"/>
                  <a:t> of the stationary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IE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p>
                    </m:sSup>
                    <m:d>
                      <m:dPr>
                        <m:ctrlPr>
                          <a:rPr lang="en-I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IE" i="1" dirty="0"/>
                  <a:t>.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98FE15-7EFF-4CA4-AF10-4505D6C40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714" y="771124"/>
                <a:ext cx="8225497" cy="1226255"/>
              </a:xfrm>
              <a:prstGeom prst="rect">
                <a:avLst/>
              </a:prstGeom>
              <a:blipFill>
                <a:blip r:embed="rId4"/>
                <a:stretch>
                  <a:fillRect t="-3465" b="-4455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9D27769-3133-4639-8817-3D22F253C927}"/>
                  </a:ext>
                </a:extLst>
              </p:cNvPr>
              <p:cNvSpPr txBox="1"/>
              <p:nvPr/>
            </p:nvSpPr>
            <p:spPr>
              <a:xfrm>
                <a:off x="6433512" y="1083157"/>
                <a:ext cx="2100319" cy="59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I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I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E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E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sup>
                          </m:sSup>
                          <m:d>
                            <m:dPr>
                              <m:ctrlP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E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9D27769-3133-4639-8817-3D22F253C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512" y="1083157"/>
                <a:ext cx="2100319" cy="5974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E812E0B-9F46-449B-96DD-352B476A479A}"/>
                  </a:ext>
                </a:extLst>
              </p:cNvPr>
              <p:cNvSpPr txBox="1"/>
              <p:nvPr/>
            </p:nvSpPr>
            <p:spPr>
              <a:xfrm>
                <a:off x="6198846" y="5196641"/>
                <a:ext cx="23349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𝛁</m:t>
                          </m:r>
                          <m:r>
                            <a:rPr lang="en-I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p>
                          <m:sSub>
                            <m:sSubPr>
                              <m:ctrlPr>
                                <a:rPr lang="en-I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IE" sz="1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en-I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I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I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𝛁</m:t>
                      </m:r>
                      <m:sSub>
                        <m:sSubPr>
                          <m:ctrlPr>
                            <a:rPr lang="en-IE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IE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</m:oMath>
                  </m:oMathPara>
                </a14:m>
                <a:endParaRPr lang="en-IE" sz="1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E812E0B-9F46-449B-96DD-352B476A4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846" y="5196641"/>
                <a:ext cx="233498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DD5F00B5-66F9-4E64-AAAF-0D2318707F5F}"/>
              </a:ext>
            </a:extLst>
          </p:cNvPr>
          <p:cNvSpPr txBox="1"/>
          <p:nvPr/>
        </p:nvSpPr>
        <p:spPr>
          <a:xfrm>
            <a:off x="4273420" y="5971593"/>
            <a:ext cx="6699380" cy="298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1600" dirty="0"/>
              <a:t>(*) E.g. see “Reinforcement Learning”, Sutton &amp; </a:t>
            </a:r>
            <a:r>
              <a:rPr lang="en-IE" sz="1600" dirty="0" err="1"/>
              <a:t>Barto</a:t>
            </a:r>
            <a:r>
              <a:rPr lang="en-IE" sz="1600" dirty="0"/>
              <a:t> (2018), Ch. 13</a:t>
            </a:r>
          </a:p>
        </p:txBody>
      </p:sp>
    </p:spTree>
    <p:extLst>
      <p:ext uri="{BB962C8B-B14F-4D97-AF65-F5344CB8AC3E}">
        <p14:creationId xmlns:p14="http://schemas.microsoft.com/office/powerpoint/2010/main" val="84511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0" grpId="0"/>
      <p:bldP spid="34" grpId="0"/>
      <p:bldP spid="35" grpId="0"/>
      <p:bldP spid="40" grpId="0"/>
      <p:bldP spid="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1D0A-ABCA-4766-98E5-07C9CD6E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200" b="1" dirty="0"/>
              <a:t>FVRL workflow</a:t>
            </a:r>
            <a:endParaRPr lang="en-IE" sz="32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304B7-D1E2-4676-9715-CB9645A38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33A42-9900-4A89-B79F-9F316EB36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71E80-05A8-4AD5-BCF3-BCE748BE6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r>
              <a:rPr lang="en-US" dirty="0"/>
              <a:t> / 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9D27769-3133-4639-8817-3D22F253C927}"/>
                  </a:ext>
                </a:extLst>
              </p:cNvPr>
              <p:cNvSpPr txBox="1"/>
              <p:nvPr/>
            </p:nvSpPr>
            <p:spPr>
              <a:xfrm>
                <a:off x="6630016" y="4904445"/>
                <a:ext cx="2338782" cy="59747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p>
                          <m:sSub>
                            <m:sSubPr>
                              <m:ctrlPr>
                                <a:rPr lang="en-IE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I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E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E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IE" sz="16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1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e>
                                <m:sub>
                                  <m:r>
                                    <a:rPr lang="en-IE" sz="16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</m:sup>
                          </m:sSup>
                          <m:d>
                            <m:dPr>
                              <m:ctrlP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E" sz="16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E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9D27769-3133-4639-8817-3D22F253C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016" y="4904445"/>
                <a:ext cx="2338782" cy="5974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1238374-3D11-46E3-92E7-2E94BC2F7D73}"/>
              </a:ext>
            </a:extLst>
          </p:cNvPr>
          <p:cNvSpPr/>
          <p:nvPr/>
        </p:nvSpPr>
        <p:spPr>
          <a:xfrm>
            <a:off x="3925253" y="794077"/>
            <a:ext cx="2400903" cy="8407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Define parameterized policy </a:t>
            </a:r>
            <a:r>
              <a:rPr lang="en-IE" b="1" i="1" dirty="0">
                <a:solidFill>
                  <a:srgbClr val="C00000"/>
                </a:solidFill>
                <a:sym typeface="Symbol" panose="05050102010706020507" pitchFamily="18" charset="2"/>
              </a:rPr>
              <a:t></a:t>
            </a:r>
            <a:r>
              <a:rPr lang="en-IE" b="1" i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</a:t>
            </a:r>
            <a:endParaRPr lang="en-IE" b="1" i="1" dirty="0">
              <a:solidFill>
                <a:srgbClr val="C00000"/>
              </a:solidFill>
              <a:sym typeface="Symbol" panose="05050102010706020507" pitchFamily="18" charset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30669C-A744-4272-BCC2-883C1C8B8313}"/>
              </a:ext>
            </a:extLst>
          </p:cNvPr>
          <p:cNvSpPr txBox="1"/>
          <p:nvPr/>
        </p:nvSpPr>
        <p:spPr>
          <a:xfrm>
            <a:off x="6770916" y="883161"/>
            <a:ext cx="2185414" cy="5974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dirty="0"/>
              <a:t>E.g. </a:t>
            </a:r>
            <a:r>
              <a:rPr lang="en-IE" sz="1600" b="1" dirty="0"/>
              <a:t>Neural network</a:t>
            </a:r>
            <a:r>
              <a:rPr lang="en-IE" sz="1600" dirty="0"/>
              <a:t> model</a:t>
            </a:r>
            <a:endParaRPr lang="en-IE" sz="1600" b="1" dirty="0">
              <a:solidFill>
                <a:srgbClr val="00B050"/>
              </a:solidFill>
            </a:endParaRPr>
          </a:p>
        </p:txBody>
      </p:sp>
      <p:pic>
        <p:nvPicPr>
          <p:cNvPr id="1026" name="Picture 2" descr="Introduction to Neural Networks with Scikit-Learn">
            <a:extLst>
              <a:ext uri="{FF2B5EF4-FFF2-40B4-BE49-F238E27FC236}">
                <a16:creationId xmlns:a16="http://schemas.microsoft.com/office/drawing/2014/main" id="{C44BB903-AB87-4718-BC6C-2EFA106DF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306" y="626659"/>
            <a:ext cx="1111728" cy="99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90075BC-5ECE-48AF-8FFB-A6932D09326A}"/>
              </a:ext>
            </a:extLst>
          </p:cNvPr>
          <p:cNvSpPr/>
          <p:nvPr/>
        </p:nvSpPr>
        <p:spPr>
          <a:xfrm>
            <a:off x="3925254" y="1825009"/>
            <a:ext cx="2400903" cy="45367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Initialize </a:t>
            </a:r>
            <a:r>
              <a:rPr lang="en-IE" b="1" i="1" dirty="0">
                <a:solidFill>
                  <a:srgbClr val="C00000"/>
                </a:solidFill>
                <a:sym typeface="Symbol" panose="05050102010706020507" pitchFamily="18" charset="2"/>
              </a:rPr>
              <a:t> = </a:t>
            </a:r>
            <a:r>
              <a:rPr lang="en-IE" b="1" i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0</a:t>
            </a:r>
            <a:endParaRPr lang="en-IE" b="1" i="1" dirty="0">
              <a:solidFill>
                <a:srgbClr val="C00000"/>
              </a:solidFill>
              <a:sym typeface="Symbol" panose="05050102010706020507" pitchFamily="18" charset="2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8DE2FD-85AD-4F47-BABE-E2C649759AC3}"/>
              </a:ext>
            </a:extLst>
          </p:cNvPr>
          <p:cNvSpPr/>
          <p:nvPr/>
        </p:nvSpPr>
        <p:spPr>
          <a:xfrm>
            <a:off x="3925254" y="2473693"/>
            <a:ext cx="2400903" cy="66877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Estimate absorption set </a:t>
            </a:r>
            <a:r>
              <a:rPr lang="en-IE" sz="1800" kern="1200" dirty="0">
                <a:solidFill>
                  <a:schemeClr val="bg1"/>
                </a:solidFill>
                <a:effectLst/>
                <a:latin typeface="Lucida Calligraphy" panose="03010101010101010101" pitchFamily="66" charset="0"/>
                <a:ea typeface="+mn-ea"/>
                <a:cs typeface="+mn-cs"/>
              </a:rPr>
              <a:t>A</a:t>
            </a:r>
            <a:endParaRPr lang="en-IE" b="1" i="1" dirty="0">
              <a:solidFill>
                <a:schemeClr val="bg1"/>
              </a:solidFill>
              <a:sym typeface="Symbol" panose="05050102010706020507" pitchFamily="18" charset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097BDA-8C77-4C88-804C-CF3541E818A9}"/>
              </a:ext>
            </a:extLst>
          </p:cNvPr>
          <p:cNvSpPr txBox="1"/>
          <p:nvPr/>
        </p:nvSpPr>
        <p:spPr>
          <a:xfrm>
            <a:off x="6764696" y="1727576"/>
            <a:ext cx="1976099" cy="5974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dirty="0"/>
              <a:t>E.g. </a:t>
            </a:r>
            <a:r>
              <a:rPr lang="en-IE" sz="1600" b="1" dirty="0"/>
              <a:t>Random walk </a:t>
            </a:r>
            <a:r>
              <a:rPr lang="en-IE" sz="1600" dirty="0"/>
              <a:t>policy</a:t>
            </a:r>
            <a:endParaRPr lang="en-IE" sz="16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AA0F477-8FA0-43D6-B756-7C45AFABAB18}"/>
                  </a:ext>
                </a:extLst>
              </p:cNvPr>
              <p:cNvSpPr/>
              <p:nvPr/>
            </p:nvSpPr>
            <p:spPr>
              <a:xfrm>
                <a:off x="3925253" y="3356601"/>
                <a:ext cx="2400903" cy="1170569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/>
                  <a:t>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1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1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sSub>
                          <m:sSubPr>
                            <m:ctrlPr>
                              <a:rPr lang="en-IE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IE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IE" sz="1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sz="1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IE" sz="1600" b="1" dirty="0">
                  <a:solidFill>
                    <a:srgbClr val="7030A0"/>
                  </a:solidFill>
                </a:endParaRPr>
              </a:p>
              <a:p>
                <a:pPr algn="ctr"/>
                <a:r>
                  <a:rPr lang="en-IE" dirty="0"/>
                  <a:t>for </a:t>
                </a:r>
                <a:r>
                  <a:rPr lang="en-IE" b="1" i="1" dirty="0"/>
                  <a:t>x</a:t>
                </a:r>
                <a:r>
                  <a:rPr lang="en-IE" dirty="0"/>
                  <a:t> outside </a:t>
                </a:r>
                <a:r>
                  <a:rPr lang="en-IE" dirty="0">
                    <a:solidFill>
                      <a:schemeClr val="bg1"/>
                    </a:solidFill>
                    <a:latin typeface="Lucida Calligraphy" panose="03010101010101010101" pitchFamily="66" charset="0"/>
                  </a:rPr>
                  <a:t>A</a:t>
                </a:r>
                <a:r>
                  <a:rPr lang="en-IE" dirty="0"/>
                  <a:t> with</a:t>
                </a:r>
              </a:p>
              <a:p>
                <a:pPr algn="ctr"/>
                <a:r>
                  <a:rPr lang="en-IE" b="1" dirty="0">
                    <a:solidFill>
                      <a:srgbClr val="00B050"/>
                    </a:solidFill>
                  </a:rPr>
                  <a:t>Fleming-</a:t>
                </a:r>
                <a:r>
                  <a:rPr lang="en-IE" b="1" dirty="0" err="1">
                    <a:solidFill>
                      <a:srgbClr val="00B050"/>
                    </a:solidFill>
                  </a:rPr>
                  <a:t>Viot</a:t>
                </a:r>
                <a:endParaRPr lang="en-IE" b="1" dirty="0">
                  <a:solidFill>
                    <a:srgbClr val="00B050"/>
                  </a:solidFill>
                </a:endParaRPr>
              </a:p>
              <a:p>
                <a:pPr algn="ctr"/>
                <a:r>
                  <a:rPr lang="en-IE" b="1" dirty="0">
                    <a:solidFill>
                      <a:srgbClr val="00B050"/>
                    </a:solidFill>
                  </a:rPr>
                  <a:t>particle system</a:t>
                </a:r>
                <a:endParaRPr lang="en-IE" b="1" i="1" dirty="0">
                  <a:solidFill>
                    <a:srgbClr val="00B050"/>
                  </a:solidFill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AA0F477-8FA0-43D6-B756-7C45AFABAB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253" y="3356601"/>
                <a:ext cx="2400903" cy="1170569"/>
              </a:xfrm>
              <a:prstGeom prst="rect">
                <a:avLst/>
              </a:prstGeom>
              <a:blipFill>
                <a:blip r:embed="rId4"/>
                <a:stretch>
                  <a:fillRect t="-3093" b="-8247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5DC72B67-79B1-46A3-AFC1-A490D8A60752}"/>
              </a:ext>
            </a:extLst>
          </p:cNvPr>
          <p:cNvGrpSpPr/>
          <p:nvPr/>
        </p:nvGrpSpPr>
        <p:grpSpPr>
          <a:xfrm>
            <a:off x="9959807" y="2338510"/>
            <a:ext cx="1992707" cy="1209738"/>
            <a:chOff x="3726836" y="1099266"/>
            <a:chExt cx="3870037" cy="198581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F990B4E-C57D-40BF-B43C-C4368D10E90F}"/>
                </a:ext>
              </a:extLst>
            </p:cNvPr>
            <p:cNvSpPr/>
            <p:nvPr/>
          </p:nvSpPr>
          <p:spPr>
            <a:xfrm>
              <a:off x="3726836" y="1099266"/>
              <a:ext cx="3870037" cy="1985818"/>
            </a:xfrm>
            <a:prstGeom prst="rect">
              <a:avLst/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45D73AA-CF7F-4E61-97AD-874A4677E4B4}"/>
                </a:ext>
              </a:extLst>
            </p:cNvPr>
            <p:cNvSpPr/>
            <p:nvPr/>
          </p:nvSpPr>
          <p:spPr>
            <a:xfrm>
              <a:off x="3998594" y="1773520"/>
              <a:ext cx="1745673" cy="10991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1A6A37C-D314-4D6E-80A7-595C7FC63B2A}"/>
                </a:ext>
              </a:extLst>
            </p:cNvPr>
            <p:cNvSpPr/>
            <p:nvPr/>
          </p:nvSpPr>
          <p:spPr>
            <a:xfrm>
              <a:off x="6353868" y="1318401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3B60E59-13EA-425E-BD18-6A3C7F3F521B}"/>
                </a:ext>
              </a:extLst>
            </p:cNvPr>
            <p:cNvSpPr/>
            <p:nvPr/>
          </p:nvSpPr>
          <p:spPr>
            <a:xfrm>
              <a:off x="6714086" y="2590478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EF70265-6F7D-4205-A2F9-C19B12652853}"/>
                </a:ext>
              </a:extLst>
            </p:cNvPr>
            <p:cNvSpPr/>
            <p:nvPr/>
          </p:nvSpPr>
          <p:spPr>
            <a:xfrm>
              <a:off x="3906448" y="1199134"/>
              <a:ext cx="442912" cy="350981"/>
            </a:xfrm>
            <a:prstGeom prst="rect">
              <a:avLst/>
            </a:prstGeom>
            <a:solidFill>
              <a:srgbClr val="C999E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R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CD12ED1-F355-4CF2-911C-BBB18A7583E9}"/>
                </a:ext>
              </a:extLst>
            </p:cNvPr>
            <p:cNvSpPr/>
            <p:nvPr/>
          </p:nvSpPr>
          <p:spPr>
            <a:xfrm>
              <a:off x="7221624" y="1465514"/>
              <a:ext cx="88791" cy="104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000" dirty="0">
                  <a:solidFill>
                    <a:schemeClr val="tx1"/>
                  </a:solidFill>
                  <a:latin typeface="Lucida Calligraphy" panose="03010101010101010101" pitchFamily="66" charset="0"/>
                </a:rPr>
                <a:t>S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A53C47C-CD5D-4B07-A3B6-89F341977829}"/>
                  </a:ext>
                </a:extLst>
              </p14:cNvPr>
              <p14:cNvContentPartPr/>
              <p14:nvPr/>
            </p14:nvContentPartPr>
            <p14:xfrm>
              <a:off x="10173879" y="2542959"/>
              <a:ext cx="964646" cy="949384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A53C47C-CD5D-4B07-A3B6-89F3419778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64880" y="2533958"/>
                <a:ext cx="982283" cy="9670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7D92C9F-E3DF-45F0-A50C-56FA656D0660}"/>
                  </a:ext>
                </a:extLst>
              </p14:cNvPr>
              <p14:cNvContentPartPr/>
              <p14:nvPr/>
            </p14:nvContentPartPr>
            <p14:xfrm>
              <a:off x="10137320" y="2849683"/>
              <a:ext cx="93054" cy="127199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7D92C9F-E3DF-45F0-A50C-56FA656D06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28338" y="2840700"/>
                <a:ext cx="110659" cy="144806"/>
              </a:xfrm>
              <a:prstGeom prst="rect">
                <a:avLst/>
              </a:prstGeom>
            </p:spPr>
          </p:pic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9CCDB8C8-7243-4502-9DBD-1CBC45E97F44}"/>
              </a:ext>
            </a:extLst>
          </p:cNvPr>
          <p:cNvSpPr txBox="1"/>
          <p:nvPr/>
        </p:nvSpPr>
        <p:spPr>
          <a:xfrm>
            <a:off x="6680718" y="2448966"/>
            <a:ext cx="2185414" cy="71399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dirty="0"/>
              <a:t>E.g. Based on initial excursion and </a:t>
            </a:r>
            <a:r>
              <a:rPr lang="en-IE" sz="1600" b="1" dirty="0"/>
              <a:t>visit frequency threshold</a:t>
            </a:r>
            <a:endParaRPr lang="en-IE" sz="1600" b="1" dirty="0">
              <a:solidFill>
                <a:srgbClr val="00B050"/>
              </a:solidFill>
            </a:endParaRPr>
          </a:p>
        </p:txBody>
      </p:sp>
      <p:pic>
        <p:nvPicPr>
          <p:cNvPr id="1034" name="Picture 10" descr="Throwing dice stock photo. Image of casino, game, fortune - 15496010">
            <a:extLst>
              <a:ext uri="{FF2B5EF4-FFF2-40B4-BE49-F238E27FC236}">
                <a16:creationId xmlns:a16="http://schemas.microsoft.com/office/drawing/2014/main" id="{2E1E982E-3D52-499A-8A9B-F37717BD2A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3" t="9018" r="14139" b="21915"/>
          <a:stretch/>
        </p:blipFill>
        <p:spPr bwMode="auto">
          <a:xfrm>
            <a:off x="10672238" y="1686254"/>
            <a:ext cx="624588" cy="41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FB2983CB-B32D-490E-BB68-D693453A615E}"/>
              </a:ext>
            </a:extLst>
          </p:cNvPr>
          <p:cNvGrpSpPr/>
          <p:nvPr/>
        </p:nvGrpSpPr>
        <p:grpSpPr>
          <a:xfrm>
            <a:off x="9959958" y="3839400"/>
            <a:ext cx="1992707" cy="1209738"/>
            <a:chOff x="9309791" y="4810428"/>
            <a:chExt cx="2520000" cy="1530000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4EDDF35-C097-4834-9640-0316784F65F6}"/>
                </a:ext>
              </a:extLst>
            </p:cNvPr>
            <p:cNvGrpSpPr/>
            <p:nvPr/>
          </p:nvGrpSpPr>
          <p:grpSpPr>
            <a:xfrm>
              <a:off x="9309791" y="4810428"/>
              <a:ext cx="2520000" cy="1530000"/>
              <a:chOff x="9312400" y="4540446"/>
              <a:chExt cx="2520000" cy="1530000"/>
            </a:xfrm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43A2C129-4CF0-4B62-9A45-7CA9C199E157}"/>
                  </a:ext>
                </a:extLst>
              </p:cNvPr>
              <p:cNvGrpSpPr/>
              <p:nvPr/>
            </p:nvGrpSpPr>
            <p:grpSpPr>
              <a:xfrm>
                <a:off x="9312400" y="4540446"/>
                <a:ext cx="2520000" cy="1530000"/>
                <a:chOff x="4729018" y="4147127"/>
                <a:chExt cx="3870037" cy="1985818"/>
              </a:xfrm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380F8F90-1BB7-4EDF-8B1F-E14D3C4D1713}"/>
                    </a:ext>
                  </a:extLst>
                </p:cNvPr>
                <p:cNvSpPr/>
                <p:nvPr/>
              </p:nvSpPr>
              <p:spPr>
                <a:xfrm>
                  <a:off x="4729018" y="4147127"/>
                  <a:ext cx="3870037" cy="1985818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E" dirty="0"/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74B3D77-3918-4B93-B8EF-2916A85A9A46}"/>
                    </a:ext>
                  </a:extLst>
                </p:cNvPr>
                <p:cNvSpPr/>
                <p:nvPr/>
              </p:nvSpPr>
              <p:spPr>
                <a:xfrm>
                  <a:off x="4996872" y="4821381"/>
                  <a:ext cx="1745673" cy="1099127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A</a:t>
                  </a: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9A16BBBF-80F6-488C-BA3E-D6EDB9F7AE70}"/>
                    </a:ext>
                  </a:extLst>
                </p:cNvPr>
                <p:cNvSpPr/>
                <p:nvPr/>
              </p:nvSpPr>
              <p:spPr>
                <a:xfrm>
                  <a:off x="7352146" y="4366262"/>
                  <a:ext cx="442912" cy="350981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R</a:t>
                  </a: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8C31042C-AAD5-4394-9872-38D02F3AE2DD}"/>
                    </a:ext>
                  </a:extLst>
                </p:cNvPr>
                <p:cNvSpPr/>
                <p:nvPr/>
              </p:nvSpPr>
              <p:spPr>
                <a:xfrm>
                  <a:off x="7712364" y="5638339"/>
                  <a:ext cx="442912" cy="350981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R</a:t>
                  </a:r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B3ED4C42-FEE1-456C-99F3-9E8B42CE7BE5}"/>
                    </a:ext>
                  </a:extLst>
                </p:cNvPr>
                <p:cNvSpPr/>
                <p:nvPr/>
              </p:nvSpPr>
              <p:spPr>
                <a:xfrm>
                  <a:off x="4904726" y="4246995"/>
                  <a:ext cx="442912" cy="350981"/>
                </a:xfrm>
                <a:prstGeom prst="rect">
                  <a:avLst/>
                </a:prstGeom>
                <a:solidFill>
                  <a:srgbClr val="C999E3"/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R</a:t>
                  </a: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2AF5F0ED-1E3C-4DDD-8404-A2178B382F43}"/>
                    </a:ext>
                  </a:extLst>
                </p:cNvPr>
                <p:cNvSpPr/>
                <p:nvPr/>
              </p:nvSpPr>
              <p:spPr>
                <a:xfrm>
                  <a:off x="8147418" y="4446110"/>
                  <a:ext cx="207721" cy="27894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E" sz="4000" dirty="0"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S</a:t>
                  </a:r>
                </a:p>
              </p:txBody>
            </p:sp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DEFB59C1-EEF4-4772-A70F-42B329E20F9B}"/>
                      </a:ext>
                    </a:extLst>
                  </p14:cNvPr>
                  <p14:cNvContentPartPr/>
                  <p14:nvPr/>
                </p14:nvContentPartPr>
                <p14:xfrm>
                  <a:off x="9864968" y="4808947"/>
                  <a:ext cx="469337" cy="170498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DEFB59C1-EEF4-4772-A70F-42B329E20F9B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9853587" y="4797580"/>
                    <a:ext cx="491643" cy="1927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8607425F-10AE-459D-8FA9-046AA7CA21AC}"/>
                      </a:ext>
                    </a:extLst>
                  </p14:cNvPr>
                  <p14:cNvContentPartPr/>
                  <p14:nvPr/>
                </p14:nvContentPartPr>
                <p14:xfrm>
                  <a:off x="10675666" y="4815383"/>
                  <a:ext cx="909846" cy="890727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8607425F-10AE-459D-8FA9-046AA7CA21AC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0652920" y="4792626"/>
                    <a:ext cx="954883" cy="9357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C0DD8623-CBEE-46F2-84DA-D19D264F81C0}"/>
                      </a:ext>
                    </a:extLst>
                  </p14:cNvPr>
                  <p14:cNvContentPartPr/>
                  <p14:nvPr/>
                </p14:nvContentPartPr>
                <p14:xfrm>
                  <a:off x="10564187" y="5287334"/>
                  <a:ext cx="138215" cy="236802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C0DD8623-CBEE-46F2-84DA-D19D264F81C0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10541454" y="5264565"/>
                    <a:ext cx="183226" cy="28188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8CA7AA4-C173-448D-A909-D5B958807798}"/>
                    </a:ext>
                  </a:extLst>
                </p14:cNvPr>
                <p14:cNvContentPartPr/>
                <p14:nvPr/>
              </p14:nvContentPartPr>
              <p14:xfrm>
                <a:off x="10298534" y="5192524"/>
                <a:ext cx="145220" cy="83495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8CA7AA4-C173-448D-A909-D5B9588077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87153" y="5181180"/>
                  <a:ext cx="167527" cy="10573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762CE66-4394-45E8-8F98-BA4F082046F6}"/>
                </a:ext>
              </a:extLst>
            </p:cNvPr>
            <p:cNvGrpSpPr/>
            <p:nvPr/>
          </p:nvGrpSpPr>
          <p:grpSpPr>
            <a:xfrm>
              <a:off x="10614999" y="5683679"/>
              <a:ext cx="983880" cy="187920"/>
              <a:chOff x="10617487" y="5684121"/>
              <a:chExt cx="983880" cy="187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EC3E836A-B493-4EB9-8306-3144A663BA70}"/>
                      </a:ext>
                    </a:extLst>
                  </p14:cNvPr>
                  <p14:cNvContentPartPr/>
                  <p14:nvPr/>
                </p14:nvContentPartPr>
                <p14:xfrm>
                  <a:off x="10617487" y="5741361"/>
                  <a:ext cx="144720" cy="360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EC3E836A-B493-4EB9-8306-3144A663BA70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10606110" y="5732721"/>
                    <a:ext cx="16702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6A7CF3F9-5F6E-4D3A-9AE6-179C63F971ED}"/>
                      </a:ext>
                    </a:extLst>
                  </p14:cNvPr>
                  <p14:cNvContentPartPr/>
                  <p14:nvPr/>
                </p14:nvContentPartPr>
                <p14:xfrm>
                  <a:off x="10851487" y="5741361"/>
                  <a:ext cx="112680" cy="360"/>
                </p14:xfrm>
              </p:contentPart>
            </mc:Choice>
            <mc:Fallback xmlns=""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6A7CF3F9-5F6E-4D3A-9AE6-179C63F971ED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10840128" y="5732721"/>
                    <a:ext cx="134943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37AC45AC-56FA-4AD1-A08E-B3DA5A63B5E1}"/>
                      </a:ext>
                    </a:extLst>
                  </p14:cNvPr>
                  <p14:cNvContentPartPr/>
                  <p14:nvPr/>
                </p14:nvContentPartPr>
                <p14:xfrm>
                  <a:off x="11062807" y="5741361"/>
                  <a:ext cx="138240" cy="36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37AC45AC-56FA-4AD1-A08E-B3DA5A63B5E1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1051893" y="5732721"/>
                    <a:ext cx="160522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76" name="Ink 75">
                    <a:extLst>
                      <a:ext uri="{FF2B5EF4-FFF2-40B4-BE49-F238E27FC236}">
                        <a16:creationId xmlns:a16="http://schemas.microsoft.com/office/drawing/2014/main" id="{E7040AA5-3E3A-4ADE-9839-4C5978F842FC}"/>
                      </a:ext>
                    </a:extLst>
                  </p14:cNvPr>
                  <p14:cNvContentPartPr/>
                  <p14:nvPr/>
                </p14:nvContentPartPr>
                <p14:xfrm>
                  <a:off x="11301487" y="5741361"/>
                  <a:ext cx="152280" cy="360"/>
                </p14:xfrm>
              </p:contentPart>
            </mc:Choice>
            <mc:Fallback xmlns=""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E7040AA5-3E3A-4ADE-9839-4C5978F842FC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11290089" y="5732721"/>
                    <a:ext cx="17462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46BC30F9-68B6-426A-999B-B0CAD0192407}"/>
                      </a:ext>
                    </a:extLst>
                  </p14:cNvPr>
                  <p14:cNvContentPartPr/>
                  <p14:nvPr/>
                </p14:nvContentPartPr>
                <p14:xfrm>
                  <a:off x="11509567" y="5741361"/>
                  <a:ext cx="67320" cy="36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46BC30F9-68B6-426A-999B-B0CAD0192407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11498195" y="5732721"/>
                    <a:ext cx="89608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78" name="Ink 77">
                    <a:extLst>
                      <a:ext uri="{FF2B5EF4-FFF2-40B4-BE49-F238E27FC236}">
                        <a16:creationId xmlns:a16="http://schemas.microsoft.com/office/drawing/2014/main" id="{6779DD25-36AE-4105-99CC-310F70FFE458}"/>
                      </a:ext>
                    </a:extLst>
                  </p14:cNvPr>
                  <p14:cNvContentPartPr/>
                  <p14:nvPr/>
                </p14:nvContentPartPr>
                <p14:xfrm>
                  <a:off x="11547367" y="5741361"/>
                  <a:ext cx="54000" cy="360"/>
                </p14:xfrm>
              </p:contentPart>
            </mc:Choice>
            <mc:Fallback xmlns="">
              <p:pic>
                <p:nvPicPr>
                  <p:cNvPr id="78" name="Ink 77">
                    <a:extLst>
                      <a:ext uri="{FF2B5EF4-FFF2-40B4-BE49-F238E27FC236}">
                        <a16:creationId xmlns:a16="http://schemas.microsoft.com/office/drawing/2014/main" id="{6779DD25-36AE-4105-99CC-310F70FFE458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11536022" y="5732721"/>
                    <a:ext cx="76235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4AA83293-0D01-4E06-8049-8AB98CDCD45E}"/>
                      </a:ext>
                    </a:extLst>
                  </p14:cNvPr>
                  <p14:cNvContentPartPr/>
                  <p14:nvPr/>
                </p14:nvContentPartPr>
                <p14:xfrm>
                  <a:off x="11532247" y="5684121"/>
                  <a:ext cx="51120" cy="6156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4AA83293-0D01-4E06-8049-8AB98CDCD45E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11520836" y="5672805"/>
                    <a:ext cx="73485" cy="837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F3B2B922-44A5-450F-8EA3-E4CAAF624AC4}"/>
                      </a:ext>
                    </a:extLst>
                  </p14:cNvPr>
                  <p14:cNvContentPartPr/>
                  <p14:nvPr/>
                </p14:nvContentPartPr>
                <p14:xfrm>
                  <a:off x="11536927" y="5693481"/>
                  <a:ext cx="34920" cy="5508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F3B2B922-44A5-450F-8EA3-E4CAAF624AC4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11526043" y="5682101"/>
                    <a:ext cx="57142" cy="7738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8DEACCEF-9651-4B94-A855-D3778E318CE5}"/>
                      </a:ext>
                    </a:extLst>
                  </p14:cNvPr>
                  <p14:cNvContentPartPr/>
                  <p14:nvPr/>
                </p14:nvContentPartPr>
                <p14:xfrm>
                  <a:off x="11397247" y="5719041"/>
                  <a:ext cx="156960" cy="15300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8DEACCEF-9651-4B94-A855-D3778E318CE5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11386328" y="5708112"/>
                    <a:ext cx="179253" cy="175313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2EF317E-688F-48B6-A9D7-233D8E878C6A}"/>
                    </a:ext>
                  </a:extLst>
                </p14:cNvPr>
                <p14:cNvContentPartPr/>
                <p14:nvPr/>
              </p14:nvContentPartPr>
              <p14:xfrm>
                <a:off x="11551719" y="5701412"/>
                <a:ext cx="140040" cy="224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2EF317E-688F-48B6-A9D7-233D8E878C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540352" y="5690039"/>
                  <a:ext cx="162319" cy="24657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1C7F7EC-8F7D-477E-862C-B99A2138A635}"/>
                  </a:ext>
                </a:extLst>
              </p:cNvPr>
              <p:cNvSpPr txBox="1"/>
              <p:nvPr/>
            </p:nvSpPr>
            <p:spPr>
              <a:xfrm>
                <a:off x="6507350" y="3651913"/>
                <a:ext cx="3344635" cy="46384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sz="11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1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sSub>
                            <m:sSubPr>
                              <m:ctrlPr>
                                <a:rPr lang="en-IE" sz="11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1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IE" sz="11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en-IE" sz="11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1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IE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E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en-IE" sz="11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E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IE" sz="11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IE" sz="11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E" sz="11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E" sz="11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IE" sz="11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E" sz="11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</m:t>
                                      </m:r>
                                    </m:e>
                                    <m:sub>
                                      <m:r>
                                        <a:rPr lang="en-IE" sz="11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</m:sup>
                              </m:sSubSup>
                              <m:d>
                                <m:dPr>
                                  <m:ctrlPr>
                                    <a:rPr lang="en-IE" sz="11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E" sz="11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E" sz="11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IE" sz="11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𝒂𝒃𝒔</m:t>
                                      </m:r>
                                    </m:sub>
                                  </m:sSub>
                                  <m:r>
                                    <a:rPr lang="en-IE" sz="11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IE" sz="11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n-IE" sz="11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E" sz="11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E" sz="11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IE" sz="11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E" sz="11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</m:t>
                                      </m:r>
                                    </m:e>
                                    <m:sub>
                                      <m:r>
                                        <a:rPr lang="en-IE" sz="11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IE" sz="11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E" sz="11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d>
                                <m:dPr>
                                  <m:ctrlPr>
                                    <a:rPr lang="en-IE" sz="11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 sz="11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IE" sz="11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E" sz="11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IE" sz="11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E" sz="11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11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IE" sz="11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𝒂𝒃𝒔</m:t>
                                  </m:r>
                                </m:sub>
                              </m:sSub>
                              <m:r>
                                <a:rPr lang="en-IE" sz="11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E" sz="11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IE" sz="11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IE" sz="11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num>
                        <m:den>
                          <m:r>
                            <a:rPr lang="en-IE" sz="11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𝐄𝐱𝐩𝐞𝐜𝐭𝐞𝐝</m:t>
                          </m:r>
                          <m:r>
                            <a:rPr lang="en-IE" sz="11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sz="11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𝐜𝐲𝐜𝐥𝐞</m:t>
                          </m:r>
                          <m:r>
                            <a:rPr lang="en-IE" sz="11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sz="11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𝐭𝐢𝐦𝐞</m:t>
                          </m:r>
                          <m:r>
                            <a:rPr lang="en-IE" sz="11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sz="11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𝐭𝐨</m:t>
                          </m:r>
                          <m:r>
                            <a:rPr lang="en-IE" sz="11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IE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</m:t>
                          </m:r>
                          <m:r>
                            <a:rPr lang="en-IE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E" sz="11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sz="11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𝐮𝐧𝐝𝐞𝐫</m:t>
                          </m:r>
                          <m:r>
                            <a:rPr lang="en-IE" sz="11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E" sz="11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100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</m:t>
                              </m:r>
                            </m:e>
                            <m:sub>
                              <m:r>
                                <a:rPr lang="en-IE" sz="11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E" sz="11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1C7F7EC-8F7D-477E-862C-B99A2138A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350" y="3651913"/>
                <a:ext cx="3344635" cy="463849"/>
              </a:xfrm>
              <a:prstGeom prst="rect">
                <a:avLst/>
              </a:prstGeom>
              <a:blipFill>
                <a:blip r:embed="rId38"/>
                <a:stretch>
                  <a:fillRect t="-64103" b="-615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ectangle 92">
            <a:extLst>
              <a:ext uri="{FF2B5EF4-FFF2-40B4-BE49-F238E27FC236}">
                <a16:creationId xmlns:a16="http://schemas.microsoft.com/office/drawing/2014/main" id="{C62A2B81-2E8D-4B02-9ADA-CB59EA62A03D}"/>
              </a:ext>
            </a:extLst>
          </p:cNvPr>
          <p:cNvSpPr/>
          <p:nvPr/>
        </p:nvSpPr>
        <p:spPr>
          <a:xfrm>
            <a:off x="3925253" y="4772662"/>
            <a:ext cx="2400903" cy="767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Compute </a:t>
            </a:r>
            <a:r>
              <a:rPr lang="en-IE" b="1" dirty="0">
                <a:solidFill>
                  <a:schemeClr val="tx1"/>
                </a:solidFill>
              </a:rPr>
              <a:t>long-run expectation </a:t>
            </a:r>
            <a:r>
              <a:rPr lang="en-IE" dirty="0"/>
              <a:t>to maximize</a:t>
            </a:r>
            <a:endParaRPr lang="en-IE" i="1" dirty="0">
              <a:sym typeface="Symbol" panose="05050102010706020507" pitchFamily="18" charset="2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043EB95-303B-4A37-95FD-BE6C6DFEB222}"/>
              </a:ext>
            </a:extLst>
          </p:cNvPr>
          <p:cNvSpPr/>
          <p:nvPr/>
        </p:nvSpPr>
        <p:spPr>
          <a:xfrm>
            <a:off x="3912226" y="5762437"/>
            <a:ext cx="2417626" cy="51926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Update </a:t>
            </a:r>
            <a:r>
              <a:rPr lang="en-IE" b="1" i="1" dirty="0">
                <a:solidFill>
                  <a:srgbClr val="C00000"/>
                </a:solidFill>
                <a:sym typeface="Symbol" panose="05050102010706020507" pitchFamily="18" charset="2"/>
              </a:rPr>
              <a:t></a:t>
            </a:r>
            <a:r>
              <a:rPr lang="en-IE" b="1" i="1" dirty="0">
                <a:sym typeface="Symbol" panose="05050102010706020507" pitchFamily="18" charset="2"/>
              </a:rPr>
              <a:t> </a:t>
            </a:r>
          </a:p>
          <a:p>
            <a:pPr algn="ctr"/>
            <a:r>
              <a:rPr lang="en-IE" dirty="0">
                <a:sym typeface="Symbol" panose="05050102010706020507" pitchFamily="18" charset="2"/>
              </a:rPr>
              <a:t>by </a:t>
            </a:r>
            <a:r>
              <a:rPr lang="en-IE" b="1" dirty="0">
                <a:solidFill>
                  <a:schemeClr val="tx1"/>
                </a:solidFill>
                <a:sym typeface="Symbol" panose="05050102010706020507" pitchFamily="18" charset="2"/>
              </a:rPr>
              <a:t>gradient</a:t>
            </a:r>
            <a:r>
              <a:rPr lang="en-IE" dirty="0">
                <a:sym typeface="Symbol" panose="05050102010706020507" pitchFamily="18" charset="2"/>
              </a:rPr>
              <a:t> ascent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2C9FDA95-2071-4600-9441-FDE165B28A4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61852" y="4816819"/>
            <a:ext cx="2925103" cy="4666"/>
          </a:xfrm>
          <a:prstGeom prst="bentConnector5">
            <a:avLst>
              <a:gd name="adj1" fmla="val -4944"/>
              <a:gd name="adj2" fmla="val -30784784"/>
              <a:gd name="adj3" fmla="val 10398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3A03202E-69CF-4C0F-BB00-DD3A2CB86C24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5119567" y="1634837"/>
            <a:ext cx="6139" cy="1901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604D56-D9DB-4C44-93C1-C68BCF9E215F}"/>
              </a:ext>
            </a:extLst>
          </p:cNvPr>
          <p:cNvCxnSpPr>
            <a:cxnSpLocks/>
          </p:cNvCxnSpPr>
          <p:nvPr/>
        </p:nvCxnSpPr>
        <p:spPr>
          <a:xfrm>
            <a:off x="5119567" y="2278957"/>
            <a:ext cx="0" cy="1947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01C657F-D310-4706-A355-F39144F3D199}"/>
              </a:ext>
            </a:extLst>
          </p:cNvPr>
          <p:cNvCxnSpPr>
            <a:cxnSpLocks/>
          </p:cNvCxnSpPr>
          <p:nvPr/>
        </p:nvCxnSpPr>
        <p:spPr>
          <a:xfrm flipH="1">
            <a:off x="5126254" y="3142471"/>
            <a:ext cx="1" cy="2141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0E0C931-5CFB-4EC5-A2D7-5CC00144149E}"/>
              </a:ext>
            </a:extLst>
          </p:cNvPr>
          <p:cNvCxnSpPr>
            <a:cxnSpLocks/>
            <a:stCxn id="20" idx="2"/>
            <a:endCxn id="93" idx="0"/>
          </p:cNvCxnSpPr>
          <p:nvPr/>
        </p:nvCxnSpPr>
        <p:spPr>
          <a:xfrm>
            <a:off x="5125705" y="4527170"/>
            <a:ext cx="0" cy="2454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730C3B8-8A0A-4FA0-A8B5-796A69FA2AED}"/>
              </a:ext>
            </a:extLst>
          </p:cNvPr>
          <p:cNvCxnSpPr>
            <a:cxnSpLocks/>
            <a:stCxn id="93" idx="2"/>
            <a:endCxn id="94" idx="0"/>
          </p:cNvCxnSpPr>
          <p:nvPr/>
        </p:nvCxnSpPr>
        <p:spPr>
          <a:xfrm flipH="1">
            <a:off x="5121039" y="5539766"/>
            <a:ext cx="4666" cy="2226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433A03A-DF04-4004-8671-415C417304BC}"/>
                  </a:ext>
                </a:extLst>
              </p:cNvPr>
              <p:cNvSpPr txBox="1"/>
              <p:nvPr/>
            </p:nvSpPr>
            <p:spPr>
              <a:xfrm>
                <a:off x="7217853" y="5925266"/>
                <a:ext cx="1374992" cy="24622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𝛁</m:t>
                          </m:r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p>
                          <m:sSub>
                            <m:sSubPr>
                              <m:ctrlPr>
                                <a:rPr lang="en-IE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I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IE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IE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𝛁</m:t>
                      </m:r>
                      <m:sSub>
                        <m:sSubPr>
                          <m:ctrlPr>
                            <a:rPr lang="en-I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I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</m:oMath>
                  </m:oMathPara>
                </a14:m>
                <a:endParaRPr lang="en-IE" sz="16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433A03A-DF04-4004-8671-415C41730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853" y="5925266"/>
                <a:ext cx="1374992" cy="246221"/>
              </a:xfrm>
              <a:prstGeom prst="rect">
                <a:avLst/>
              </a:prstGeom>
              <a:blipFill>
                <a:blip r:embed="rId39"/>
                <a:stretch>
                  <a:fillRect l="-1316" b="-1190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2" name="TextBox 1051">
            <a:extLst>
              <a:ext uri="{FF2B5EF4-FFF2-40B4-BE49-F238E27FC236}">
                <a16:creationId xmlns:a16="http://schemas.microsoft.com/office/drawing/2014/main" id="{E0B54F3C-FAAF-403C-8B59-52738CB8BCDE}"/>
              </a:ext>
            </a:extLst>
          </p:cNvPr>
          <p:cNvSpPr txBox="1"/>
          <p:nvPr/>
        </p:nvSpPr>
        <p:spPr>
          <a:xfrm rot="16200000">
            <a:off x="2191652" y="4594017"/>
            <a:ext cx="2691633" cy="3412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E" dirty="0"/>
              <a:t>Repeat until </a:t>
            </a:r>
            <a:r>
              <a:rPr lang="en-IE" b="1" dirty="0"/>
              <a:t>convergence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A1557A1-F804-45CF-AF50-0312960B259E}"/>
              </a:ext>
            </a:extLst>
          </p:cNvPr>
          <p:cNvSpPr txBox="1"/>
          <p:nvPr/>
        </p:nvSpPr>
        <p:spPr>
          <a:xfrm>
            <a:off x="9887928" y="3575341"/>
            <a:ext cx="21854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200" b="1" dirty="0">
                <a:solidFill>
                  <a:srgbClr val="00B050"/>
                </a:solidFill>
              </a:rPr>
              <a:t>Fleming-</a:t>
            </a:r>
            <a:r>
              <a:rPr lang="en-IE" sz="1200" b="1" dirty="0" err="1">
                <a:solidFill>
                  <a:srgbClr val="00B050"/>
                </a:solidFill>
              </a:rPr>
              <a:t>Viot</a:t>
            </a:r>
            <a:r>
              <a:rPr lang="en-IE" sz="1200" b="1" dirty="0">
                <a:solidFill>
                  <a:srgbClr val="00B050"/>
                </a:solidFill>
              </a:rPr>
              <a:t> particle system</a:t>
            </a:r>
            <a:endParaRPr lang="en-IE" sz="1200" b="1" i="1" dirty="0">
              <a:solidFill>
                <a:srgbClr val="00B050"/>
              </a:solidFill>
              <a:sym typeface="Symbol" panose="05050102010706020507" pitchFamily="18" charset="2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7698DFE-A6CD-403A-84E7-614B34DAE1D0}"/>
              </a:ext>
            </a:extLst>
          </p:cNvPr>
          <p:cNvSpPr txBox="1"/>
          <p:nvPr/>
        </p:nvSpPr>
        <p:spPr>
          <a:xfrm>
            <a:off x="9875499" y="2084731"/>
            <a:ext cx="21854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200" b="1" dirty="0">
                <a:solidFill>
                  <a:srgbClr val="C00000"/>
                </a:solidFill>
              </a:rPr>
              <a:t>Regular excursion of MDP</a:t>
            </a:r>
            <a:endParaRPr lang="en-IE" sz="1200" b="1" i="1" dirty="0">
              <a:solidFill>
                <a:srgbClr val="C00000"/>
              </a:solidFill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C3201E1-6694-421B-80DA-3961C15C97EC}"/>
                  </a:ext>
                </a:extLst>
              </p:cNvPr>
              <p:cNvSpPr txBox="1"/>
              <p:nvPr/>
            </p:nvSpPr>
            <p:spPr>
              <a:xfrm>
                <a:off x="9082386" y="5107640"/>
                <a:ext cx="2886730" cy="132343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E" sz="1600" dirty="0"/>
                  <a:t>Fleming-</a:t>
                </a:r>
                <a:r>
                  <a:rPr lang="en-IE" sz="1600" dirty="0" err="1"/>
                  <a:t>Viot</a:t>
                </a:r>
                <a:r>
                  <a:rPr lang="en-IE" sz="1600" dirty="0"/>
                  <a:t> estimator 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1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1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sSub>
                          <m:sSubPr>
                            <m:ctrlPr>
                              <a:rPr lang="en-IE" sz="1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IE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IE" sz="1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sz="1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IE" sz="1600" dirty="0"/>
                  <a:t> is biased but </a:t>
                </a:r>
                <a:r>
                  <a:rPr lang="en-IE" sz="1600" b="1" dirty="0"/>
                  <a:t>consistent</a:t>
                </a:r>
                <a:r>
                  <a:rPr lang="en-IE" sz="16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E" sz="1600" dirty="0"/>
                  <a:t>Convergence guarantees of FVRL to </a:t>
                </a:r>
                <a:r>
                  <a:rPr lang="en-IE" sz="1600" b="1" dirty="0"/>
                  <a:t>local optimum</a:t>
                </a:r>
                <a:r>
                  <a:rPr lang="en-IE" sz="1600" dirty="0"/>
                  <a:t>.</a:t>
                </a: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C3201E1-6694-421B-80DA-3961C15C9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386" y="5107640"/>
                <a:ext cx="2886730" cy="1323439"/>
              </a:xfrm>
              <a:prstGeom prst="rect">
                <a:avLst/>
              </a:prstGeom>
              <a:blipFill>
                <a:blip r:embed="rId40"/>
                <a:stretch>
                  <a:fillRect l="-632" t="-913" b="-45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26C873DF-09BE-4C8F-857B-96E5CD3338E2}"/>
              </a:ext>
            </a:extLst>
          </p:cNvPr>
          <p:cNvSpPr txBox="1"/>
          <p:nvPr/>
        </p:nvSpPr>
        <p:spPr>
          <a:xfrm rot="16200000">
            <a:off x="9193413" y="1010510"/>
            <a:ext cx="944906" cy="27691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200" b="1" dirty="0"/>
              <a:t>states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D8C3FA9-B15D-49E9-ACB5-D953626AE6BF}"/>
              </a:ext>
            </a:extLst>
          </p:cNvPr>
          <p:cNvSpPr txBox="1"/>
          <p:nvPr/>
        </p:nvSpPr>
        <p:spPr>
          <a:xfrm>
            <a:off x="10856647" y="985457"/>
            <a:ext cx="1236790" cy="23168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200" b="1" dirty="0">
                <a:solidFill>
                  <a:srgbClr val="C00000"/>
                </a:solidFill>
                <a:sym typeface="Symbol" panose="05050102010706020507" pitchFamily="18" charset="2"/>
              </a:rPr>
              <a:t></a:t>
            </a:r>
            <a:r>
              <a:rPr lang="en-IE" sz="1200" b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</a:t>
            </a:r>
            <a:r>
              <a:rPr lang="en-IE" sz="1200" b="1" dirty="0">
                <a:solidFill>
                  <a:srgbClr val="C00000"/>
                </a:solidFill>
                <a:sym typeface="Symbol" panose="05050102010706020507" pitchFamily="18" charset="2"/>
              </a:rPr>
              <a:t>(</a:t>
            </a:r>
            <a:r>
              <a:rPr lang="en-IE" sz="1200" b="1" dirty="0" err="1">
                <a:solidFill>
                  <a:srgbClr val="C00000"/>
                </a:solidFill>
                <a:sym typeface="Symbol" panose="05050102010706020507" pitchFamily="18" charset="2"/>
              </a:rPr>
              <a:t>action|state</a:t>
            </a:r>
            <a:r>
              <a:rPr lang="en-IE" sz="1200" b="1" dirty="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  <a:endParaRPr lang="en-IE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90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8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300"/>
                            </p:stCondLst>
                            <p:childTnLst>
                              <p:par>
                                <p:cTn id="52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" grpId="0" animBg="1"/>
      <p:bldP spid="15" grpId="0"/>
      <p:bldP spid="17" grpId="0" animBg="1"/>
      <p:bldP spid="18" grpId="0" animBg="1"/>
      <p:bldP spid="19" grpId="0"/>
      <p:bldP spid="20" grpId="0" animBg="1"/>
      <p:bldP spid="65" grpId="0"/>
      <p:bldP spid="92" grpId="0" animBg="1"/>
      <p:bldP spid="93" grpId="0" animBg="1"/>
      <p:bldP spid="94" grpId="0" animBg="1"/>
      <p:bldP spid="123" grpId="0" animBg="1"/>
      <p:bldP spid="1052" grpId="0"/>
      <p:bldP spid="131" grpId="0"/>
      <p:bldP spid="132" grpId="0"/>
      <p:bldP spid="133" grpId="0" uiExpand="1" build="p" animBg="1"/>
      <p:bldP spid="134" grpId="0"/>
      <p:bldP spid="13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740B7417-B1DE-4525-B767-1044D73BE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233" y="2178831"/>
            <a:ext cx="1768195" cy="1270980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9DBF0D27-D31E-4A28-8585-047DA73C4D3E}"/>
              </a:ext>
            </a:extLst>
          </p:cNvPr>
          <p:cNvSpPr/>
          <p:nvPr/>
        </p:nvSpPr>
        <p:spPr>
          <a:xfrm>
            <a:off x="7182465" y="116301"/>
            <a:ext cx="4985054" cy="18104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064009D-EFAB-479F-88DA-67D3BD9A6355}"/>
              </a:ext>
            </a:extLst>
          </p:cNvPr>
          <p:cNvSpPr txBox="1"/>
          <p:nvPr/>
        </p:nvSpPr>
        <p:spPr>
          <a:xfrm>
            <a:off x="7306147" y="727018"/>
            <a:ext cx="4836202" cy="57509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Reward landscape, r(x):</a:t>
            </a:r>
          </a:p>
          <a:p>
            <a:pPr algn="ctr"/>
            <a:r>
              <a:rPr lang="en-IE" sz="1600" dirty="0"/>
              <a:t>All ZERO, except at job rejection,</a:t>
            </a:r>
            <a:br>
              <a:rPr lang="en-IE" sz="1600" dirty="0"/>
            </a:br>
            <a:r>
              <a:rPr lang="en-IE" sz="1600" dirty="0"/>
              <a:t>with </a:t>
            </a:r>
            <a:r>
              <a:rPr lang="en-IE" sz="1600" i="1" dirty="0">
                <a:solidFill>
                  <a:srgbClr val="7030A0"/>
                </a:solidFill>
              </a:rPr>
              <a:t>exponential cost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70ACA-269D-4834-80E1-C79964DB1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73" y="1123837"/>
            <a:ext cx="3087440" cy="4601183"/>
          </a:xfrm>
        </p:spPr>
        <p:txBody>
          <a:bodyPr/>
          <a:lstStyle/>
          <a:p>
            <a:pPr algn="ctr"/>
            <a:r>
              <a:rPr lang="en-IE" dirty="0"/>
              <a:t>Results (1):</a:t>
            </a:r>
            <a:br>
              <a:rPr lang="en-IE" dirty="0"/>
            </a:br>
            <a:r>
              <a:rPr lang="en-IE" b="1" dirty="0"/>
              <a:t>M/M/1/K queue</a:t>
            </a:r>
            <a:br>
              <a:rPr lang="en-IE" dirty="0"/>
            </a:br>
            <a:br>
              <a:rPr lang="en-IE" dirty="0"/>
            </a:br>
            <a:br>
              <a:rPr lang="en-IE" dirty="0"/>
            </a:br>
            <a:r>
              <a:rPr lang="en-IE" sz="2800" dirty="0"/>
              <a:t>Objective: find the </a:t>
            </a:r>
            <a:r>
              <a:rPr lang="en-IE" sz="2800" u="sng" dirty="0"/>
              <a:t>optimal capacity </a:t>
            </a:r>
            <a:r>
              <a:rPr lang="en-IE" sz="2800" i="1" u="sng" dirty="0"/>
              <a:t>K</a:t>
            </a:r>
            <a:endParaRPr lang="en-IE" i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228F-4683-44DA-AE98-10C11FAB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16BDD-84B0-4668-B4A9-F328D0A6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50D1F-7835-4446-BAE7-ECB114A0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r>
              <a:rPr lang="en-US" dirty="0"/>
              <a:t> / 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9C8BC-00F6-4C1D-BF31-A4575EA1E3DB}"/>
              </a:ext>
            </a:extLst>
          </p:cNvPr>
          <p:cNvSpPr txBox="1"/>
          <p:nvPr/>
        </p:nvSpPr>
        <p:spPr>
          <a:xfrm>
            <a:off x="4490275" y="72324"/>
            <a:ext cx="2185414" cy="2620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M/M/1/K system</a:t>
            </a:r>
            <a:endParaRPr lang="en-IE" sz="1600" b="1" dirty="0">
              <a:solidFill>
                <a:srgbClr val="00B05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38C53F-F70D-4D6E-AEE8-F406DBD42610}"/>
              </a:ext>
            </a:extLst>
          </p:cNvPr>
          <p:cNvSpPr txBox="1"/>
          <p:nvPr/>
        </p:nvSpPr>
        <p:spPr>
          <a:xfrm>
            <a:off x="6777353" y="3873922"/>
            <a:ext cx="2185414" cy="71399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dirty="0"/>
              <a:t>States with</a:t>
            </a:r>
          </a:p>
          <a:p>
            <a:pPr algn="ctr"/>
            <a:r>
              <a:rPr lang="en-IE" sz="1600" b="1" dirty="0"/>
              <a:t>visit frequency &gt; 0.5%</a:t>
            </a:r>
            <a:endParaRPr lang="en-IE" sz="1600" b="1" dirty="0">
              <a:solidFill>
                <a:srgbClr val="00B05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607293-7C86-4D70-A75F-87633E224552}"/>
              </a:ext>
            </a:extLst>
          </p:cNvPr>
          <p:cNvSpPr txBox="1"/>
          <p:nvPr/>
        </p:nvSpPr>
        <p:spPr>
          <a:xfrm>
            <a:off x="6911116" y="3218894"/>
            <a:ext cx="2208153" cy="5974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dirty="0"/>
              <a:t>Initial policy:</a:t>
            </a:r>
            <a:endParaRPr lang="en-IE" sz="1600" b="1" dirty="0"/>
          </a:p>
          <a:p>
            <a:pPr algn="ctr"/>
            <a:r>
              <a:rPr lang="en-IE" sz="1600" b="1" dirty="0"/>
              <a:t>Reject at large </a:t>
            </a:r>
            <a:r>
              <a:rPr lang="en-IE" sz="1600" b="1" i="1" dirty="0">
                <a:solidFill>
                  <a:srgbClr val="0070C0"/>
                </a:solidFill>
              </a:rPr>
              <a:t>K</a:t>
            </a:r>
            <a:r>
              <a:rPr lang="en-IE" sz="1600" b="1" i="1" dirty="0"/>
              <a:t> = 28 </a:t>
            </a:r>
            <a:endParaRPr lang="en-IE" sz="1600" b="1" i="1" dirty="0">
              <a:solidFill>
                <a:srgbClr val="00B050"/>
              </a:solidFill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22C4F20-BECB-4EDA-A189-8EB6C412B43E}"/>
              </a:ext>
            </a:extLst>
          </p:cNvPr>
          <p:cNvGrpSpPr/>
          <p:nvPr/>
        </p:nvGrpSpPr>
        <p:grpSpPr>
          <a:xfrm>
            <a:off x="3732403" y="2239646"/>
            <a:ext cx="2633907" cy="4070158"/>
            <a:chOff x="3732245" y="2243017"/>
            <a:chExt cx="2633907" cy="407015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072DE13-6821-4580-83D7-6A8CDD9B85CA}"/>
                </a:ext>
              </a:extLst>
            </p:cNvPr>
            <p:cNvSpPr/>
            <p:nvPr/>
          </p:nvSpPr>
          <p:spPr>
            <a:xfrm>
              <a:off x="3965248" y="2243017"/>
              <a:ext cx="2400903" cy="84076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Define parameterized policy </a:t>
              </a:r>
              <a:r>
                <a:rPr lang="en-IE" b="1" i="1" dirty="0">
                  <a:solidFill>
                    <a:srgbClr val="C00000"/>
                  </a:solidFill>
                  <a:sym typeface="Symbol" panose="05050102010706020507" pitchFamily="18" charset="2"/>
                </a:rPr>
                <a:t></a:t>
              </a:r>
              <a:r>
                <a:rPr lang="en-IE" b="1" i="1" baseline="-25000" dirty="0">
                  <a:solidFill>
                    <a:srgbClr val="C00000"/>
                  </a:solidFill>
                  <a:sym typeface="Symbol" panose="05050102010706020507" pitchFamily="18" charset="2"/>
                </a:rPr>
                <a:t></a:t>
              </a:r>
              <a:endParaRPr lang="en-IE" b="1" i="1" dirty="0">
                <a:solidFill>
                  <a:srgbClr val="C00000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AC5DFD2-19BA-45B0-B178-FDCEB06D1F45}"/>
                </a:ext>
              </a:extLst>
            </p:cNvPr>
            <p:cNvSpPr/>
            <p:nvPr/>
          </p:nvSpPr>
          <p:spPr>
            <a:xfrm>
              <a:off x="3965249" y="3273949"/>
              <a:ext cx="2400903" cy="45367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Initialize </a:t>
              </a:r>
              <a:r>
                <a:rPr lang="en-IE" b="1" i="1" dirty="0">
                  <a:solidFill>
                    <a:srgbClr val="C00000"/>
                  </a:solidFill>
                  <a:sym typeface="Symbol" panose="05050102010706020507" pitchFamily="18" charset="2"/>
                </a:rPr>
                <a:t> = </a:t>
              </a:r>
              <a:r>
                <a:rPr lang="en-IE" b="1" i="1" baseline="-25000" dirty="0">
                  <a:solidFill>
                    <a:srgbClr val="C00000"/>
                  </a:solidFill>
                  <a:sym typeface="Symbol" panose="05050102010706020507" pitchFamily="18" charset="2"/>
                </a:rPr>
                <a:t>0</a:t>
              </a:r>
              <a:endParaRPr lang="en-IE" b="1" i="1" dirty="0">
                <a:solidFill>
                  <a:srgbClr val="C00000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5419D48-AC83-4ED3-9FD2-C4116AB2F74A}"/>
                </a:ext>
              </a:extLst>
            </p:cNvPr>
            <p:cNvSpPr/>
            <p:nvPr/>
          </p:nvSpPr>
          <p:spPr>
            <a:xfrm>
              <a:off x="3965249" y="3922633"/>
              <a:ext cx="2400903" cy="66877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Estimate absorption set </a:t>
              </a:r>
              <a:r>
                <a:rPr lang="en-IE" sz="1800" kern="1200" dirty="0">
                  <a:solidFill>
                    <a:schemeClr val="bg1"/>
                  </a:solidFill>
                  <a:effectLst/>
                  <a:latin typeface="Lucida Calligraphy" panose="03010101010101010101" pitchFamily="66" charset="0"/>
                  <a:ea typeface="+mn-ea"/>
                  <a:cs typeface="+mn-cs"/>
                </a:rPr>
                <a:t>A</a:t>
              </a:r>
              <a:endParaRPr lang="en-IE" b="1" i="1" dirty="0">
                <a:solidFill>
                  <a:schemeClr val="bg1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B29FD24-B350-4A90-9917-06D573EC3768}"/>
                </a:ext>
              </a:extLst>
            </p:cNvPr>
            <p:cNvSpPr/>
            <p:nvPr/>
          </p:nvSpPr>
          <p:spPr>
            <a:xfrm>
              <a:off x="3965248" y="4805541"/>
              <a:ext cx="2400903" cy="117056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Result of </a:t>
              </a:r>
              <a:r>
                <a:rPr lang="en-IE" b="1" dirty="0"/>
                <a:t>policy learning loop</a:t>
              </a:r>
              <a:endParaRPr lang="en-IE" b="1" i="1" dirty="0">
                <a:solidFill>
                  <a:srgbClr val="00B050"/>
                </a:solidFill>
                <a:sym typeface="Symbol" panose="05050102010706020507" pitchFamily="18" charset="2"/>
              </a:endParaRPr>
            </a:p>
          </p:txBody>
        </p: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74C27F86-2719-41FC-8DB3-A1CAFC533493}"/>
                </a:ext>
              </a:extLst>
            </p:cNvPr>
            <p:cNvCxnSpPr>
              <a:cxnSpLocks/>
              <a:stCxn id="31" idx="2"/>
              <a:endCxn id="31" idx="0"/>
            </p:cNvCxnSpPr>
            <p:nvPr/>
          </p:nvCxnSpPr>
          <p:spPr>
            <a:xfrm rot="5400000" flipH="1">
              <a:off x="4580415" y="5390826"/>
              <a:ext cx="1170569" cy="12700"/>
            </a:xfrm>
            <a:prstGeom prst="bentConnector5">
              <a:avLst>
                <a:gd name="adj1" fmla="val -19529"/>
                <a:gd name="adj2" fmla="val 11252370"/>
                <a:gd name="adj3" fmla="val 111558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4052A05-2F95-4231-9637-DB7180AE68A4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5159562" y="3083777"/>
              <a:ext cx="6139" cy="1901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AE589F0-196F-43B0-80C0-96A5C41B13F1}"/>
                </a:ext>
              </a:extLst>
            </p:cNvPr>
            <p:cNvCxnSpPr>
              <a:cxnSpLocks/>
            </p:cNvCxnSpPr>
            <p:nvPr/>
          </p:nvCxnSpPr>
          <p:spPr>
            <a:xfrm>
              <a:off x="5159562" y="3727897"/>
              <a:ext cx="0" cy="1947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7BA865E-7340-4F3E-B922-654066702BE8}"/>
                </a:ext>
              </a:extLst>
            </p:cNvPr>
            <p:cNvCxnSpPr>
              <a:cxnSpLocks/>
              <a:stCxn id="30" idx="2"/>
              <a:endCxn id="31" idx="0"/>
            </p:cNvCxnSpPr>
            <p:nvPr/>
          </p:nvCxnSpPr>
          <p:spPr>
            <a:xfrm flipH="1">
              <a:off x="5165700" y="4591411"/>
              <a:ext cx="1" cy="21413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9905602-46AE-4E61-A8C2-1DC8C72D521A}"/>
                </a:ext>
              </a:extLst>
            </p:cNvPr>
            <p:cNvSpPr txBox="1"/>
            <p:nvPr/>
          </p:nvSpPr>
          <p:spPr>
            <a:xfrm>
              <a:off x="5176413" y="4545020"/>
              <a:ext cx="389776" cy="311398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E" b="1" i="1" dirty="0">
                  <a:solidFill>
                    <a:srgbClr val="C00000"/>
                  </a:solidFill>
                  <a:sym typeface="Symbol" panose="05050102010706020507" pitchFamily="18" charset="2"/>
                </a:rPr>
                <a:t></a:t>
              </a:r>
              <a:r>
                <a:rPr lang="en-IE" b="1" i="1" baseline="-25000" dirty="0">
                  <a:solidFill>
                    <a:srgbClr val="C00000"/>
                  </a:solidFill>
                  <a:sym typeface="Symbol" panose="05050102010706020507" pitchFamily="18" charset="2"/>
                </a:rPr>
                <a:t>t</a:t>
              </a:r>
              <a:endParaRPr lang="en-IE" b="1" i="1" dirty="0">
                <a:solidFill>
                  <a:srgbClr val="C00000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9DBC357-A3F8-4FAB-9AE3-3E6B13CE8085}"/>
                </a:ext>
              </a:extLst>
            </p:cNvPr>
            <p:cNvSpPr txBox="1"/>
            <p:nvPr/>
          </p:nvSpPr>
          <p:spPr>
            <a:xfrm>
              <a:off x="5152753" y="5976110"/>
              <a:ext cx="552247" cy="33706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E" b="1" i="1" dirty="0">
                  <a:solidFill>
                    <a:srgbClr val="C00000"/>
                  </a:solidFill>
                  <a:sym typeface="Symbol" panose="05050102010706020507" pitchFamily="18" charset="2"/>
                </a:rPr>
                <a:t></a:t>
              </a:r>
              <a:r>
                <a:rPr lang="en-IE" b="1" i="1" baseline="-25000" dirty="0">
                  <a:solidFill>
                    <a:srgbClr val="C00000"/>
                  </a:solidFill>
                  <a:sym typeface="Symbol" panose="05050102010706020507" pitchFamily="18" charset="2"/>
                </a:rPr>
                <a:t>t+1</a:t>
              </a:r>
              <a:endParaRPr lang="en-IE" b="1" i="1" dirty="0">
                <a:solidFill>
                  <a:srgbClr val="C00000"/>
                </a:solidFill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6BE7E39F-9053-494C-8BC2-FEF8991934C9}"/>
                </a:ext>
              </a:extLst>
            </p:cNvPr>
            <p:cNvCxnSpPr/>
            <p:nvPr/>
          </p:nvCxnSpPr>
          <p:spPr>
            <a:xfrm flipV="1">
              <a:off x="3732245" y="5393092"/>
              <a:ext cx="0" cy="4478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3C387EA-CD17-47C9-AEA3-8E6B45293D23}"/>
              </a:ext>
            </a:extLst>
          </p:cNvPr>
          <p:cNvCxnSpPr>
            <a:cxnSpLocks/>
          </p:cNvCxnSpPr>
          <p:nvPr/>
        </p:nvCxnSpPr>
        <p:spPr>
          <a:xfrm flipH="1" flipV="1">
            <a:off x="3806893" y="2134758"/>
            <a:ext cx="7894580" cy="8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7045225-8A50-47C3-8A6F-6CED497C2F89}"/>
              </a:ext>
            </a:extLst>
          </p:cNvPr>
          <p:cNvSpPr txBox="1"/>
          <p:nvPr/>
        </p:nvSpPr>
        <p:spPr>
          <a:xfrm>
            <a:off x="9504454" y="3410803"/>
            <a:ext cx="2499751" cy="34299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Probability(</a:t>
            </a:r>
            <a:r>
              <a:rPr lang="en-IE" sz="1600" b="1" i="1" dirty="0">
                <a:solidFill>
                  <a:srgbClr val="0070C0"/>
                </a:solidFill>
              </a:rPr>
              <a:t>K</a:t>
            </a:r>
            <a:r>
              <a:rPr lang="en-IE" sz="1600" b="1" dirty="0"/>
              <a:t>) = 10</a:t>
            </a:r>
            <a:r>
              <a:rPr lang="en-IE" sz="1600" b="1" baseline="30000" dirty="0"/>
              <a:t>-5</a:t>
            </a:r>
            <a:endParaRPr lang="en-IE" sz="1600" b="1" dirty="0">
              <a:solidFill>
                <a:srgbClr val="00B05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A53D31D-8F2C-4AAB-B823-57B6A57018CD}"/>
              </a:ext>
            </a:extLst>
          </p:cNvPr>
          <p:cNvSpPr txBox="1"/>
          <p:nvPr/>
        </p:nvSpPr>
        <p:spPr>
          <a:xfrm>
            <a:off x="8141150" y="108986"/>
            <a:ext cx="3167543" cy="57659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Possible actions:</a:t>
            </a:r>
          </a:p>
          <a:p>
            <a:pPr algn="ctr"/>
            <a:r>
              <a:rPr lang="en-IE" sz="1600" u="sng" dirty="0"/>
              <a:t>Accept</a:t>
            </a:r>
            <a:r>
              <a:rPr lang="en-IE" sz="1600" dirty="0"/>
              <a:t> or </a:t>
            </a:r>
            <a:r>
              <a:rPr lang="en-IE" sz="1600" u="sng" dirty="0"/>
              <a:t>Reject</a:t>
            </a:r>
            <a:r>
              <a:rPr lang="en-IE" sz="1600" dirty="0"/>
              <a:t> an incoming job</a:t>
            </a:r>
            <a:endParaRPr lang="en-IE" sz="1600" dirty="0">
              <a:solidFill>
                <a:srgbClr val="00B05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5B93760-46F9-4F86-8201-D711AFF35290}"/>
              </a:ext>
            </a:extLst>
          </p:cNvPr>
          <p:cNvSpPr txBox="1"/>
          <p:nvPr/>
        </p:nvSpPr>
        <p:spPr>
          <a:xfrm>
            <a:off x="7982533" y="1357098"/>
            <a:ext cx="3304359" cy="54720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Function to maximize:</a:t>
            </a:r>
          </a:p>
          <a:p>
            <a:r>
              <a:rPr lang="en-IE" sz="1600" dirty="0"/>
              <a:t>Long-run expected reward: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3BE9D54-1CE4-4029-8CD0-2FE15FABC75A}"/>
                  </a:ext>
                </a:extLst>
              </p:cNvPr>
              <p:cNvSpPr txBox="1"/>
              <p:nvPr/>
            </p:nvSpPr>
            <p:spPr>
              <a:xfrm>
                <a:off x="10385450" y="1663039"/>
                <a:ext cx="1657256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IE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IE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E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E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en-IE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IE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</m:oMath>
                  </m:oMathPara>
                </a14:m>
                <a:endParaRPr lang="en-IE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3BE9D54-1CE4-4029-8CD0-2FE15FABC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450" y="1663039"/>
                <a:ext cx="1657256" cy="215444"/>
              </a:xfrm>
              <a:prstGeom prst="rect">
                <a:avLst/>
              </a:prstGeom>
              <a:blipFill>
                <a:blip r:embed="rId3"/>
                <a:stretch>
                  <a:fillRect l="-1471" b="-22857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" name="Picture 54">
            <a:extLst>
              <a:ext uri="{FF2B5EF4-FFF2-40B4-BE49-F238E27FC236}">
                <a16:creationId xmlns:a16="http://schemas.microsoft.com/office/drawing/2014/main" id="{8EE74911-C743-458F-957C-3AC603970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341" y="286600"/>
            <a:ext cx="2609210" cy="1068934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10682586-2A2A-4FF6-A111-73C34A742A59}"/>
              </a:ext>
            </a:extLst>
          </p:cNvPr>
          <p:cNvGrpSpPr/>
          <p:nvPr/>
        </p:nvGrpSpPr>
        <p:grpSpPr>
          <a:xfrm>
            <a:off x="198301" y="4847558"/>
            <a:ext cx="2947482" cy="1193129"/>
            <a:chOff x="6096000" y="3104914"/>
            <a:chExt cx="2947482" cy="1229625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F50B50D-BE92-4340-B13A-2DBA1EC6F0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4440" t="17027" r="5323" b="53346"/>
            <a:stretch/>
          </p:blipFill>
          <p:spPr>
            <a:xfrm>
              <a:off x="6096000" y="3104914"/>
              <a:ext cx="2947482" cy="1229625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242D2C0-560C-4F70-8F00-3083A70158E9}"/>
                </a:ext>
              </a:extLst>
            </p:cNvPr>
            <p:cNvSpPr txBox="1"/>
            <p:nvPr/>
          </p:nvSpPr>
          <p:spPr>
            <a:xfrm>
              <a:off x="7790171" y="3115625"/>
              <a:ext cx="258560" cy="21664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IE" sz="1600" i="1" dirty="0"/>
                <a:t>x</a:t>
              </a:r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BF51C8F6-1F9C-48EA-81F2-E12977652D8D}"/>
              </a:ext>
            </a:extLst>
          </p:cNvPr>
          <p:cNvSpPr/>
          <p:nvPr/>
        </p:nvSpPr>
        <p:spPr>
          <a:xfrm>
            <a:off x="3468418" y="1389876"/>
            <a:ext cx="38981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600" dirty="0">
                <a:sym typeface="Symbol" panose="05050102010706020507" pitchFamily="18" charset="2"/>
              </a:rPr>
              <a:t>Service load: </a:t>
            </a:r>
            <a:r>
              <a:rPr lang="en-IE" sz="1600" b="1" dirty="0">
                <a:sym typeface="Symbol" panose="05050102010706020507" pitchFamily="18" charset="2"/>
              </a:rPr>
              <a:t>/ = 0.7</a:t>
            </a:r>
          </a:p>
          <a:p>
            <a:pPr algn="ctr"/>
            <a:r>
              <a:rPr lang="en-IE" sz="1600" b="1" dirty="0">
                <a:sym typeface="Symbol" panose="05050102010706020507" pitchFamily="18" charset="2"/>
              </a:rPr>
              <a:t>Rejection cost: r(</a:t>
            </a:r>
            <a:r>
              <a:rPr lang="en-IE" sz="1600" b="1" i="1" dirty="0">
                <a:solidFill>
                  <a:srgbClr val="0070C0"/>
                </a:solidFill>
                <a:sym typeface="Symbol" panose="05050102010706020507" pitchFamily="18" charset="2"/>
              </a:rPr>
              <a:t>K</a:t>
            </a:r>
            <a:r>
              <a:rPr lang="en-IE" sz="1600" b="1" dirty="0">
                <a:sym typeface="Symbol" panose="05050102010706020507" pitchFamily="18" charset="2"/>
              </a:rPr>
              <a:t>) ~ -</a:t>
            </a:r>
            <a:r>
              <a:rPr lang="en-IE" sz="1600" b="1" dirty="0" err="1">
                <a:sym typeface="Symbol" panose="05050102010706020507" pitchFamily="18" charset="2"/>
              </a:rPr>
              <a:t>b</a:t>
            </a:r>
            <a:r>
              <a:rPr lang="en-IE" sz="1600" b="1" i="1" baseline="30000" dirty="0" err="1">
                <a:solidFill>
                  <a:srgbClr val="0070C0"/>
                </a:solidFill>
                <a:sym typeface="Symbol" panose="05050102010706020507" pitchFamily="18" charset="2"/>
              </a:rPr>
              <a:t>K</a:t>
            </a:r>
            <a:r>
              <a:rPr lang="en-IE" sz="1600" dirty="0">
                <a:sym typeface="Symbol" panose="05050102010706020507" pitchFamily="18" charset="2"/>
              </a:rPr>
              <a:t> (some b &gt; </a:t>
            </a:r>
            <a:r>
              <a:rPr lang="en-IE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/)</a:t>
            </a:r>
            <a:endParaRPr lang="en-IE" sz="1600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D1FDC3-4CED-43E7-81B2-3CCFC209D6C8}"/>
              </a:ext>
            </a:extLst>
          </p:cNvPr>
          <p:cNvSpPr txBox="1"/>
          <p:nvPr/>
        </p:nvSpPr>
        <p:spPr>
          <a:xfrm>
            <a:off x="6349202" y="2205660"/>
            <a:ext cx="3339833" cy="8985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dirty="0"/>
              <a:t>Acceptance probability is</a:t>
            </a:r>
          </a:p>
          <a:p>
            <a:pPr algn="ctr"/>
            <a:r>
              <a:rPr lang="en-IE" sz="1600" b="1" dirty="0"/>
              <a:t>step function of </a:t>
            </a:r>
            <a:r>
              <a:rPr lang="en-IE" sz="1600" b="1" i="1" dirty="0">
                <a:solidFill>
                  <a:srgbClr val="C00000"/>
                </a:solidFill>
                <a:sym typeface="Symbol" panose="05050102010706020507" pitchFamily="18" charset="2"/>
              </a:rPr>
              <a:t> </a:t>
            </a:r>
            <a:r>
              <a:rPr lang="en-IE" sz="1600" b="1" i="1" dirty="0">
                <a:sym typeface="Symbol" panose="05050102010706020507" pitchFamily="18" charset="2"/>
              </a:rPr>
              <a:t></a:t>
            </a:r>
          </a:p>
          <a:p>
            <a:pPr algn="ctr"/>
            <a:r>
              <a:rPr lang="en-IE" sz="1600" i="1" dirty="0">
                <a:sym typeface="Symbol" panose="05050102010706020507" pitchFamily="18" charset="2"/>
              </a:rPr>
              <a:t>=&gt; Policy gradient  </a:t>
            </a:r>
            <a:r>
              <a:rPr lang="en-IE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0, </a:t>
            </a:r>
            <a:r>
              <a:rPr lang="en-IE" sz="1600" i="1" dirty="0">
                <a:sym typeface="Symbol" panose="05050102010706020507" pitchFamily="18" charset="2"/>
              </a:rPr>
              <a:t>only at </a:t>
            </a:r>
            <a:r>
              <a:rPr lang="en-IE" sz="1600" b="1" i="1" dirty="0">
                <a:solidFill>
                  <a:srgbClr val="C00000"/>
                </a:solidFill>
                <a:sym typeface="Symbol" panose="05050102010706020507" pitchFamily="18" charset="2"/>
              </a:rPr>
              <a:t></a:t>
            </a:r>
            <a:r>
              <a:rPr lang="en-IE" sz="1600" i="1" dirty="0">
                <a:sym typeface="Symbol" panose="05050102010706020507" pitchFamily="18" charset="2"/>
              </a:rPr>
              <a:t> = </a:t>
            </a:r>
            <a:r>
              <a:rPr lang="en-IE" sz="1600" b="1" i="1" dirty="0">
                <a:solidFill>
                  <a:srgbClr val="0070C0"/>
                </a:solidFill>
                <a:sym typeface="Symbol" panose="05050102010706020507" pitchFamily="18" charset="2"/>
              </a:rPr>
              <a:t>K-1</a:t>
            </a:r>
            <a:endParaRPr lang="en-IE" sz="1600" b="1" i="1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D170C8-805D-4365-A5BE-600FFBC64B07}"/>
              </a:ext>
            </a:extLst>
          </p:cNvPr>
          <p:cNvSpPr txBox="1"/>
          <p:nvPr/>
        </p:nvSpPr>
        <p:spPr>
          <a:xfrm>
            <a:off x="6713426" y="5064601"/>
            <a:ext cx="1920243" cy="71399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Function to</a:t>
            </a:r>
          </a:p>
          <a:p>
            <a:pPr algn="ctr"/>
            <a:r>
              <a:rPr lang="en-IE" sz="1600" b="1" dirty="0"/>
              <a:t>optimize</a:t>
            </a:r>
            <a:endParaRPr lang="en-IE" sz="1600" b="1" dirty="0">
              <a:solidFill>
                <a:srgbClr val="00B05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2ED4B9-6684-405B-AE24-102CB515B321}"/>
              </a:ext>
            </a:extLst>
          </p:cNvPr>
          <p:cNvGrpSpPr/>
          <p:nvPr/>
        </p:nvGrpSpPr>
        <p:grpSpPr>
          <a:xfrm>
            <a:off x="8777560" y="4566404"/>
            <a:ext cx="2876416" cy="2173279"/>
            <a:chOff x="8883636" y="4558657"/>
            <a:chExt cx="2876416" cy="217327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3BB1D6-A472-4ED4-9FC6-7306D3161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25939" y="4558657"/>
              <a:ext cx="2634113" cy="204425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9FF9085-2DC7-488F-A2A9-E22240CB114D}"/>
                    </a:ext>
                  </a:extLst>
                </p:cNvPr>
                <p:cNvSpPr txBox="1"/>
                <p:nvPr/>
              </p:nvSpPr>
              <p:spPr>
                <a:xfrm rot="16200000">
                  <a:off x="8084141" y="5390155"/>
                  <a:ext cx="1974841" cy="3758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en-IE" sz="1200" b="1" dirty="0">
                      <a:solidFill>
                        <a:schemeClr val="tx1"/>
                      </a:solidFill>
                      <a:sym typeface="Symbol" panose="05050102010706020507" pitchFamily="18" charset="2"/>
                    </a:rPr>
                    <a:t>Long-run expected reward: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E" sz="1400" b="1" i="1" kern="12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n-IE" sz="1400" b="1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𝑬</m:t>
                          </m:r>
                        </m:e>
                        <m:sup>
                          <m:r>
                            <a:rPr lang="en-IE" sz="1400" b="1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sz="1400" b="1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IE" sz="1400" b="1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</m:d>
                    </m:oMath>
                  </a14:m>
                  <a:r>
                    <a:rPr lang="en-IE" sz="1200" b="1" dirty="0">
                      <a:solidFill>
                        <a:schemeClr val="tx1"/>
                      </a:solidFill>
                    </a:rPr>
                    <a:t> (log-scale)</a:t>
                  </a: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9FF9085-2DC7-488F-A2A9-E22240CB11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8084141" y="5390155"/>
                  <a:ext cx="1974841" cy="375851"/>
                </a:xfrm>
                <a:prstGeom prst="rect">
                  <a:avLst/>
                </a:prstGeom>
                <a:blipFill>
                  <a:blip r:embed="rId7"/>
                  <a:stretch>
                    <a:fillRect l="-14516" t="-1543" r="-27419"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7891204-3D65-490C-A6EE-056DA7F2DC04}"/>
                </a:ext>
              </a:extLst>
            </p:cNvPr>
            <p:cNvSpPr txBox="1"/>
            <p:nvPr/>
          </p:nvSpPr>
          <p:spPr>
            <a:xfrm>
              <a:off x="10527136" y="6507348"/>
              <a:ext cx="402447" cy="2245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E" sz="1600" b="1" i="1" dirty="0">
                  <a:solidFill>
                    <a:srgbClr val="0070C0"/>
                  </a:solidFill>
                </a:rPr>
                <a:t>K</a:t>
              </a:r>
              <a:r>
                <a:rPr lang="en-IE" sz="1600" b="1" i="1" baseline="30000" dirty="0">
                  <a:solidFill>
                    <a:srgbClr val="0070C0"/>
                  </a:solidFill>
                </a:rPr>
                <a:t>*</a:t>
              </a:r>
              <a:endParaRPr lang="en-IE" sz="1600" b="1" baseline="30000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97DA20C8-BC5D-43E0-94DB-3296DB766DE5}"/>
              </a:ext>
            </a:extLst>
          </p:cNvPr>
          <p:cNvSpPr txBox="1"/>
          <p:nvPr/>
        </p:nvSpPr>
        <p:spPr>
          <a:xfrm>
            <a:off x="9423042" y="4032288"/>
            <a:ext cx="2499750" cy="50725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dirty="0"/>
              <a:t>Size of absorption set </a:t>
            </a:r>
            <a:r>
              <a:rPr lang="en-IE" sz="1600" dirty="0">
                <a:latin typeface="Lucida Calligraphy" panose="03010101010101010101" pitchFamily="66" charset="0"/>
              </a:rPr>
              <a:t>A</a:t>
            </a:r>
            <a:r>
              <a:rPr lang="en-IE" sz="1600" dirty="0"/>
              <a:t>:</a:t>
            </a:r>
          </a:p>
          <a:p>
            <a:pPr algn="ctr"/>
            <a:r>
              <a:rPr lang="en-IE" sz="1600" dirty="0"/>
              <a:t>~ </a:t>
            </a:r>
            <a:r>
              <a:rPr lang="en-IE" sz="1600" b="1" i="1" dirty="0">
                <a:solidFill>
                  <a:srgbClr val="0070C0"/>
                </a:solidFill>
              </a:rPr>
              <a:t>K</a:t>
            </a:r>
            <a:r>
              <a:rPr lang="en-IE" sz="1600" b="1" dirty="0"/>
              <a:t>/3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F87E7913-0788-48B3-8A02-1631CC19E5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6394" y="742939"/>
            <a:ext cx="937479" cy="6468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455326-B0BC-4E1C-9DC7-AEC90783F683}"/>
                  </a:ext>
                </a:extLst>
              </p:cNvPr>
              <p:cNvSpPr txBox="1"/>
              <p:nvPr/>
            </p:nvSpPr>
            <p:spPr>
              <a:xfrm>
                <a:off x="10155619" y="2156171"/>
                <a:ext cx="280468" cy="27016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IE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</m:oMath>
                  </m:oMathPara>
                </a14:m>
                <a:endParaRPr lang="en-IE" sz="12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455326-B0BC-4E1C-9DC7-AEC90783F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619" y="2156171"/>
                <a:ext cx="280468" cy="270169"/>
              </a:xfrm>
              <a:prstGeom prst="rect">
                <a:avLst/>
              </a:prstGeom>
              <a:blipFill>
                <a:blip r:embed="rId9"/>
                <a:stretch>
                  <a:fillRect r="-6522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5743AD08-C734-462B-B510-547540F32E49}"/>
              </a:ext>
            </a:extLst>
          </p:cNvPr>
          <p:cNvSpPr txBox="1"/>
          <p:nvPr/>
        </p:nvSpPr>
        <p:spPr>
          <a:xfrm>
            <a:off x="10682731" y="3069859"/>
            <a:ext cx="161855" cy="16158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E" sz="1050" b="1" i="1" dirty="0">
                <a:solidFill>
                  <a:srgbClr val="C00000"/>
                </a:solidFill>
                <a:sym typeface="Symbol" panose="05050102010706020507" pitchFamily="18" charset="2"/>
              </a:rPr>
              <a:t></a:t>
            </a:r>
            <a:endParaRPr lang="en-IE" sz="105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EE0E83-3399-4502-9963-A38660FA3064}"/>
              </a:ext>
            </a:extLst>
          </p:cNvPr>
          <p:cNvSpPr txBox="1"/>
          <p:nvPr/>
        </p:nvSpPr>
        <p:spPr>
          <a:xfrm>
            <a:off x="10827006" y="3075192"/>
            <a:ext cx="215430" cy="16158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E" sz="1050" b="1" i="1" dirty="0">
                <a:solidFill>
                  <a:srgbClr val="0070C0"/>
                </a:solidFill>
                <a:sym typeface="Symbol" panose="05050102010706020507" pitchFamily="18" charset="2"/>
              </a:rPr>
              <a:t>K-1</a:t>
            </a:r>
            <a:endParaRPr lang="en-IE" sz="1050" dirty="0">
              <a:solidFill>
                <a:srgbClr val="0070C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FF90CE6-DA52-4575-B967-AB2A91B960CA}"/>
              </a:ext>
            </a:extLst>
          </p:cNvPr>
          <p:cNvSpPr txBox="1"/>
          <p:nvPr/>
        </p:nvSpPr>
        <p:spPr>
          <a:xfrm>
            <a:off x="11198520" y="3074634"/>
            <a:ext cx="233325" cy="16158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E" sz="1050" b="1" i="1" dirty="0">
                <a:solidFill>
                  <a:srgbClr val="0070C0"/>
                </a:solidFill>
                <a:sym typeface="Symbol" panose="05050102010706020507" pitchFamily="18" charset="2"/>
              </a:rPr>
              <a:t>K</a:t>
            </a:r>
            <a:endParaRPr lang="en-IE" sz="1050" dirty="0">
              <a:solidFill>
                <a:srgbClr val="0070C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CA4998-34B3-40FC-A77D-1990E1D478AD}"/>
              </a:ext>
            </a:extLst>
          </p:cNvPr>
          <p:cNvSpPr txBox="1"/>
          <p:nvPr/>
        </p:nvSpPr>
        <p:spPr>
          <a:xfrm>
            <a:off x="11027457" y="3071526"/>
            <a:ext cx="233325" cy="16158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E" sz="1050" b="1" i="1" dirty="0">
                <a:solidFill>
                  <a:srgbClr val="C00000"/>
                </a:solidFill>
                <a:sym typeface="Symbol" panose="05050102010706020507" pitchFamily="18" charset="2"/>
              </a:rPr>
              <a:t>+1</a:t>
            </a:r>
            <a:endParaRPr lang="en-IE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C4DA88D-A995-4F53-AA79-419E6D3BEDC6}"/>
                  </a:ext>
                </a:extLst>
              </p:cNvPr>
              <p:cNvSpPr txBox="1"/>
              <p:nvPr/>
            </p:nvSpPr>
            <p:spPr>
              <a:xfrm>
                <a:off x="9788858" y="2766997"/>
                <a:ext cx="661330" cy="1845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IE" sz="1200" b="1" dirty="0">
                    <a:solidFill>
                      <a:srgbClr val="C00000"/>
                    </a:solidFill>
                  </a:rPr>
                  <a:t>0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IE" sz="1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</m:oMath>
                </a14:m>
                <a:r>
                  <a:rPr lang="en-IE" sz="1200" b="1" dirty="0">
                    <a:solidFill>
                      <a:srgbClr val="C00000"/>
                    </a:solidFill>
                  </a:rPr>
                  <a:t>&lt; 1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C4DA88D-A995-4F53-AA79-419E6D3BE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8858" y="2766997"/>
                <a:ext cx="661330" cy="184529"/>
              </a:xfrm>
              <a:prstGeom prst="rect">
                <a:avLst/>
              </a:prstGeom>
              <a:blipFill>
                <a:blip r:embed="rId10"/>
                <a:stretch>
                  <a:fillRect l="-14815" t="-26667" r="-3704" b="-50000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30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7" grpId="0"/>
      <p:bldP spid="10" grpId="0"/>
      <p:bldP spid="43" grpId="0"/>
      <p:bldP spid="44" grpId="0"/>
      <p:bldP spid="45" grpId="0"/>
      <p:bldP spid="80" grpId="0"/>
      <p:bldP spid="83" grpId="0"/>
      <p:bldP spid="54" grpId="0"/>
      <p:bldP spid="59" grpId="0"/>
      <p:bldP spid="63" grpId="0"/>
      <p:bldP spid="50" grpId="0"/>
      <p:bldP spid="53" grpId="0"/>
      <p:bldP spid="7" grpId="0" animBg="1"/>
      <p:bldP spid="69" grpId="0" animBg="1"/>
      <p:bldP spid="71" grpId="0" animBg="1"/>
      <p:bldP spid="78" grpId="0" animBg="1"/>
      <p:bldP spid="70" grpId="0" animBg="1"/>
      <p:bldP spid="7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0ACA-269D-4834-80E1-C79964DB1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73" y="1123837"/>
            <a:ext cx="3087440" cy="4601183"/>
          </a:xfrm>
        </p:spPr>
        <p:txBody>
          <a:bodyPr/>
          <a:lstStyle/>
          <a:p>
            <a:pPr algn="ctr"/>
            <a:r>
              <a:rPr lang="en-IE" dirty="0"/>
              <a:t>Results (1):</a:t>
            </a:r>
            <a:br>
              <a:rPr lang="en-IE" dirty="0"/>
            </a:br>
            <a:r>
              <a:rPr lang="en-IE" b="1" dirty="0"/>
              <a:t>M/M/1/K queue</a:t>
            </a:r>
            <a:br>
              <a:rPr lang="en-IE" dirty="0"/>
            </a:br>
            <a:br>
              <a:rPr lang="en-IE" dirty="0"/>
            </a:br>
            <a:br>
              <a:rPr lang="en-IE" dirty="0"/>
            </a:br>
            <a:r>
              <a:rPr lang="en-IE" sz="2800" dirty="0"/>
              <a:t>Objective: find the </a:t>
            </a:r>
            <a:r>
              <a:rPr lang="en-IE" sz="2800" u="sng" dirty="0"/>
              <a:t>optimal capacity </a:t>
            </a:r>
            <a:r>
              <a:rPr lang="en-IE" sz="2800" i="1" u="sng" dirty="0"/>
              <a:t>K</a:t>
            </a:r>
            <a:endParaRPr lang="en-IE" i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228F-4683-44DA-AE98-10C11FAB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16BDD-84B0-4668-B4A9-F328D0A6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50D1F-7835-4446-BAE7-ECB114A0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r>
              <a:rPr lang="en-US" dirty="0"/>
              <a:t> / 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8113227-A5AF-4F63-A8C0-873C358ED48D}"/>
                  </a:ext>
                </a:extLst>
              </p:cNvPr>
              <p:cNvSpPr txBox="1"/>
              <p:nvPr/>
            </p:nvSpPr>
            <p:spPr>
              <a:xfrm>
                <a:off x="6939403" y="2184668"/>
                <a:ext cx="4416003" cy="50403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IE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Long-run expected reward: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IE" b="1" i="1">
                            <a:latin typeface="Cambria Math" panose="02040503050406030204" pitchFamily="18" charset="0"/>
                          </a:rPr>
                          <m:t>𝝅</m:t>
                        </m:r>
                      </m:sup>
                    </m:sSup>
                    <m:d>
                      <m:dPr>
                        <m:ctrlPr>
                          <a:rPr lang="en-I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br>
                  <a:rPr lang="en-IE" b="1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IE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(20 replications)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8113227-A5AF-4F63-A8C0-873C358ED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403" y="2184668"/>
                <a:ext cx="4416003" cy="504035"/>
              </a:xfrm>
              <a:prstGeom prst="rect">
                <a:avLst/>
              </a:prstGeom>
              <a:blipFill>
                <a:blip r:embed="rId2"/>
                <a:stretch>
                  <a:fillRect t="-13253" b="-20482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F9FEDCB2-98DD-43A5-9812-A3919EF6A50B}"/>
              </a:ext>
            </a:extLst>
          </p:cNvPr>
          <p:cNvGrpSpPr/>
          <p:nvPr/>
        </p:nvGrpSpPr>
        <p:grpSpPr>
          <a:xfrm>
            <a:off x="6955649" y="2646964"/>
            <a:ext cx="4612526" cy="3681749"/>
            <a:chOff x="6955649" y="2646964"/>
            <a:chExt cx="4612526" cy="368174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9887493-7031-4956-B0DF-4DCE1792B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73001" y="2646964"/>
              <a:ext cx="3951871" cy="3674480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148CF95-9CA5-4522-B043-1AE6143FBF8C}"/>
                </a:ext>
              </a:extLst>
            </p:cNvPr>
            <p:cNvGrpSpPr/>
            <p:nvPr/>
          </p:nvGrpSpPr>
          <p:grpSpPr>
            <a:xfrm>
              <a:off x="6955649" y="3970241"/>
              <a:ext cx="4169223" cy="843141"/>
              <a:chOff x="6705976" y="5290086"/>
              <a:chExt cx="2056906" cy="382590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656296F-8D2D-4CE8-B6EE-6A13E825E84F}"/>
                  </a:ext>
                </a:extLst>
              </p:cNvPr>
              <p:cNvSpPr txBox="1"/>
              <p:nvPr/>
            </p:nvSpPr>
            <p:spPr>
              <a:xfrm rot="16200000">
                <a:off x="6607395" y="5388667"/>
                <a:ext cx="382590" cy="1854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IE" sz="1600" b="1" dirty="0">
                    <a:sym typeface="Symbol" panose="05050102010706020507" pitchFamily="18" charset="2"/>
                  </a:rPr>
                  <a:t>(t)</a:t>
                </a:r>
                <a:endParaRPr lang="en-IE" sz="1600" b="1" dirty="0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3CF6847-2A48-4462-923A-A22627BE2B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83242" y="5553676"/>
                <a:ext cx="1879640" cy="5423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57C3370-3BD7-4C37-A551-A50C0805415C}"/>
                </a:ext>
              </a:extLst>
            </p:cNvPr>
            <p:cNvSpPr txBox="1"/>
            <p:nvPr/>
          </p:nvSpPr>
          <p:spPr>
            <a:xfrm>
              <a:off x="11088106" y="4378419"/>
              <a:ext cx="48006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E" b="1" i="1" dirty="0">
                  <a:solidFill>
                    <a:srgbClr val="0070C0"/>
                  </a:solidFill>
                </a:rPr>
                <a:t>K*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3E9EEB9-7A6D-4482-AB60-BF4398910215}"/>
                </a:ext>
              </a:extLst>
            </p:cNvPr>
            <p:cNvSpPr txBox="1"/>
            <p:nvPr/>
          </p:nvSpPr>
          <p:spPr>
            <a:xfrm>
              <a:off x="9770040" y="2775490"/>
              <a:ext cx="1245478" cy="4596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r>
                <a:rPr lang="en-IE" sz="1200" b="1" dirty="0">
                  <a:solidFill>
                    <a:srgbClr val="00B050"/>
                  </a:solidFill>
                </a:rPr>
                <a:t>1) FVRL</a:t>
              </a:r>
              <a:endParaRPr lang="en-IE" sz="1200" b="1" i="1" dirty="0">
                <a:solidFill>
                  <a:srgbClr val="00B050"/>
                </a:solidFill>
              </a:endParaRPr>
            </a:p>
            <a:p>
              <a:r>
                <a:rPr lang="en-IE" sz="1200" b="1" dirty="0">
                  <a:solidFill>
                    <a:srgbClr val="C00000"/>
                  </a:solidFill>
                </a:rPr>
                <a:t>2) Monte-Carlo</a:t>
              </a:r>
              <a:endParaRPr lang="en-IE" sz="1200" b="1" i="1" dirty="0">
                <a:solidFill>
                  <a:srgbClr val="C0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33A66E3-06BB-4AF2-805C-6FB65BA3DC7C}"/>
                </a:ext>
              </a:extLst>
            </p:cNvPr>
            <p:cNvSpPr txBox="1"/>
            <p:nvPr/>
          </p:nvSpPr>
          <p:spPr>
            <a:xfrm>
              <a:off x="8494564" y="6151301"/>
              <a:ext cx="1952781" cy="1774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E" sz="1050" b="1" dirty="0"/>
                <a:t>Policy learning step (100 steps)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8B29FD24-B350-4A90-9917-06D573EC3768}"/>
              </a:ext>
            </a:extLst>
          </p:cNvPr>
          <p:cNvSpPr/>
          <p:nvPr/>
        </p:nvSpPr>
        <p:spPr>
          <a:xfrm>
            <a:off x="3953129" y="4813810"/>
            <a:ext cx="2400903" cy="117056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Result of </a:t>
            </a:r>
            <a:r>
              <a:rPr lang="en-IE" b="1" dirty="0"/>
              <a:t>policy learning loop</a:t>
            </a:r>
            <a:endParaRPr lang="en-IE" b="1" i="1" dirty="0">
              <a:solidFill>
                <a:srgbClr val="00B050"/>
              </a:solidFill>
              <a:sym typeface="Symbol" panose="05050102010706020507" pitchFamily="18" charset="2"/>
            </a:endParaRP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4C27F86-2719-41FC-8DB3-A1CAFC533493}"/>
              </a:ext>
            </a:extLst>
          </p:cNvPr>
          <p:cNvCxnSpPr>
            <a:cxnSpLocks/>
            <a:stCxn id="31" idx="2"/>
            <a:endCxn id="31" idx="0"/>
          </p:cNvCxnSpPr>
          <p:nvPr/>
        </p:nvCxnSpPr>
        <p:spPr>
          <a:xfrm rot="5400000" flipH="1">
            <a:off x="4568296" y="5399095"/>
            <a:ext cx="1170569" cy="12700"/>
          </a:xfrm>
          <a:prstGeom prst="bentConnector5">
            <a:avLst>
              <a:gd name="adj1" fmla="val -19529"/>
              <a:gd name="adj2" fmla="val 11252370"/>
              <a:gd name="adj3" fmla="val 119529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BA865E-7340-4F3E-B922-654066702BE8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5153581" y="4599680"/>
            <a:ext cx="1" cy="2141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9905602-46AE-4E61-A8C2-1DC8C72D521A}"/>
              </a:ext>
            </a:extLst>
          </p:cNvPr>
          <p:cNvSpPr txBox="1"/>
          <p:nvPr/>
        </p:nvSpPr>
        <p:spPr>
          <a:xfrm>
            <a:off x="5152262" y="4553289"/>
            <a:ext cx="389776" cy="31139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b="1" i="1" dirty="0">
                <a:solidFill>
                  <a:srgbClr val="C00000"/>
                </a:solidFill>
                <a:sym typeface="Symbol" panose="05050102010706020507" pitchFamily="18" charset="2"/>
              </a:rPr>
              <a:t></a:t>
            </a:r>
            <a:r>
              <a:rPr lang="en-IE" b="1" i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t</a:t>
            </a:r>
            <a:endParaRPr lang="en-IE" b="1" i="1" dirty="0">
              <a:solidFill>
                <a:srgbClr val="C0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9DBC357-A3F8-4FAB-9AE3-3E6B13CE8085}"/>
              </a:ext>
            </a:extLst>
          </p:cNvPr>
          <p:cNvSpPr txBox="1"/>
          <p:nvPr/>
        </p:nvSpPr>
        <p:spPr>
          <a:xfrm>
            <a:off x="5128602" y="5984379"/>
            <a:ext cx="552247" cy="3370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b="1" i="1" dirty="0">
                <a:solidFill>
                  <a:srgbClr val="C00000"/>
                </a:solidFill>
                <a:sym typeface="Symbol" panose="05050102010706020507" pitchFamily="18" charset="2"/>
              </a:rPr>
              <a:t></a:t>
            </a:r>
            <a:r>
              <a:rPr lang="en-IE" b="1" i="1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t+1</a:t>
            </a:r>
            <a:endParaRPr lang="en-IE" b="1" i="1" dirty="0">
              <a:solidFill>
                <a:srgbClr val="C00000"/>
              </a:solidFill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BE7E39F-9053-494C-8BC2-FEF8991934C9}"/>
              </a:ext>
            </a:extLst>
          </p:cNvPr>
          <p:cNvCxnSpPr/>
          <p:nvPr/>
        </p:nvCxnSpPr>
        <p:spPr>
          <a:xfrm flipV="1">
            <a:off x="3732158" y="5401361"/>
            <a:ext cx="0" cy="44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3C387EA-CD17-47C9-AEA3-8E6B45293D23}"/>
              </a:ext>
            </a:extLst>
          </p:cNvPr>
          <p:cNvCxnSpPr>
            <a:cxnSpLocks/>
          </p:cNvCxnSpPr>
          <p:nvPr/>
        </p:nvCxnSpPr>
        <p:spPr>
          <a:xfrm flipH="1" flipV="1">
            <a:off x="3793676" y="2132859"/>
            <a:ext cx="7894580" cy="8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0682586-2A2A-4FF6-A111-73C34A742A59}"/>
              </a:ext>
            </a:extLst>
          </p:cNvPr>
          <p:cNvGrpSpPr/>
          <p:nvPr/>
        </p:nvGrpSpPr>
        <p:grpSpPr>
          <a:xfrm>
            <a:off x="198301" y="4847558"/>
            <a:ext cx="2947482" cy="1193129"/>
            <a:chOff x="6096000" y="3104914"/>
            <a:chExt cx="2947482" cy="1229625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F50B50D-BE92-4340-B13A-2DBA1EC6F0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4440" t="17027" r="5323" b="53346"/>
            <a:stretch/>
          </p:blipFill>
          <p:spPr>
            <a:xfrm>
              <a:off x="6096000" y="3104914"/>
              <a:ext cx="2947482" cy="1229625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242D2C0-560C-4F70-8F00-3083A70158E9}"/>
                </a:ext>
              </a:extLst>
            </p:cNvPr>
            <p:cNvSpPr txBox="1"/>
            <p:nvPr/>
          </p:nvSpPr>
          <p:spPr>
            <a:xfrm>
              <a:off x="7790171" y="3115625"/>
              <a:ext cx="258560" cy="21664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IE" sz="1600" i="1" dirty="0"/>
                <a:t>x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1EC284CE-B6DE-43B7-8F16-E0AF207ACB28}"/>
              </a:ext>
            </a:extLst>
          </p:cNvPr>
          <p:cNvSpPr txBox="1"/>
          <p:nvPr/>
        </p:nvSpPr>
        <p:spPr>
          <a:xfrm>
            <a:off x="3708094" y="2270392"/>
            <a:ext cx="3138746" cy="21171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IE" sz="1600" b="1" dirty="0"/>
              <a:t>FVRL setup:</a:t>
            </a:r>
          </a:p>
          <a:p>
            <a:r>
              <a:rPr lang="en-IE" sz="1600" dirty="0"/>
              <a:t>- # particles &lt; 100: smaller as K becomes smaller</a:t>
            </a:r>
            <a:endParaRPr lang="en-IE" sz="1600" u="sng" dirty="0"/>
          </a:p>
          <a:p>
            <a:r>
              <a:rPr lang="en-IE" sz="1600" dirty="0"/>
              <a:t>- # queue transitions per policy learning step ~ </a:t>
            </a:r>
            <a:r>
              <a:rPr lang="en-IE" sz="1600" u="sng" dirty="0"/>
              <a:t>4,000</a:t>
            </a:r>
          </a:p>
          <a:p>
            <a:br>
              <a:rPr lang="en-IE" sz="1600" b="1" dirty="0"/>
            </a:br>
            <a:r>
              <a:rPr lang="en-IE" sz="1600" b="1" dirty="0"/>
              <a:t>Monte-Carlo setup:</a:t>
            </a:r>
          </a:p>
          <a:p>
            <a:r>
              <a:rPr lang="en-IE" sz="1400" dirty="0"/>
              <a:t>- </a:t>
            </a:r>
            <a:r>
              <a:rPr lang="en-IE" sz="1400" u="sng" dirty="0"/>
              <a:t>Same number of queue transitions</a:t>
            </a:r>
            <a:r>
              <a:rPr lang="en-IE" sz="1400" dirty="0"/>
              <a:t> as Fleming-</a:t>
            </a:r>
            <a:r>
              <a:rPr lang="en-IE" sz="1400" dirty="0" err="1"/>
              <a:t>Viot</a:t>
            </a:r>
            <a:r>
              <a:rPr lang="en-IE" sz="1400" dirty="0"/>
              <a:t> per policy learning step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2C8750-EBBC-4A4E-90EA-72A32490087B}"/>
              </a:ext>
            </a:extLst>
          </p:cNvPr>
          <p:cNvSpPr/>
          <p:nvPr/>
        </p:nvSpPr>
        <p:spPr>
          <a:xfrm>
            <a:off x="7182465" y="116301"/>
            <a:ext cx="4985054" cy="18104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0E0DB2-C00D-4116-92EB-06CC04554665}"/>
              </a:ext>
            </a:extLst>
          </p:cNvPr>
          <p:cNvSpPr txBox="1"/>
          <p:nvPr/>
        </p:nvSpPr>
        <p:spPr>
          <a:xfrm>
            <a:off x="7306147" y="727018"/>
            <a:ext cx="4836202" cy="57509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Reward landscape, r(x):</a:t>
            </a:r>
          </a:p>
          <a:p>
            <a:pPr algn="ctr"/>
            <a:r>
              <a:rPr lang="en-IE" sz="1600" dirty="0"/>
              <a:t>All ZERO, except at job rejection,</a:t>
            </a:r>
            <a:br>
              <a:rPr lang="en-IE" sz="1600" dirty="0"/>
            </a:br>
            <a:r>
              <a:rPr lang="en-IE" sz="1600" dirty="0"/>
              <a:t>with </a:t>
            </a:r>
            <a:r>
              <a:rPr lang="en-IE" sz="1600" i="1" dirty="0">
                <a:solidFill>
                  <a:srgbClr val="7030A0"/>
                </a:solidFill>
              </a:rPr>
              <a:t>exponential cost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1A182B-EF38-4040-A88B-FEA3B25A3C3C}"/>
              </a:ext>
            </a:extLst>
          </p:cNvPr>
          <p:cNvSpPr txBox="1"/>
          <p:nvPr/>
        </p:nvSpPr>
        <p:spPr>
          <a:xfrm>
            <a:off x="8141150" y="108986"/>
            <a:ext cx="3167543" cy="57659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>
                <a:solidFill>
                  <a:schemeClr val="bg1">
                    <a:lumMod val="85000"/>
                  </a:schemeClr>
                </a:solidFill>
              </a:rPr>
              <a:t>Possible actions:</a:t>
            </a:r>
          </a:p>
          <a:p>
            <a:pPr algn="ctr"/>
            <a:r>
              <a:rPr lang="en-IE" sz="1600" u="sng" dirty="0">
                <a:solidFill>
                  <a:schemeClr val="bg1">
                    <a:lumMod val="85000"/>
                  </a:schemeClr>
                </a:solidFill>
              </a:rPr>
              <a:t>Accept</a:t>
            </a:r>
            <a:r>
              <a:rPr lang="en-IE" sz="1600" dirty="0">
                <a:solidFill>
                  <a:schemeClr val="bg1">
                    <a:lumMod val="85000"/>
                  </a:schemeClr>
                </a:solidFill>
              </a:rPr>
              <a:t> or </a:t>
            </a:r>
            <a:r>
              <a:rPr lang="en-IE" sz="1600" u="sng" dirty="0">
                <a:solidFill>
                  <a:schemeClr val="bg1">
                    <a:lumMod val="85000"/>
                  </a:schemeClr>
                </a:solidFill>
              </a:rPr>
              <a:t>Reject</a:t>
            </a:r>
            <a:r>
              <a:rPr lang="en-IE" sz="1600" dirty="0">
                <a:solidFill>
                  <a:schemeClr val="bg1">
                    <a:lumMod val="85000"/>
                  </a:schemeClr>
                </a:solidFill>
              </a:rPr>
              <a:t> an incoming job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5EDA1B-6DA8-4535-A981-15D875A0A8DA}"/>
              </a:ext>
            </a:extLst>
          </p:cNvPr>
          <p:cNvSpPr txBox="1"/>
          <p:nvPr/>
        </p:nvSpPr>
        <p:spPr>
          <a:xfrm>
            <a:off x="7982533" y="1357098"/>
            <a:ext cx="3304359" cy="54720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Function to maximize:</a:t>
            </a:r>
          </a:p>
          <a:p>
            <a:r>
              <a:rPr lang="en-IE" sz="1600" dirty="0"/>
              <a:t>Long-run expected reward: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A94311F-88D1-4153-85F8-595BC24A5F8B}"/>
                  </a:ext>
                </a:extLst>
              </p:cNvPr>
              <p:cNvSpPr txBox="1"/>
              <p:nvPr/>
            </p:nvSpPr>
            <p:spPr>
              <a:xfrm>
                <a:off x="10385450" y="1663039"/>
                <a:ext cx="1657256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IE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IE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E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E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IE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en-IE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IE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</m:oMath>
                  </m:oMathPara>
                </a14:m>
                <a:endParaRPr lang="en-IE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A94311F-88D1-4153-85F8-595BC24A5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450" y="1663039"/>
                <a:ext cx="1657256" cy="215444"/>
              </a:xfrm>
              <a:prstGeom prst="rect">
                <a:avLst/>
              </a:prstGeom>
              <a:blipFill>
                <a:blip r:embed="rId5"/>
                <a:stretch>
                  <a:fillRect l="-1471" b="-22857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E9BDEB6E-CF51-42CD-84AC-30C016F4C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6394" y="742939"/>
            <a:ext cx="937479" cy="64682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930508E-E3C8-4EC3-B90E-846A80E2C9E5}"/>
              </a:ext>
            </a:extLst>
          </p:cNvPr>
          <p:cNvSpPr txBox="1"/>
          <p:nvPr/>
        </p:nvSpPr>
        <p:spPr>
          <a:xfrm>
            <a:off x="4490275" y="72324"/>
            <a:ext cx="2185414" cy="2620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>
                <a:solidFill>
                  <a:schemeClr val="bg1">
                    <a:lumMod val="85000"/>
                  </a:schemeClr>
                </a:solidFill>
              </a:rPr>
              <a:t>M/M/1/K system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2810355-A502-4806-AD5C-A90A584DCA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6341" y="286600"/>
            <a:ext cx="2609210" cy="1068934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0CDF196D-E417-41B1-9D5B-7A74F52110A6}"/>
              </a:ext>
            </a:extLst>
          </p:cNvPr>
          <p:cNvSpPr/>
          <p:nvPr/>
        </p:nvSpPr>
        <p:spPr>
          <a:xfrm>
            <a:off x="3468418" y="1389876"/>
            <a:ext cx="38981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600" dirty="0">
                <a:solidFill>
                  <a:schemeClr val="bg1">
                    <a:lumMod val="85000"/>
                  </a:schemeClr>
                </a:solidFill>
                <a:sym typeface="Symbol" panose="05050102010706020507" pitchFamily="18" charset="2"/>
              </a:rPr>
              <a:t>Service load: </a:t>
            </a:r>
            <a:r>
              <a:rPr lang="en-IE" sz="1600" b="1" dirty="0">
                <a:solidFill>
                  <a:schemeClr val="bg1">
                    <a:lumMod val="85000"/>
                  </a:schemeClr>
                </a:solidFill>
                <a:sym typeface="Symbol" panose="05050102010706020507" pitchFamily="18" charset="2"/>
              </a:rPr>
              <a:t>/ = 0.7</a:t>
            </a:r>
          </a:p>
          <a:p>
            <a:pPr algn="ctr"/>
            <a:r>
              <a:rPr lang="en-IE" sz="1600" b="1" dirty="0">
                <a:solidFill>
                  <a:schemeClr val="bg1">
                    <a:lumMod val="85000"/>
                  </a:schemeClr>
                </a:solidFill>
                <a:sym typeface="Symbol" panose="05050102010706020507" pitchFamily="18" charset="2"/>
              </a:rPr>
              <a:t>Rejection cost: r(</a:t>
            </a:r>
            <a:r>
              <a:rPr lang="en-IE" sz="1600" b="1" i="1" dirty="0">
                <a:solidFill>
                  <a:schemeClr val="bg1">
                    <a:lumMod val="85000"/>
                  </a:schemeClr>
                </a:solidFill>
                <a:sym typeface="Symbol" panose="05050102010706020507" pitchFamily="18" charset="2"/>
              </a:rPr>
              <a:t>K</a:t>
            </a:r>
            <a:r>
              <a:rPr lang="en-IE" sz="1600" b="1" dirty="0">
                <a:solidFill>
                  <a:schemeClr val="bg1">
                    <a:lumMod val="85000"/>
                  </a:schemeClr>
                </a:solidFill>
                <a:sym typeface="Symbol" panose="05050102010706020507" pitchFamily="18" charset="2"/>
              </a:rPr>
              <a:t>) ~ -</a:t>
            </a:r>
            <a:r>
              <a:rPr lang="en-IE" sz="1600" b="1" dirty="0" err="1">
                <a:solidFill>
                  <a:schemeClr val="bg1">
                    <a:lumMod val="85000"/>
                  </a:schemeClr>
                </a:solidFill>
                <a:sym typeface="Symbol" panose="05050102010706020507" pitchFamily="18" charset="2"/>
              </a:rPr>
              <a:t>b</a:t>
            </a:r>
            <a:r>
              <a:rPr lang="en-IE" sz="1600" b="1" i="1" baseline="30000" dirty="0" err="1">
                <a:solidFill>
                  <a:schemeClr val="bg1">
                    <a:lumMod val="85000"/>
                  </a:schemeClr>
                </a:solidFill>
                <a:sym typeface="Symbol" panose="05050102010706020507" pitchFamily="18" charset="2"/>
              </a:rPr>
              <a:t>K</a:t>
            </a:r>
            <a:r>
              <a:rPr lang="en-IE" sz="1600" dirty="0">
                <a:solidFill>
                  <a:schemeClr val="bg1">
                    <a:lumMod val="85000"/>
                  </a:schemeClr>
                </a:solidFill>
                <a:sym typeface="Symbol" panose="05050102010706020507" pitchFamily="18" charset="2"/>
              </a:rPr>
              <a:t> (some b &gt; </a:t>
            </a:r>
            <a:r>
              <a:rPr lang="en-IE" sz="1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/)</a:t>
            </a:r>
            <a:endParaRPr lang="en-IE" sz="1600" baseline="300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00C739-2635-476F-8709-26F823E4E3B6}"/>
              </a:ext>
            </a:extLst>
          </p:cNvPr>
          <p:cNvSpPr txBox="1"/>
          <p:nvPr/>
        </p:nvSpPr>
        <p:spPr>
          <a:xfrm>
            <a:off x="8217721" y="5029944"/>
            <a:ext cx="2713817" cy="732827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IE" sz="1400" b="1" dirty="0">
                <a:solidFill>
                  <a:srgbClr val="00B050"/>
                </a:solidFill>
              </a:rPr>
              <a:t>FVRL </a:t>
            </a:r>
            <a:r>
              <a:rPr lang="en-IE" sz="1400" b="1" dirty="0"/>
              <a:t>reaches the optimum </a:t>
            </a:r>
            <a:r>
              <a:rPr lang="en-IE" sz="1400" b="1" i="1" dirty="0">
                <a:solidFill>
                  <a:srgbClr val="0070C0"/>
                </a:solidFill>
              </a:rPr>
              <a:t>K*</a:t>
            </a:r>
            <a:r>
              <a:rPr lang="en-IE" sz="1400" b="1" dirty="0">
                <a:solidFill>
                  <a:srgbClr val="00B050"/>
                </a:solidFill>
              </a:rPr>
              <a:t> </a:t>
            </a:r>
            <a:r>
              <a:rPr lang="en-IE" sz="1400" b="1" dirty="0"/>
              <a:t>much faster than </a:t>
            </a:r>
            <a:r>
              <a:rPr lang="en-IE" sz="1400" b="1" dirty="0">
                <a:solidFill>
                  <a:srgbClr val="C00000"/>
                </a:solidFill>
              </a:rPr>
              <a:t>Monte-Carlo</a:t>
            </a:r>
          </a:p>
        </p:txBody>
      </p:sp>
    </p:spTree>
    <p:extLst>
      <p:ext uri="{BB962C8B-B14F-4D97-AF65-F5344CB8AC3E}">
        <p14:creationId xmlns:p14="http://schemas.microsoft.com/office/powerpoint/2010/main" val="163605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50" grpId="0"/>
      <p:bldP spid="4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0ACA-269D-4834-80E1-C79964DB1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73" y="1123837"/>
            <a:ext cx="3087440" cy="4601183"/>
          </a:xfrm>
        </p:spPr>
        <p:txBody>
          <a:bodyPr/>
          <a:lstStyle/>
          <a:p>
            <a:pPr algn="ctr"/>
            <a:r>
              <a:rPr lang="en-IE" dirty="0"/>
              <a:t>Results (2):</a:t>
            </a:r>
            <a:br>
              <a:rPr lang="en-IE" dirty="0"/>
            </a:br>
            <a:r>
              <a:rPr lang="en-IE" b="1" dirty="0"/>
              <a:t>Loss Network</a:t>
            </a:r>
            <a:br>
              <a:rPr lang="en-IE" dirty="0"/>
            </a:br>
            <a:br>
              <a:rPr lang="en-IE" dirty="0"/>
            </a:br>
            <a:r>
              <a:rPr lang="en-IE" sz="2800" dirty="0"/>
              <a:t>Objective: find </a:t>
            </a:r>
            <a:r>
              <a:rPr lang="en-IE" sz="2800" u="sng" dirty="0"/>
              <a:t>optimal capacities </a:t>
            </a:r>
            <a:r>
              <a:rPr lang="en-IE" sz="2800" i="1" u="sng" dirty="0"/>
              <a:t>K</a:t>
            </a:r>
            <a:r>
              <a:rPr lang="en-IE" sz="2800" u="sng" dirty="0"/>
              <a:t>(</a:t>
            </a:r>
            <a:r>
              <a:rPr lang="en-IE" sz="2800" i="1" u="sng" dirty="0"/>
              <a:t>l</a:t>
            </a:r>
            <a:r>
              <a:rPr lang="en-IE" sz="2800" u="sng" dirty="0"/>
              <a:t>)</a:t>
            </a:r>
            <a:br>
              <a:rPr lang="en-IE" sz="2800" u="sng" dirty="0"/>
            </a:br>
            <a:br>
              <a:rPr lang="en-IE" sz="2800" u="sng" dirty="0"/>
            </a:br>
            <a:br>
              <a:rPr lang="en-IE" sz="2800" u="sng" dirty="0"/>
            </a:br>
            <a:endParaRPr lang="en-IE" i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228F-4683-44DA-AE98-10C11FAB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16BDD-84B0-4668-B4A9-F328D0A6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50D1F-7835-4446-BAE7-ECB114A0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r>
              <a:rPr lang="en-US" dirty="0"/>
              <a:t> / 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9C8BC-00F6-4C1D-BF31-A4575EA1E3DB}"/>
              </a:ext>
            </a:extLst>
          </p:cNvPr>
          <p:cNvSpPr txBox="1"/>
          <p:nvPr/>
        </p:nvSpPr>
        <p:spPr>
          <a:xfrm>
            <a:off x="6753688" y="231409"/>
            <a:ext cx="2185414" cy="2620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M/M/L/S system</a:t>
            </a:r>
            <a:endParaRPr lang="en-IE" sz="1600" b="1" dirty="0">
              <a:solidFill>
                <a:srgbClr val="00B050"/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3C387EA-CD17-47C9-AEA3-8E6B45293D23}"/>
              </a:ext>
            </a:extLst>
          </p:cNvPr>
          <p:cNvCxnSpPr>
            <a:cxnSpLocks/>
          </p:cNvCxnSpPr>
          <p:nvPr/>
        </p:nvCxnSpPr>
        <p:spPr>
          <a:xfrm flipH="1" flipV="1">
            <a:off x="3806893" y="2004128"/>
            <a:ext cx="7894580" cy="8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BF51C8F6-1F9C-48EA-81F2-E12977652D8D}"/>
              </a:ext>
            </a:extLst>
          </p:cNvPr>
          <p:cNvSpPr/>
          <p:nvPr/>
        </p:nvSpPr>
        <p:spPr>
          <a:xfrm>
            <a:off x="5586467" y="1078935"/>
            <a:ext cx="4583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600" b="1" dirty="0">
                <a:sym typeface="Symbol" panose="05050102010706020507" pitchFamily="18" charset="2"/>
              </a:rPr>
              <a:t>Rejection cost depends on the job class: </a:t>
            </a:r>
            <a:r>
              <a:rPr lang="en-IE" sz="1600" b="1" i="1" dirty="0">
                <a:sym typeface="Symbol" panose="05050102010706020507" pitchFamily="18" charset="2"/>
              </a:rPr>
              <a:t>R</a:t>
            </a:r>
            <a:r>
              <a:rPr lang="en-IE" sz="1600" b="1" dirty="0">
                <a:sym typeface="Symbol" panose="05050102010706020507" pitchFamily="18" charset="2"/>
              </a:rPr>
              <a:t>(</a:t>
            </a:r>
            <a:r>
              <a:rPr lang="en-IE" sz="1600" b="1" i="1" dirty="0">
                <a:sym typeface="Symbol" panose="05050102010706020507" pitchFamily="18" charset="2"/>
              </a:rPr>
              <a:t>l</a:t>
            </a:r>
            <a:r>
              <a:rPr lang="en-IE" sz="1600" b="1" dirty="0">
                <a:sym typeface="Symbol" panose="05050102010706020507" pitchFamily="18" charset="2"/>
              </a:rPr>
              <a:t>)</a:t>
            </a:r>
            <a:endParaRPr lang="en-IE" sz="1600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D1FDC3-4CED-43E7-81B2-3CCFC209D6C8}"/>
              </a:ext>
            </a:extLst>
          </p:cNvPr>
          <p:cNvSpPr txBox="1"/>
          <p:nvPr/>
        </p:nvSpPr>
        <p:spPr>
          <a:xfrm>
            <a:off x="5005595" y="2409318"/>
            <a:ext cx="3881013" cy="8985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dirty="0"/>
              <a:t>Acceptance probability is</a:t>
            </a:r>
          </a:p>
          <a:p>
            <a:pPr algn="ctr"/>
            <a:r>
              <a:rPr lang="en-IE" sz="1600" b="1" dirty="0"/>
              <a:t>step function of </a:t>
            </a:r>
            <a:r>
              <a:rPr lang="en-IE" sz="1600" b="1" i="1" dirty="0">
                <a:solidFill>
                  <a:srgbClr val="C00000"/>
                </a:solidFill>
                <a:sym typeface="Symbol" panose="05050102010706020507" pitchFamily="18" charset="2"/>
              </a:rPr>
              <a:t> (l)</a:t>
            </a:r>
            <a:r>
              <a:rPr lang="en-IE" sz="1600" b="1" i="1" dirty="0">
                <a:sym typeface="Symbol" panose="05050102010706020507" pitchFamily="18" charset="2"/>
              </a:rPr>
              <a:t> for each class job l.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316AA1C-BEC1-4A90-A0F6-645F28A3D5F8}"/>
              </a:ext>
            </a:extLst>
          </p:cNvPr>
          <p:cNvGrpSpPr/>
          <p:nvPr/>
        </p:nvGrpSpPr>
        <p:grpSpPr>
          <a:xfrm>
            <a:off x="510049" y="4069477"/>
            <a:ext cx="2221888" cy="1971208"/>
            <a:chOff x="510049" y="4069477"/>
            <a:chExt cx="2221888" cy="197120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B86B988-0B00-44C9-A999-46BE84031296}"/>
                </a:ext>
              </a:extLst>
            </p:cNvPr>
            <p:cNvSpPr txBox="1"/>
            <p:nvPr/>
          </p:nvSpPr>
          <p:spPr>
            <a:xfrm rot="16200000">
              <a:off x="425703" y="5148239"/>
              <a:ext cx="321707" cy="1530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IE" dirty="0"/>
                <a:t>…</a:t>
              </a: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01419A7-F207-4C26-B9FC-131BCFD643DB}"/>
                </a:ext>
              </a:extLst>
            </p:cNvPr>
            <p:cNvGrpSpPr/>
            <p:nvPr/>
          </p:nvGrpSpPr>
          <p:grpSpPr>
            <a:xfrm>
              <a:off x="549779" y="4069477"/>
              <a:ext cx="2182158" cy="1971208"/>
              <a:chOff x="3482631" y="4431271"/>
              <a:chExt cx="2182158" cy="1971208"/>
            </a:xfrm>
            <a:solidFill>
              <a:schemeClr val="bg1"/>
            </a:solidFill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E5D7219-B4C6-4AC9-BB4F-9372E597E51E}"/>
                  </a:ext>
                </a:extLst>
              </p:cNvPr>
              <p:cNvSpPr/>
              <p:nvPr/>
            </p:nvSpPr>
            <p:spPr>
              <a:xfrm>
                <a:off x="5266459" y="4431271"/>
                <a:ext cx="368961" cy="42920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</a:t>
                </a:r>
                <a:endParaRPr lang="en-I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29D1346-60A0-45DE-8CDE-1CCBC5D97C99}"/>
                  </a:ext>
                </a:extLst>
              </p:cNvPr>
              <p:cNvSpPr/>
              <p:nvPr/>
            </p:nvSpPr>
            <p:spPr>
              <a:xfrm>
                <a:off x="5285251" y="5065266"/>
                <a:ext cx="368961" cy="42920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</a:t>
                </a:r>
                <a:endParaRPr lang="en-I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4035A31-9FFA-4490-B99D-1E0951D4031A}"/>
                  </a:ext>
                </a:extLst>
              </p:cNvPr>
              <p:cNvSpPr/>
              <p:nvPr/>
            </p:nvSpPr>
            <p:spPr>
              <a:xfrm>
                <a:off x="5326930" y="5973271"/>
                <a:ext cx="337859" cy="42920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</a:t>
                </a:r>
                <a:endParaRPr lang="en-I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DE59E4-56F0-437F-9E6E-95CFB4329971}"/>
                  </a:ext>
                </a:extLst>
              </p:cNvPr>
              <p:cNvSpPr txBox="1"/>
              <p:nvPr/>
            </p:nvSpPr>
            <p:spPr>
              <a:xfrm rot="16200000">
                <a:off x="5213578" y="5640192"/>
                <a:ext cx="321707" cy="1530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en-IE" dirty="0"/>
                  <a:t>…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59D4C6D-B11D-4296-88B6-461A9EAF3D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6893" y="4795935"/>
                <a:ext cx="301241" cy="261899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EDC5C29F-85DC-4C03-9531-C38606FCD3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26740" y="5261178"/>
                <a:ext cx="335898" cy="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C0065F3-FF11-4D4A-9CEE-903FCC4BA0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06893" y="5452487"/>
                <a:ext cx="345229" cy="57405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803F8F1-D886-417A-A0A0-935977B64265}"/>
                  </a:ext>
                </a:extLst>
              </p:cNvPr>
              <p:cNvSpPr txBox="1"/>
              <p:nvPr/>
            </p:nvSpPr>
            <p:spPr>
              <a:xfrm>
                <a:off x="3482631" y="4673993"/>
                <a:ext cx="251219" cy="279919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en-IE" dirty="0">
                    <a:sym typeface="Symbol" panose="05050102010706020507" pitchFamily="18" charset="2"/>
                  </a:rPr>
                  <a:t></a:t>
                </a:r>
                <a:r>
                  <a:rPr lang="en-IE" baseline="-25000" dirty="0">
                    <a:sym typeface="Symbol" panose="05050102010706020507" pitchFamily="18" charset="2"/>
                  </a:rPr>
                  <a:t>1</a:t>
                </a:r>
                <a:endParaRPr lang="en-IE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23A0B8C-98E6-4EC4-A9E4-9281F7E487E3}"/>
                  </a:ext>
                </a:extLst>
              </p:cNvPr>
              <p:cNvSpPr txBox="1"/>
              <p:nvPr/>
            </p:nvSpPr>
            <p:spPr>
              <a:xfrm>
                <a:off x="3495071" y="5068992"/>
                <a:ext cx="251219" cy="279919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en-IE" dirty="0">
                    <a:sym typeface="Symbol" panose="05050102010706020507" pitchFamily="18" charset="2"/>
                  </a:rPr>
                  <a:t></a:t>
                </a:r>
                <a:r>
                  <a:rPr lang="en-IE" baseline="-25000" dirty="0">
                    <a:sym typeface="Symbol" panose="05050102010706020507" pitchFamily="18" charset="2"/>
                  </a:rPr>
                  <a:t>2</a:t>
                </a:r>
                <a:endParaRPr lang="en-IE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CDE8D01-18EB-40BF-86A4-899962470491}"/>
                  </a:ext>
                </a:extLst>
              </p:cNvPr>
              <p:cNvSpPr txBox="1"/>
              <p:nvPr/>
            </p:nvSpPr>
            <p:spPr>
              <a:xfrm>
                <a:off x="3495070" y="5886576"/>
                <a:ext cx="251219" cy="279919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en-IE" dirty="0">
                    <a:sym typeface="Symbol" panose="05050102010706020507" pitchFamily="18" charset="2"/>
                  </a:rPr>
                  <a:t></a:t>
                </a:r>
                <a:r>
                  <a:rPr lang="en-IE" baseline="-25000" dirty="0">
                    <a:sym typeface="Symbol" panose="05050102010706020507" pitchFamily="18" charset="2"/>
                  </a:rPr>
                  <a:t>L</a:t>
                </a:r>
                <a:endParaRPr lang="en-IE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B612EA5-5DD4-4CD5-850C-7FFC568351FD}"/>
                  </a:ext>
                </a:extLst>
              </p:cNvPr>
              <p:cNvSpPr/>
              <p:nvPr/>
            </p:nvSpPr>
            <p:spPr>
              <a:xfrm>
                <a:off x="4199962" y="5100687"/>
                <a:ext cx="795447" cy="321706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/>
                <a:r>
                  <a:rPr lang="en-IE" sz="1100" dirty="0">
                    <a:solidFill>
                      <a:schemeClr val="tx1"/>
                    </a:solidFill>
                  </a:rPr>
                  <a:t>Dispatcher</a:t>
                </a:r>
              </a:p>
            </p:txBody>
          </p: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114E3F3B-4AE6-49CA-BBFA-0303E69FFE6D}"/>
                  </a:ext>
                </a:extLst>
              </p:cNvPr>
              <p:cNvCxnSpPr>
                <a:cxnSpLocks/>
                <a:stCxn id="22" idx="3"/>
                <a:endCxn id="12" idx="3"/>
              </p:cNvCxnSpPr>
              <p:nvPr/>
            </p:nvCxnSpPr>
            <p:spPr>
              <a:xfrm flipV="1">
                <a:off x="4995409" y="4797623"/>
                <a:ext cx="325083" cy="463917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B6A1DF80-C8D9-4349-AC15-BA842FB38319}"/>
                  </a:ext>
                </a:extLst>
              </p:cNvPr>
              <p:cNvCxnSpPr>
                <a:cxnSpLocks/>
                <a:stCxn id="22" idx="3"/>
                <a:endCxn id="48" idx="2"/>
              </p:cNvCxnSpPr>
              <p:nvPr/>
            </p:nvCxnSpPr>
            <p:spPr>
              <a:xfrm>
                <a:off x="4995409" y="5261540"/>
                <a:ext cx="289842" cy="1833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DDCD87EC-4DF4-443F-9308-2C8F13B99D07}"/>
                  </a:ext>
                </a:extLst>
              </p:cNvPr>
              <p:cNvCxnSpPr>
                <a:cxnSpLocks/>
                <a:stCxn id="22" idx="3"/>
                <a:endCxn id="49" idx="2"/>
              </p:cNvCxnSpPr>
              <p:nvPr/>
            </p:nvCxnSpPr>
            <p:spPr>
              <a:xfrm>
                <a:off x="4995409" y="5261540"/>
                <a:ext cx="331521" cy="926335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45A4C039-5268-497F-8BB9-B91D748C5973}"/>
              </a:ext>
            </a:extLst>
          </p:cNvPr>
          <p:cNvSpPr txBox="1"/>
          <p:nvPr/>
        </p:nvSpPr>
        <p:spPr>
          <a:xfrm rot="16200000">
            <a:off x="2233787" y="4830383"/>
            <a:ext cx="1464906" cy="2354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i="1" dirty="0"/>
              <a:t>S</a:t>
            </a:r>
            <a:r>
              <a:rPr lang="en-IE" dirty="0"/>
              <a:t> servers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F20D78E-4E24-42BD-BF76-10E59860361B}"/>
              </a:ext>
            </a:extLst>
          </p:cNvPr>
          <p:cNvSpPr txBox="1"/>
          <p:nvPr/>
        </p:nvSpPr>
        <p:spPr>
          <a:xfrm rot="16200000">
            <a:off x="-543870" y="4794219"/>
            <a:ext cx="1464906" cy="2354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i="1" dirty="0"/>
              <a:t>L</a:t>
            </a:r>
            <a:r>
              <a:rPr lang="en-IE" dirty="0"/>
              <a:t> job classes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84C123C-D6DC-4197-83FC-AF62F9624B1E}"/>
              </a:ext>
            </a:extLst>
          </p:cNvPr>
          <p:cNvSpPr txBox="1"/>
          <p:nvPr/>
        </p:nvSpPr>
        <p:spPr>
          <a:xfrm>
            <a:off x="7034757" y="526652"/>
            <a:ext cx="2185414" cy="55274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IE" sz="1600" dirty="0"/>
              <a:t>L = 2 job classes</a:t>
            </a:r>
          </a:p>
          <a:p>
            <a:r>
              <a:rPr lang="en-IE" sz="1600" dirty="0"/>
              <a:t>S = 6 servers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F32D9C9-071B-4FF2-8135-C3D67B9C4A1D}"/>
              </a:ext>
            </a:extLst>
          </p:cNvPr>
          <p:cNvSpPr/>
          <p:nvPr/>
        </p:nvSpPr>
        <p:spPr>
          <a:xfrm>
            <a:off x="5885046" y="1494137"/>
            <a:ext cx="3898161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E" sz="1600" b="1" dirty="0">
                <a:sym typeface="Symbol" panose="05050102010706020507" pitchFamily="18" charset="2"/>
              </a:rPr>
              <a:t>One policy </a:t>
            </a:r>
            <a:r>
              <a:rPr lang="en-IE" sz="1600" b="1" dirty="0">
                <a:solidFill>
                  <a:srgbClr val="C00000"/>
                </a:solidFill>
                <a:sym typeface="Symbol" panose="05050102010706020507" pitchFamily="18" charset="2"/>
              </a:rPr>
              <a:t></a:t>
            </a:r>
            <a:r>
              <a:rPr lang="en-IE" sz="1600" b="1" i="1" dirty="0">
                <a:solidFill>
                  <a:srgbClr val="C00000"/>
                </a:solidFill>
                <a:sym typeface="Symbol" panose="05050102010706020507" pitchFamily="18" charset="2"/>
              </a:rPr>
              <a:t>(l)</a:t>
            </a:r>
            <a:r>
              <a:rPr lang="en-IE" sz="1600" b="1" dirty="0">
                <a:sym typeface="Symbol" panose="05050102010706020507" pitchFamily="18" charset="2"/>
              </a:rPr>
              <a:t> for </a:t>
            </a:r>
            <a:r>
              <a:rPr lang="en-IE" sz="1600" b="1" i="1" dirty="0">
                <a:sym typeface="Symbol" panose="05050102010706020507" pitchFamily="18" charset="2"/>
              </a:rPr>
              <a:t>each</a:t>
            </a:r>
            <a:r>
              <a:rPr lang="en-IE" sz="1600" b="1" dirty="0">
                <a:sym typeface="Symbol" panose="05050102010706020507" pitchFamily="18" charset="2"/>
              </a:rPr>
              <a:t> job class</a:t>
            </a:r>
            <a:endParaRPr lang="en-IE" sz="1600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9B4730F-DE1A-4138-806C-AF222E0AAAD8}"/>
              </a:ext>
            </a:extLst>
          </p:cNvPr>
          <p:cNvSpPr txBox="1"/>
          <p:nvPr/>
        </p:nvSpPr>
        <p:spPr>
          <a:xfrm>
            <a:off x="9139111" y="3268244"/>
            <a:ext cx="2468171" cy="1910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l"/>
            <a:r>
              <a:rPr lang="en-IE" sz="1050" i="1" dirty="0"/>
              <a:t>x</a:t>
            </a:r>
            <a:r>
              <a:rPr lang="en-IE" sz="1050" dirty="0"/>
              <a:t>(</a:t>
            </a:r>
            <a:r>
              <a:rPr lang="en-IE" sz="1050" i="1" dirty="0"/>
              <a:t>l</a:t>
            </a:r>
            <a:r>
              <a:rPr lang="en-IE" sz="1050" dirty="0"/>
              <a:t>): No. of jobs of class </a:t>
            </a:r>
            <a:r>
              <a:rPr lang="en-IE" sz="1050" i="1" dirty="0"/>
              <a:t>l</a:t>
            </a:r>
            <a:r>
              <a:rPr lang="en-IE" sz="1050" dirty="0"/>
              <a:t> being served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FAE7C11-D98B-425A-AD76-273630F878EF}"/>
              </a:ext>
            </a:extLst>
          </p:cNvPr>
          <p:cNvGrpSpPr/>
          <p:nvPr/>
        </p:nvGrpSpPr>
        <p:grpSpPr>
          <a:xfrm>
            <a:off x="4638727" y="3557150"/>
            <a:ext cx="6243990" cy="2768027"/>
            <a:chOff x="4638727" y="3370538"/>
            <a:chExt cx="6243990" cy="276802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F318177-4C4C-49CD-9B4E-24B4DDBCE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38727" y="3370538"/>
              <a:ext cx="6243990" cy="2768027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2615B64-71E8-4699-A2BA-341C0E772925}"/>
                </a:ext>
              </a:extLst>
            </p:cNvPr>
            <p:cNvSpPr txBox="1"/>
            <p:nvPr/>
          </p:nvSpPr>
          <p:spPr>
            <a:xfrm>
              <a:off x="8473435" y="5270562"/>
              <a:ext cx="243221" cy="1667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IE" sz="1600" i="1" dirty="0">
                  <a:latin typeface="Calibri" panose="020F0502020204030204" pitchFamily="34" charset="0"/>
                  <a:cs typeface="Calibri" panose="020F0502020204030204" pitchFamily="34" charset="0"/>
                </a:rPr>
                <a:t>S</a:t>
              </a:r>
              <a:endParaRPr lang="en-IE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6106E25-2EFE-40CC-AF1F-C701AE93BCFC}"/>
                </a:ext>
              </a:extLst>
            </p:cNvPr>
            <p:cNvSpPr txBox="1"/>
            <p:nvPr/>
          </p:nvSpPr>
          <p:spPr>
            <a:xfrm>
              <a:off x="5700787" y="5466153"/>
              <a:ext cx="189656" cy="22861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IE" sz="1600" i="1" dirty="0">
                  <a:latin typeface="Calibri" panose="020F0502020204030204" pitchFamily="34" charset="0"/>
                  <a:cs typeface="Calibri" panose="020F0502020204030204" pitchFamily="34" charset="0"/>
                </a:rPr>
                <a:t>R</a:t>
              </a:r>
              <a:endParaRPr lang="en-IE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BC573DFC-25CA-4BCA-AAB7-51742E8E0092}"/>
              </a:ext>
            </a:extLst>
          </p:cNvPr>
          <p:cNvSpPr/>
          <p:nvPr/>
        </p:nvSpPr>
        <p:spPr>
          <a:xfrm>
            <a:off x="5085677" y="2152270"/>
            <a:ext cx="3898161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E" sz="1600" b="1" dirty="0">
                <a:sym typeface="Symbol" panose="05050102010706020507" pitchFamily="18" charset="2"/>
              </a:rPr>
              <a:t>Multidimensional problem: </a:t>
            </a:r>
            <a:r>
              <a:rPr lang="en-IE" sz="1600" b="1" i="1" dirty="0">
                <a:solidFill>
                  <a:srgbClr val="C00000"/>
                </a:solidFill>
                <a:sym typeface="Symbol" panose="05050102010706020507" pitchFamily="18" charset="2"/>
              </a:rPr>
              <a:t></a:t>
            </a:r>
            <a:r>
              <a:rPr lang="en-IE" sz="1600" b="1" dirty="0">
                <a:sym typeface="Symbol" panose="05050102010706020507" pitchFamily="18" charset="2"/>
              </a:rPr>
              <a:t>  </a:t>
            </a:r>
            <a:r>
              <a:rPr lang="en-IE" sz="1600" b="1" baseline="30000" dirty="0">
                <a:sym typeface="Symbol" panose="05050102010706020507" pitchFamily="18" charset="2"/>
              </a:rPr>
              <a:t>2</a:t>
            </a:r>
            <a:endParaRPr lang="en-IE" sz="1600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28CE744-E7B3-46EB-9429-86BB822E8192}"/>
              </a:ext>
            </a:extLst>
          </p:cNvPr>
          <p:cNvSpPr/>
          <p:nvPr/>
        </p:nvSpPr>
        <p:spPr>
          <a:xfrm>
            <a:off x="5700787" y="5644406"/>
            <a:ext cx="1502446" cy="236972"/>
          </a:xfrm>
          <a:prstGeom prst="rect">
            <a:avLst/>
          </a:prstGeom>
          <a:solidFill>
            <a:srgbClr val="7030A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7DF3C5-9E7A-4059-A2C5-97F9FC38E540}"/>
              </a:ext>
            </a:extLst>
          </p:cNvPr>
          <p:cNvGrpSpPr/>
          <p:nvPr/>
        </p:nvGrpSpPr>
        <p:grpSpPr>
          <a:xfrm>
            <a:off x="9158774" y="2119471"/>
            <a:ext cx="2023186" cy="1114656"/>
            <a:chOff x="9158774" y="2119471"/>
            <a:chExt cx="2023186" cy="111465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CEA67E6-1BC8-4458-8499-485EF8BDBB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5909"/>
            <a:stretch/>
          </p:blipFill>
          <p:spPr>
            <a:xfrm>
              <a:off x="9158774" y="2119471"/>
              <a:ext cx="2023186" cy="11146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277747D-DA08-4E75-9ADF-26B2180355E3}"/>
                    </a:ext>
                  </a:extLst>
                </p:cNvPr>
                <p:cNvSpPr txBox="1"/>
                <p:nvPr/>
              </p:nvSpPr>
              <p:spPr>
                <a:xfrm>
                  <a:off x="9638261" y="2120075"/>
                  <a:ext cx="280468" cy="27016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no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E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IE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</m:oMath>
                    </m:oMathPara>
                  </a14:m>
                  <a:endParaRPr lang="en-IE" sz="1200" b="1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277747D-DA08-4E75-9ADF-26B2180355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8261" y="2120075"/>
                  <a:ext cx="280468" cy="270169"/>
                </a:xfrm>
                <a:prstGeom prst="rect">
                  <a:avLst/>
                </a:prstGeom>
                <a:blipFill>
                  <a:blip r:embed="rId4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EF9FD65-893E-4AF8-93E1-6C102B82146B}"/>
              </a:ext>
            </a:extLst>
          </p:cNvPr>
          <p:cNvSpPr/>
          <p:nvPr/>
        </p:nvSpPr>
        <p:spPr>
          <a:xfrm>
            <a:off x="9733650" y="5681046"/>
            <a:ext cx="1101932" cy="17331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C9C1262-F073-4D2F-AFE8-1559203084BC}"/>
              </a:ext>
            </a:extLst>
          </p:cNvPr>
          <p:cNvSpPr/>
          <p:nvPr/>
        </p:nvSpPr>
        <p:spPr>
          <a:xfrm>
            <a:off x="4762710" y="5861098"/>
            <a:ext cx="6072871" cy="187677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4477185-136A-49C7-B435-DDD0867ED942}"/>
              </a:ext>
            </a:extLst>
          </p:cNvPr>
          <p:cNvSpPr/>
          <p:nvPr/>
        </p:nvSpPr>
        <p:spPr>
          <a:xfrm>
            <a:off x="4770051" y="6078543"/>
            <a:ext cx="379984" cy="17331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015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9" grpId="0"/>
      <p:bldP spid="63" grpId="0"/>
      <p:bldP spid="89" grpId="0"/>
      <p:bldP spid="91" grpId="0" animBg="1"/>
      <p:bldP spid="82" grpId="0" animBg="1"/>
      <p:bldP spid="94" grpId="0" animBg="1"/>
      <p:bldP spid="96" grpId="0" animBg="1"/>
      <p:bldP spid="8" grpId="0" animBg="1"/>
      <p:bldP spid="42" grpId="0" animBg="1"/>
      <p:bldP spid="4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0ACA-269D-4834-80E1-C79964DB1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73" y="1123837"/>
            <a:ext cx="3087440" cy="4601183"/>
          </a:xfrm>
        </p:spPr>
        <p:txBody>
          <a:bodyPr/>
          <a:lstStyle/>
          <a:p>
            <a:pPr algn="ctr"/>
            <a:r>
              <a:rPr lang="en-IE" dirty="0"/>
              <a:t>Results (2):</a:t>
            </a:r>
            <a:br>
              <a:rPr lang="en-IE" dirty="0"/>
            </a:br>
            <a:r>
              <a:rPr lang="en-IE" b="1" dirty="0"/>
              <a:t>Loss Network</a:t>
            </a:r>
            <a:br>
              <a:rPr lang="en-IE" dirty="0"/>
            </a:br>
            <a:br>
              <a:rPr lang="en-IE" dirty="0"/>
            </a:br>
            <a:r>
              <a:rPr lang="en-IE" sz="2800" dirty="0"/>
              <a:t>Objective: find </a:t>
            </a:r>
            <a:r>
              <a:rPr lang="en-IE" sz="2800" u="sng" dirty="0"/>
              <a:t>optimal capacities </a:t>
            </a:r>
            <a:r>
              <a:rPr lang="en-IE" sz="2800" i="1" u="sng" dirty="0"/>
              <a:t>K</a:t>
            </a:r>
            <a:r>
              <a:rPr lang="en-IE" sz="2800" u="sng" dirty="0"/>
              <a:t>(</a:t>
            </a:r>
            <a:r>
              <a:rPr lang="en-IE" sz="2800" i="1" u="sng" dirty="0"/>
              <a:t>l</a:t>
            </a:r>
            <a:r>
              <a:rPr lang="en-IE" sz="2800" u="sng" dirty="0"/>
              <a:t>)</a:t>
            </a:r>
            <a:br>
              <a:rPr lang="en-IE" sz="2800" u="sng" dirty="0"/>
            </a:br>
            <a:br>
              <a:rPr lang="en-IE" sz="2800" u="sng" dirty="0"/>
            </a:br>
            <a:br>
              <a:rPr lang="en-IE" sz="2800" u="sng" dirty="0"/>
            </a:br>
            <a:endParaRPr lang="en-IE" i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228F-4683-44DA-AE98-10C11FAB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16BDD-84B0-4668-B4A9-F328D0A6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50D1F-7835-4446-BAE7-ECB114A0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r>
              <a:rPr lang="en-US" dirty="0"/>
              <a:t> / 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9C8BC-00F6-4C1D-BF31-A4575EA1E3DB}"/>
              </a:ext>
            </a:extLst>
          </p:cNvPr>
          <p:cNvSpPr txBox="1"/>
          <p:nvPr/>
        </p:nvSpPr>
        <p:spPr>
          <a:xfrm>
            <a:off x="6753688" y="231409"/>
            <a:ext cx="2185414" cy="2620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E" sz="1600" b="1" dirty="0"/>
              <a:t>M/M/L/S system</a:t>
            </a:r>
            <a:endParaRPr lang="en-IE" sz="1600" b="1" dirty="0">
              <a:solidFill>
                <a:srgbClr val="00B050"/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3C387EA-CD17-47C9-AEA3-8E6B45293D23}"/>
              </a:ext>
            </a:extLst>
          </p:cNvPr>
          <p:cNvCxnSpPr>
            <a:cxnSpLocks/>
          </p:cNvCxnSpPr>
          <p:nvPr/>
        </p:nvCxnSpPr>
        <p:spPr>
          <a:xfrm flipH="1" flipV="1">
            <a:off x="3806893" y="2004128"/>
            <a:ext cx="7894580" cy="8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BF51C8F6-1F9C-48EA-81F2-E12977652D8D}"/>
              </a:ext>
            </a:extLst>
          </p:cNvPr>
          <p:cNvSpPr/>
          <p:nvPr/>
        </p:nvSpPr>
        <p:spPr>
          <a:xfrm>
            <a:off x="5586467" y="1078935"/>
            <a:ext cx="4583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600" b="1" dirty="0">
                <a:sym typeface="Symbol" panose="05050102010706020507" pitchFamily="18" charset="2"/>
              </a:rPr>
              <a:t>Rejection cost depends on the job class: </a:t>
            </a:r>
            <a:r>
              <a:rPr lang="en-IE" sz="1600" b="1" i="1" dirty="0">
                <a:sym typeface="Symbol" panose="05050102010706020507" pitchFamily="18" charset="2"/>
              </a:rPr>
              <a:t>R</a:t>
            </a:r>
            <a:r>
              <a:rPr lang="en-IE" sz="1600" b="1" dirty="0">
                <a:sym typeface="Symbol" panose="05050102010706020507" pitchFamily="18" charset="2"/>
              </a:rPr>
              <a:t>(</a:t>
            </a:r>
            <a:r>
              <a:rPr lang="en-IE" sz="1600" b="1" i="1" dirty="0">
                <a:sym typeface="Symbol" panose="05050102010706020507" pitchFamily="18" charset="2"/>
              </a:rPr>
              <a:t>l</a:t>
            </a:r>
            <a:r>
              <a:rPr lang="en-IE" sz="1600" b="1" dirty="0">
                <a:sym typeface="Symbol" panose="05050102010706020507" pitchFamily="18" charset="2"/>
              </a:rPr>
              <a:t>)</a:t>
            </a:r>
            <a:endParaRPr lang="en-IE" sz="1600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316AA1C-BEC1-4A90-A0F6-645F28A3D5F8}"/>
              </a:ext>
            </a:extLst>
          </p:cNvPr>
          <p:cNvGrpSpPr/>
          <p:nvPr/>
        </p:nvGrpSpPr>
        <p:grpSpPr>
          <a:xfrm>
            <a:off x="510049" y="4069477"/>
            <a:ext cx="2221888" cy="1971208"/>
            <a:chOff x="510049" y="4069477"/>
            <a:chExt cx="2221888" cy="197120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B86B988-0B00-44C9-A999-46BE84031296}"/>
                </a:ext>
              </a:extLst>
            </p:cNvPr>
            <p:cNvSpPr txBox="1"/>
            <p:nvPr/>
          </p:nvSpPr>
          <p:spPr>
            <a:xfrm rot="16200000">
              <a:off x="425703" y="5148239"/>
              <a:ext cx="321707" cy="1530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IE" dirty="0"/>
                <a:t>…</a:t>
              </a: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01419A7-F207-4C26-B9FC-131BCFD643DB}"/>
                </a:ext>
              </a:extLst>
            </p:cNvPr>
            <p:cNvGrpSpPr/>
            <p:nvPr/>
          </p:nvGrpSpPr>
          <p:grpSpPr>
            <a:xfrm>
              <a:off x="549779" y="4069477"/>
              <a:ext cx="2182158" cy="1971208"/>
              <a:chOff x="3482631" y="4431271"/>
              <a:chExt cx="2182158" cy="1971208"/>
            </a:xfrm>
            <a:solidFill>
              <a:schemeClr val="bg1"/>
            </a:solidFill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E5D7219-B4C6-4AC9-BB4F-9372E597E51E}"/>
                  </a:ext>
                </a:extLst>
              </p:cNvPr>
              <p:cNvSpPr/>
              <p:nvPr/>
            </p:nvSpPr>
            <p:spPr>
              <a:xfrm>
                <a:off x="5266459" y="4431271"/>
                <a:ext cx="368961" cy="42920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</a:t>
                </a:r>
                <a:endParaRPr lang="en-I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29D1346-60A0-45DE-8CDE-1CCBC5D97C99}"/>
                  </a:ext>
                </a:extLst>
              </p:cNvPr>
              <p:cNvSpPr/>
              <p:nvPr/>
            </p:nvSpPr>
            <p:spPr>
              <a:xfrm>
                <a:off x="5285251" y="5065266"/>
                <a:ext cx="368961" cy="42920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</a:t>
                </a:r>
                <a:endParaRPr lang="en-I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4035A31-9FFA-4490-B99D-1E0951D4031A}"/>
                  </a:ext>
                </a:extLst>
              </p:cNvPr>
              <p:cNvSpPr/>
              <p:nvPr/>
            </p:nvSpPr>
            <p:spPr>
              <a:xfrm>
                <a:off x="5326930" y="5973271"/>
                <a:ext cx="337859" cy="42920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</a:t>
                </a:r>
                <a:endParaRPr lang="en-I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DE59E4-56F0-437F-9E6E-95CFB4329971}"/>
                  </a:ext>
                </a:extLst>
              </p:cNvPr>
              <p:cNvSpPr txBox="1"/>
              <p:nvPr/>
            </p:nvSpPr>
            <p:spPr>
              <a:xfrm rot="16200000">
                <a:off x="5213578" y="5640192"/>
                <a:ext cx="321707" cy="1530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en-IE" dirty="0"/>
                  <a:t>…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59D4C6D-B11D-4296-88B6-461A9EAF3D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6893" y="4795935"/>
                <a:ext cx="301241" cy="261899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EDC5C29F-85DC-4C03-9531-C38606FCD3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26740" y="5261178"/>
                <a:ext cx="335898" cy="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C0065F3-FF11-4D4A-9CEE-903FCC4BA0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06893" y="5452487"/>
                <a:ext cx="345229" cy="57405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803F8F1-D886-417A-A0A0-935977B64265}"/>
                  </a:ext>
                </a:extLst>
              </p:cNvPr>
              <p:cNvSpPr txBox="1"/>
              <p:nvPr/>
            </p:nvSpPr>
            <p:spPr>
              <a:xfrm>
                <a:off x="3482631" y="4673993"/>
                <a:ext cx="251219" cy="279919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en-IE" dirty="0">
                    <a:sym typeface="Symbol" panose="05050102010706020507" pitchFamily="18" charset="2"/>
                  </a:rPr>
                  <a:t></a:t>
                </a:r>
                <a:r>
                  <a:rPr lang="en-IE" baseline="-25000" dirty="0">
                    <a:sym typeface="Symbol" panose="05050102010706020507" pitchFamily="18" charset="2"/>
                  </a:rPr>
                  <a:t>1</a:t>
                </a:r>
                <a:endParaRPr lang="en-IE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23A0B8C-98E6-4EC4-A9E4-9281F7E487E3}"/>
                  </a:ext>
                </a:extLst>
              </p:cNvPr>
              <p:cNvSpPr txBox="1"/>
              <p:nvPr/>
            </p:nvSpPr>
            <p:spPr>
              <a:xfrm>
                <a:off x="3495071" y="5068992"/>
                <a:ext cx="251219" cy="279919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en-IE" dirty="0">
                    <a:sym typeface="Symbol" panose="05050102010706020507" pitchFamily="18" charset="2"/>
                  </a:rPr>
                  <a:t></a:t>
                </a:r>
                <a:r>
                  <a:rPr lang="en-IE" baseline="-25000" dirty="0">
                    <a:sym typeface="Symbol" panose="05050102010706020507" pitchFamily="18" charset="2"/>
                  </a:rPr>
                  <a:t>2</a:t>
                </a:r>
                <a:endParaRPr lang="en-IE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CDE8D01-18EB-40BF-86A4-899962470491}"/>
                  </a:ext>
                </a:extLst>
              </p:cNvPr>
              <p:cNvSpPr txBox="1"/>
              <p:nvPr/>
            </p:nvSpPr>
            <p:spPr>
              <a:xfrm>
                <a:off x="3495070" y="5886576"/>
                <a:ext cx="251219" cy="279919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en-IE" dirty="0">
                    <a:sym typeface="Symbol" panose="05050102010706020507" pitchFamily="18" charset="2"/>
                  </a:rPr>
                  <a:t></a:t>
                </a:r>
                <a:r>
                  <a:rPr lang="en-IE" baseline="-25000" dirty="0">
                    <a:sym typeface="Symbol" panose="05050102010706020507" pitchFamily="18" charset="2"/>
                  </a:rPr>
                  <a:t>L</a:t>
                </a:r>
                <a:endParaRPr lang="en-IE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B612EA5-5DD4-4CD5-850C-7FFC568351FD}"/>
                  </a:ext>
                </a:extLst>
              </p:cNvPr>
              <p:cNvSpPr/>
              <p:nvPr/>
            </p:nvSpPr>
            <p:spPr>
              <a:xfrm>
                <a:off x="4199962" y="5100687"/>
                <a:ext cx="795447" cy="321706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" tIns="18000" rIns="18000" bIns="18000" rtlCol="0" anchor="ctr"/>
              <a:lstStyle/>
              <a:p>
                <a:pPr algn="ctr"/>
                <a:r>
                  <a:rPr lang="en-IE" sz="1100" dirty="0">
                    <a:solidFill>
                      <a:schemeClr val="tx1"/>
                    </a:solidFill>
                  </a:rPr>
                  <a:t>Dispatcher</a:t>
                </a:r>
              </a:p>
            </p:txBody>
          </p: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114E3F3B-4AE6-49CA-BBFA-0303E69FFE6D}"/>
                  </a:ext>
                </a:extLst>
              </p:cNvPr>
              <p:cNvCxnSpPr>
                <a:cxnSpLocks/>
                <a:stCxn id="22" idx="3"/>
                <a:endCxn id="12" idx="3"/>
              </p:cNvCxnSpPr>
              <p:nvPr/>
            </p:nvCxnSpPr>
            <p:spPr>
              <a:xfrm flipV="1">
                <a:off x="4995409" y="4797623"/>
                <a:ext cx="325083" cy="463917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B6A1DF80-C8D9-4349-AC15-BA842FB38319}"/>
                  </a:ext>
                </a:extLst>
              </p:cNvPr>
              <p:cNvCxnSpPr>
                <a:cxnSpLocks/>
                <a:stCxn id="22" idx="3"/>
                <a:endCxn id="48" idx="2"/>
              </p:cNvCxnSpPr>
              <p:nvPr/>
            </p:nvCxnSpPr>
            <p:spPr>
              <a:xfrm>
                <a:off x="4995409" y="5261540"/>
                <a:ext cx="289842" cy="1833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DDCD87EC-4DF4-443F-9308-2C8F13B99D07}"/>
                  </a:ext>
                </a:extLst>
              </p:cNvPr>
              <p:cNvCxnSpPr>
                <a:cxnSpLocks/>
                <a:stCxn id="22" idx="3"/>
                <a:endCxn id="49" idx="2"/>
              </p:cNvCxnSpPr>
              <p:nvPr/>
            </p:nvCxnSpPr>
            <p:spPr>
              <a:xfrm>
                <a:off x="4995409" y="5261540"/>
                <a:ext cx="331521" cy="926335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45A4C039-5268-497F-8BB9-B91D748C5973}"/>
              </a:ext>
            </a:extLst>
          </p:cNvPr>
          <p:cNvSpPr txBox="1"/>
          <p:nvPr/>
        </p:nvSpPr>
        <p:spPr>
          <a:xfrm rot="16200000">
            <a:off x="2233787" y="4830383"/>
            <a:ext cx="1464906" cy="2354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i="1" dirty="0"/>
              <a:t>S</a:t>
            </a:r>
            <a:r>
              <a:rPr lang="en-IE" dirty="0"/>
              <a:t> servers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F20D78E-4E24-42BD-BF76-10E59860361B}"/>
              </a:ext>
            </a:extLst>
          </p:cNvPr>
          <p:cNvSpPr txBox="1"/>
          <p:nvPr/>
        </p:nvSpPr>
        <p:spPr>
          <a:xfrm rot="16200000">
            <a:off x="-543870" y="4794219"/>
            <a:ext cx="1464906" cy="2354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i="1" dirty="0"/>
              <a:t>L</a:t>
            </a:r>
            <a:r>
              <a:rPr lang="en-IE" dirty="0"/>
              <a:t> job classes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84C123C-D6DC-4197-83FC-AF62F9624B1E}"/>
              </a:ext>
            </a:extLst>
          </p:cNvPr>
          <p:cNvSpPr txBox="1"/>
          <p:nvPr/>
        </p:nvSpPr>
        <p:spPr>
          <a:xfrm>
            <a:off x="7034757" y="526652"/>
            <a:ext cx="2185414" cy="55274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IE" sz="1600" dirty="0"/>
              <a:t>L = 2 job classes</a:t>
            </a:r>
          </a:p>
          <a:p>
            <a:r>
              <a:rPr lang="en-IE" sz="1600" dirty="0"/>
              <a:t>S = 6 servers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F32D9C9-071B-4FF2-8135-C3D67B9C4A1D}"/>
              </a:ext>
            </a:extLst>
          </p:cNvPr>
          <p:cNvSpPr/>
          <p:nvPr/>
        </p:nvSpPr>
        <p:spPr>
          <a:xfrm>
            <a:off x="5885046" y="1494137"/>
            <a:ext cx="3898161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E" sz="1600" b="1" dirty="0">
                <a:sym typeface="Symbol" panose="05050102010706020507" pitchFamily="18" charset="2"/>
              </a:rPr>
              <a:t>One policy </a:t>
            </a:r>
            <a:r>
              <a:rPr lang="en-IE" sz="1600" b="1" dirty="0">
                <a:solidFill>
                  <a:srgbClr val="C00000"/>
                </a:solidFill>
                <a:sym typeface="Symbol" panose="05050102010706020507" pitchFamily="18" charset="2"/>
              </a:rPr>
              <a:t></a:t>
            </a:r>
            <a:r>
              <a:rPr lang="en-IE" sz="1600" b="1" i="1" dirty="0">
                <a:solidFill>
                  <a:srgbClr val="C00000"/>
                </a:solidFill>
                <a:sym typeface="Symbol" panose="05050102010706020507" pitchFamily="18" charset="2"/>
              </a:rPr>
              <a:t>(l)</a:t>
            </a:r>
            <a:r>
              <a:rPr lang="en-IE" sz="1600" b="1" dirty="0">
                <a:sym typeface="Symbol" panose="05050102010706020507" pitchFamily="18" charset="2"/>
              </a:rPr>
              <a:t> for </a:t>
            </a:r>
            <a:r>
              <a:rPr lang="en-IE" sz="1600" b="1" i="1" dirty="0">
                <a:sym typeface="Symbol" panose="05050102010706020507" pitchFamily="18" charset="2"/>
              </a:rPr>
              <a:t>each</a:t>
            </a:r>
            <a:r>
              <a:rPr lang="en-IE" sz="1600" b="1" dirty="0">
                <a:sym typeface="Symbol" panose="05050102010706020507" pitchFamily="18" charset="2"/>
              </a:rPr>
              <a:t> job class</a:t>
            </a:r>
            <a:endParaRPr lang="en-IE" sz="1600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427FEC-7374-415F-B576-C610B3A4AE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167"/>
          <a:stretch/>
        </p:blipFill>
        <p:spPr>
          <a:xfrm>
            <a:off x="4449519" y="2583954"/>
            <a:ext cx="5377409" cy="388471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1F8B94B-675A-4F5D-B821-FFB59548A8DB}"/>
              </a:ext>
            </a:extLst>
          </p:cNvPr>
          <p:cNvSpPr txBox="1"/>
          <p:nvPr/>
        </p:nvSpPr>
        <p:spPr>
          <a:xfrm>
            <a:off x="10456852" y="2467579"/>
            <a:ext cx="1365034" cy="5088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r>
              <a:rPr lang="en-IE" sz="1200" b="1" dirty="0">
                <a:solidFill>
                  <a:srgbClr val="00B050"/>
                </a:solidFill>
              </a:rPr>
              <a:t>1) FVRL</a:t>
            </a:r>
            <a:endParaRPr lang="en-IE" sz="1200" b="1" i="1" dirty="0">
              <a:solidFill>
                <a:srgbClr val="00B050"/>
              </a:solidFill>
            </a:endParaRPr>
          </a:p>
          <a:p>
            <a:r>
              <a:rPr lang="en-IE" sz="1200" b="1" dirty="0">
                <a:solidFill>
                  <a:srgbClr val="C00000"/>
                </a:solidFill>
              </a:rPr>
              <a:t>2) Monte-Carlo</a:t>
            </a:r>
            <a:endParaRPr lang="en-IE" sz="1200" b="1" i="1" dirty="0">
              <a:solidFill>
                <a:srgbClr val="C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954BC4-3628-44B8-9CAB-BDE1A94F99EC}"/>
              </a:ext>
            </a:extLst>
          </p:cNvPr>
          <p:cNvSpPr txBox="1"/>
          <p:nvPr/>
        </p:nvSpPr>
        <p:spPr>
          <a:xfrm>
            <a:off x="9550700" y="4179500"/>
            <a:ext cx="740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b="1" i="1" dirty="0">
                <a:solidFill>
                  <a:srgbClr val="0070C0"/>
                </a:solidFill>
              </a:rPr>
              <a:t>K*(2)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A37529-7458-4629-9A02-538FC72148B1}"/>
              </a:ext>
            </a:extLst>
          </p:cNvPr>
          <p:cNvSpPr txBox="1"/>
          <p:nvPr/>
        </p:nvSpPr>
        <p:spPr>
          <a:xfrm>
            <a:off x="9550700" y="3055096"/>
            <a:ext cx="740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b="1" i="1" dirty="0">
                <a:solidFill>
                  <a:srgbClr val="0070C0"/>
                </a:solidFill>
              </a:rPr>
              <a:t>K*(1)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4B0031A-8E84-4771-B4E5-720E783A7E93}"/>
                  </a:ext>
                </a:extLst>
              </p:cNvPr>
              <p:cNvSpPr txBox="1"/>
              <p:nvPr/>
            </p:nvSpPr>
            <p:spPr>
              <a:xfrm>
                <a:off x="5066202" y="2099655"/>
                <a:ext cx="4416003" cy="48921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IE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Long-run expected reward: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IE" b="1" i="1">
                            <a:latin typeface="Cambria Math" panose="02040503050406030204" pitchFamily="18" charset="0"/>
                          </a:rPr>
                          <m:t>𝝅</m:t>
                        </m:r>
                      </m:sup>
                    </m:sSup>
                    <m:d>
                      <m:dPr>
                        <m:ctrlPr>
                          <a:rPr lang="en-I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br>
                  <a:rPr lang="en-IE" b="1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IE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(20 replications)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4B0031A-8E84-4771-B4E5-720E783A7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202" y="2099655"/>
                <a:ext cx="4416003" cy="489212"/>
              </a:xfrm>
              <a:prstGeom prst="rect">
                <a:avLst/>
              </a:prstGeom>
              <a:blipFill>
                <a:blip r:embed="rId3"/>
                <a:stretch>
                  <a:fillRect t="-14815" b="-22222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EFFD1456-A21F-4776-AC19-99AD6B46B0E8}"/>
              </a:ext>
            </a:extLst>
          </p:cNvPr>
          <p:cNvSpPr txBox="1"/>
          <p:nvPr/>
        </p:nvSpPr>
        <p:spPr>
          <a:xfrm>
            <a:off x="10258822" y="3513068"/>
            <a:ext cx="1563064" cy="1452381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IE" sz="1400" b="1" dirty="0">
                <a:solidFill>
                  <a:srgbClr val="00B050"/>
                </a:solidFill>
              </a:rPr>
              <a:t>FVRL </a:t>
            </a:r>
            <a:r>
              <a:rPr lang="en-IE" sz="1400" b="1" dirty="0"/>
              <a:t>reaches the optimum </a:t>
            </a:r>
            <a:r>
              <a:rPr lang="en-IE" sz="1400" b="1" i="1" dirty="0">
                <a:solidFill>
                  <a:srgbClr val="0070C0"/>
                </a:solidFill>
              </a:rPr>
              <a:t>K*</a:t>
            </a:r>
            <a:r>
              <a:rPr lang="en-IE" sz="1400" b="1" dirty="0">
                <a:solidFill>
                  <a:srgbClr val="00B050"/>
                </a:solidFill>
              </a:rPr>
              <a:t> </a:t>
            </a:r>
            <a:r>
              <a:rPr lang="en-IE" sz="1400" b="1" dirty="0"/>
              <a:t>much faster than </a:t>
            </a:r>
            <a:r>
              <a:rPr lang="en-IE" sz="1400" b="1" dirty="0">
                <a:solidFill>
                  <a:srgbClr val="C00000"/>
                </a:solidFill>
              </a:rPr>
              <a:t>Monte-Carlo</a:t>
            </a:r>
          </a:p>
        </p:txBody>
      </p:sp>
    </p:spTree>
    <p:extLst>
      <p:ext uri="{BB962C8B-B14F-4D97-AF65-F5344CB8AC3E}">
        <p14:creationId xmlns:p14="http://schemas.microsoft.com/office/powerpoint/2010/main" val="416317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  <p:bldP spid="43" grpId="0"/>
      <p:bldP spid="3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DEF3-702D-4AE7-A289-0B6983EB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Assumptions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0B58A-3EF9-4B7C-8A57-CE4033C63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691361" cy="51206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E" b="1" dirty="0"/>
              <a:t>Optimisation problem:</a:t>
            </a:r>
            <a:br>
              <a:rPr lang="en-IE" dirty="0"/>
            </a:br>
            <a:r>
              <a:rPr lang="en-IE" dirty="0"/>
              <a:t>The objective function must be written as a </a:t>
            </a:r>
            <a:r>
              <a:rPr lang="en-IE" b="1" dirty="0"/>
              <a:t>long-run expectation </a:t>
            </a:r>
            <a:r>
              <a:rPr lang="en-IE" dirty="0"/>
              <a:t>of a measure of interest. (</a:t>
            </a:r>
            <a:r>
              <a:rPr lang="en-IE" i="1" dirty="0"/>
              <a:t>e.g. long-run expected reward or cost</a:t>
            </a:r>
            <a:r>
              <a:rPr lang="en-IE" dirty="0"/>
              <a:t>)</a:t>
            </a:r>
          </a:p>
          <a:p>
            <a:pPr>
              <a:lnSpc>
                <a:spcPct val="100000"/>
              </a:lnSpc>
            </a:pPr>
            <a:r>
              <a:rPr lang="en-IE" b="1" dirty="0"/>
              <a:t>System / Environment characteristics:</a:t>
            </a:r>
          </a:p>
          <a:p>
            <a:pPr lvl="1">
              <a:lnSpc>
                <a:spcPct val="100000"/>
              </a:lnSpc>
            </a:pPr>
            <a:r>
              <a:rPr lang="en-IE" dirty="0"/>
              <a:t>A </a:t>
            </a:r>
            <a:r>
              <a:rPr lang="en-IE" b="1" dirty="0"/>
              <a:t>“black-box” simulator </a:t>
            </a:r>
            <a:r>
              <a:rPr lang="en-IE" dirty="0"/>
              <a:t>or emulator is needed.</a:t>
            </a:r>
            <a:br>
              <a:rPr lang="en-IE" dirty="0"/>
            </a:br>
            <a:r>
              <a:rPr lang="en-IE" dirty="0"/>
              <a:t>(</a:t>
            </a:r>
            <a:r>
              <a:rPr lang="en-IE" i="1" dirty="0"/>
              <a:t>e.g.it is NOT possible to apply the method on previously collected data</a:t>
            </a:r>
            <a:r>
              <a:rPr lang="en-IE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IE" b="1" dirty="0"/>
              <a:t>Finite number of states </a:t>
            </a:r>
            <a:r>
              <a:rPr lang="en-IE" dirty="0"/>
              <a:t>(for convergence guarantees).</a:t>
            </a:r>
          </a:p>
          <a:p>
            <a:pPr>
              <a:lnSpc>
                <a:spcPct val="100000"/>
              </a:lnSpc>
            </a:pP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338A0-F870-45F4-B297-39DE9AF9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8845D-4DED-484A-AADB-44EA50162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33E99-12BE-4F25-A7C4-E293D58E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r>
              <a:rPr lang="en-US" dirty="0"/>
              <a:t> / 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C04DE-B646-4FC7-97CD-A4D53E1E94CC}"/>
              </a:ext>
            </a:extLst>
          </p:cNvPr>
          <p:cNvSpPr txBox="1"/>
          <p:nvPr/>
        </p:nvSpPr>
        <p:spPr>
          <a:xfrm>
            <a:off x="3900196" y="4690966"/>
            <a:ext cx="7772400" cy="1409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E" sz="1600" u="sng" dirty="0"/>
              <a:t>References</a:t>
            </a:r>
            <a:r>
              <a:rPr lang="en-IE" sz="1600" dirty="0"/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E" sz="1400" b="1" dirty="0"/>
              <a:t>Paper for FVRL on stochastic networks</a:t>
            </a:r>
            <a:r>
              <a:rPr lang="en-IE" sz="1400" dirty="0"/>
              <a:t>: </a:t>
            </a:r>
            <a:r>
              <a:rPr lang="en-IE" sz="1400" kern="1200" dirty="0">
                <a:solidFill>
                  <a:srgbClr val="2F2B20"/>
                </a:solidFill>
                <a:effectLst/>
                <a:latin typeface="Corbel" panose="020B0503020204020204" pitchFamily="34" charset="0"/>
                <a:ea typeface="+mn-ea"/>
                <a:cs typeface="+mn-cs"/>
                <a:hlinkClick r:id="rId2"/>
              </a:rPr>
              <a:t> </a:t>
            </a:r>
            <a:r>
              <a:rPr lang="en-IE" sz="1400" kern="1200" dirty="0">
                <a:solidFill>
                  <a:srgbClr val="2F2B20"/>
                </a:solidFill>
                <a:effectLst/>
                <a:latin typeface="Corbel" panose="020B0503020204020204" pitchFamily="34" charset="0"/>
                <a:ea typeface="+mn-ea"/>
                <a:cs typeface="+mn-cs"/>
                <a:hlinkClick r:id="rId2"/>
              </a:rPr>
              <a:t>https://link.springer.com/article/10.1007/s11134-025-09950-5</a:t>
            </a:r>
            <a:r>
              <a:rPr lang="en-IE" sz="1400" kern="1200" dirty="0">
                <a:solidFill>
                  <a:srgbClr val="2F2B2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, “</a:t>
            </a:r>
            <a:r>
              <a:rPr lang="en-IE" sz="1400" i="1" kern="1200" dirty="0">
                <a:solidFill>
                  <a:srgbClr val="2F2B2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Fast-exploring reinforcement learning with applications to stochastic networks</a:t>
            </a:r>
            <a:r>
              <a:rPr lang="en-IE" sz="1400" kern="1200" dirty="0">
                <a:solidFill>
                  <a:srgbClr val="2F2B20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”, Queueing Systems, Vol. 109 (2025) (open access)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E" sz="1400" b="1" dirty="0">
                <a:solidFill>
                  <a:srgbClr val="2F2B20"/>
                </a:solidFill>
                <a:latin typeface="Corbel" panose="020B0503020204020204" pitchFamily="34" charset="0"/>
              </a:rPr>
              <a:t>Fleming-</a:t>
            </a:r>
            <a:r>
              <a:rPr lang="en-IE" sz="1400" b="1" dirty="0" err="1">
                <a:solidFill>
                  <a:srgbClr val="2F2B20"/>
                </a:solidFill>
                <a:latin typeface="Corbel" panose="020B0503020204020204" pitchFamily="34" charset="0"/>
              </a:rPr>
              <a:t>Viot</a:t>
            </a:r>
            <a:r>
              <a:rPr lang="en-IE" sz="1400" b="1" dirty="0">
                <a:solidFill>
                  <a:srgbClr val="2F2B20"/>
                </a:solidFill>
                <a:latin typeface="Corbel" panose="020B0503020204020204" pitchFamily="34" charset="0"/>
              </a:rPr>
              <a:t> particle systems</a:t>
            </a:r>
            <a:r>
              <a:rPr lang="en-IE" sz="1400" dirty="0">
                <a:solidFill>
                  <a:srgbClr val="2F2B20"/>
                </a:solidFill>
                <a:latin typeface="Corbel" panose="020B0503020204020204" pitchFamily="34" charset="0"/>
              </a:rPr>
              <a:t>: </a:t>
            </a:r>
            <a:r>
              <a:rPr lang="en-US" sz="1400" dirty="0">
                <a:solidFill>
                  <a:srgbClr val="2F2B20"/>
                </a:solidFill>
                <a:latin typeface="Corbel" panose="020B0503020204020204" pitchFamily="34" charset="0"/>
              </a:rPr>
              <a:t>A. </a:t>
            </a:r>
            <a:r>
              <a:rPr lang="en-US" sz="1400" dirty="0" err="1">
                <a:solidFill>
                  <a:srgbClr val="2F2B20"/>
                </a:solidFill>
                <a:latin typeface="Corbel" panose="020B0503020204020204" pitchFamily="34" charset="0"/>
              </a:rPr>
              <a:t>Asselah</a:t>
            </a:r>
            <a:r>
              <a:rPr lang="en-US" sz="1400" dirty="0">
                <a:solidFill>
                  <a:srgbClr val="2F2B20"/>
                </a:solidFill>
                <a:latin typeface="Corbel" panose="020B0503020204020204" pitchFamily="34" charset="0"/>
              </a:rPr>
              <a:t>, P.A. Ferrari, and P. </a:t>
            </a:r>
            <a:r>
              <a:rPr lang="en-US" sz="1400" dirty="0" err="1">
                <a:solidFill>
                  <a:srgbClr val="2F2B20"/>
                </a:solidFill>
                <a:latin typeface="Corbel" panose="020B0503020204020204" pitchFamily="34" charset="0"/>
              </a:rPr>
              <a:t>Groisman</a:t>
            </a:r>
            <a:r>
              <a:rPr lang="en-US" sz="1400" dirty="0">
                <a:solidFill>
                  <a:srgbClr val="2F2B20"/>
                </a:solidFill>
                <a:latin typeface="Corbel" panose="020B0503020204020204" pitchFamily="34" charset="0"/>
              </a:rPr>
              <a:t>. “</a:t>
            </a:r>
            <a:r>
              <a:rPr lang="en-US" sz="1400" i="1" dirty="0">
                <a:solidFill>
                  <a:srgbClr val="2F2B20"/>
                </a:solidFill>
                <a:latin typeface="Corbel" panose="020B0503020204020204" pitchFamily="34" charset="0"/>
              </a:rPr>
              <a:t>Quasi-stationary distributions and Fleming-</a:t>
            </a:r>
            <a:r>
              <a:rPr lang="en-US" sz="1400" i="1" dirty="0" err="1">
                <a:solidFill>
                  <a:srgbClr val="2F2B20"/>
                </a:solidFill>
                <a:latin typeface="Corbel" panose="020B0503020204020204" pitchFamily="34" charset="0"/>
              </a:rPr>
              <a:t>Viot</a:t>
            </a:r>
            <a:r>
              <a:rPr lang="en-US" sz="1400" i="1" dirty="0">
                <a:solidFill>
                  <a:srgbClr val="2F2B20"/>
                </a:solidFill>
                <a:latin typeface="Corbel" panose="020B0503020204020204" pitchFamily="34" charset="0"/>
              </a:rPr>
              <a:t> processes in finite spaces</a:t>
            </a:r>
            <a:r>
              <a:rPr lang="en-US" sz="1400" dirty="0">
                <a:solidFill>
                  <a:srgbClr val="2F2B20"/>
                </a:solidFill>
                <a:latin typeface="Corbel" panose="020B0503020204020204" pitchFamily="34" charset="0"/>
              </a:rPr>
              <a:t>”. J. Appl. </a:t>
            </a:r>
            <a:r>
              <a:rPr lang="en-US" sz="1400" dirty="0" err="1">
                <a:solidFill>
                  <a:srgbClr val="2F2B20"/>
                </a:solidFill>
                <a:latin typeface="Corbel" panose="020B0503020204020204" pitchFamily="34" charset="0"/>
              </a:rPr>
              <a:t>Probab</a:t>
            </a:r>
            <a:r>
              <a:rPr lang="en-US" sz="1400" dirty="0">
                <a:solidFill>
                  <a:srgbClr val="2F2B20"/>
                </a:solidFill>
                <a:latin typeface="Corbel" panose="020B0503020204020204" pitchFamily="34" charset="0"/>
              </a:rPr>
              <a:t>., 48(2):322–332, </a:t>
            </a:r>
            <a:r>
              <a:rPr lang="en-US" sz="1400" b="1" dirty="0">
                <a:solidFill>
                  <a:srgbClr val="2F2B20"/>
                </a:solidFill>
                <a:latin typeface="Corbel" panose="020B0503020204020204" pitchFamily="34" charset="0"/>
              </a:rPr>
              <a:t>2011</a:t>
            </a: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97809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33663-A4B1-4590-83FF-2E0EBBFF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Daniel Mastropietro (Univ. Toulouse, France)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C304D-6F31-4DAC-A395-F02532769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Fleming-</a:t>
            </a:r>
            <a:r>
              <a:rPr lang="en-US" dirty="0" err="1"/>
              <a:t>Viot</a:t>
            </a:r>
            <a:r>
              <a:rPr lang="en-US" dirty="0"/>
              <a:t> Reinforcement Learning acceleration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C386E-A1BD-4992-904C-FB2795FC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r>
              <a:rPr lang="en-US" dirty="0"/>
              <a:t> / 30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1AEEB9-BBC0-4110-9B82-02B0B1332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585" y="1000777"/>
            <a:ext cx="3860264" cy="17924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B3BFB7-696F-4F10-9508-30592442B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88" y="2977195"/>
            <a:ext cx="2789030" cy="235916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E10B9178-7FAC-471A-8A30-971374F3C899}"/>
              </a:ext>
            </a:extLst>
          </p:cNvPr>
          <p:cNvSpPr/>
          <p:nvPr/>
        </p:nvSpPr>
        <p:spPr>
          <a:xfrm>
            <a:off x="5204690" y="190057"/>
            <a:ext cx="1782618" cy="5256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Fleming-</a:t>
            </a:r>
            <a:r>
              <a:rPr lang="en-IE" dirty="0" err="1">
                <a:solidFill>
                  <a:schemeClr val="tx1"/>
                </a:solidFill>
              </a:rPr>
              <a:t>Viot</a:t>
            </a:r>
            <a:r>
              <a:rPr lang="en-IE" dirty="0">
                <a:solidFill>
                  <a:schemeClr val="tx1"/>
                </a:solidFill>
              </a:rPr>
              <a:t> ESTIMATION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40D402A-CE09-40D9-AC3A-203529381D18}"/>
              </a:ext>
            </a:extLst>
          </p:cNvPr>
          <p:cNvSpPr/>
          <p:nvPr/>
        </p:nvSpPr>
        <p:spPr>
          <a:xfrm>
            <a:off x="9338770" y="210955"/>
            <a:ext cx="1486250" cy="5256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Fleming-</a:t>
            </a:r>
            <a:r>
              <a:rPr lang="en-IE" dirty="0" err="1">
                <a:solidFill>
                  <a:schemeClr val="tx1"/>
                </a:solidFill>
              </a:rPr>
              <a:t>Viot</a:t>
            </a:r>
            <a:endParaRPr lang="en-IE" dirty="0">
              <a:solidFill>
                <a:schemeClr val="tx1"/>
              </a:solidFill>
            </a:endParaRPr>
          </a:p>
          <a:p>
            <a:pPr algn="ctr"/>
            <a:r>
              <a:rPr lang="en-IE" dirty="0">
                <a:solidFill>
                  <a:schemeClr val="tx1"/>
                </a:solidFill>
              </a:rPr>
              <a:t>CONTROL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FEA0161-F907-455C-BFCB-E0EF34FCC668}"/>
              </a:ext>
            </a:extLst>
          </p:cNvPr>
          <p:cNvSpPr/>
          <p:nvPr/>
        </p:nvSpPr>
        <p:spPr>
          <a:xfrm>
            <a:off x="1231250" y="182436"/>
            <a:ext cx="1906306" cy="5343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Fleming-</a:t>
            </a:r>
            <a:r>
              <a:rPr lang="en-IE" dirty="0" err="1">
                <a:solidFill>
                  <a:schemeClr val="tx1"/>
                </a:solidFill>
              </a:rPr>
              <a:t>Viot</a:t>
            </a:r>
            <a:endParaRPr lang="en-IE" dirty="0">
              <a:solidFill>
                <a:schemeClr val="tx1"/>
              </a:solidFill>
            </a:endParaRPr>
          </a:p>
          <a:p>
            <a:pPr algn="ctr"/>
            <a:r>
              <a:rPr lang="en-IE" dirty="0">
                <a:solidFill>
                  <a:schemeClr val="tx1"/>
                </a:solidFill>
              </a:rPr>
              <a:t>METHODOLOGY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9CDD017-AD16-4F62-B204-CC78406AC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372" y="951724"/>
            <a:ext cx="3307045" cy="235916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ED3C2CB5-34B1-4DEB-9FC8-DE4216907186}"/>
              </a:ext>
            </a:extLst>
          </p:cNvPr>
          <p:cNvSpPr txBox="1"/>
          <p:nvPr/>
        </p:nvSpPr>
        <p:spPr>
          <a:xfrm>
            <a:off x="1940215" y="5510352"/>
            <a:ext cx="8422101" cy="94296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E" sz="2000" b="1" dirty="0">
                <a:hlinkClick r:id="rId5"/>
              </a:rPr>
              <a:t>Daniel.Mastropietro@gmail.com</a:t>
            </a:r>
            <a:endParaRPr lang="en-IE" sz="2000" b="1" dirty="0"/>
          </a:p>
          <a:p>
            <a:pPr algn="ctr"/>
            <a:r>
              <a:rPr lang="en-IE" sz="2000" b="1" dirty="0"/>
              <a:t>Univ. Toulouse (IRIT), France</a:t>
            </a:r>
            <a:br>
              <a:rPr lang="en-IE" sz="2000" b="1" dirty="0"/>
            </a:br>
            <a:r>
              <a:rPr lang="en-IE" sz="2000" dirty="0"/>
              <a:t>Main reference: </a:t>
            </a:r>
            <a:r>
              <a:rPr lang="en-IE" sz="2000" dirty="0">
                <a:hlinkClick r:id="rId6"/>
              </a:rPr>
              <a:t> https://link.springer.com/article/10.1007/s11134-025-09950-5</a:t>
            </a:r>
            <a:endParaRPr lang="en-IE" sz="2000" b="1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59D168D7-A2DD-4338-81B9-7274790E7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372" y="943088"/>
            <a:ext cx="3307045" cy="235916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5F9E9E5-6DB5-4FF9-9B64-45293504DC7D}"/>
              </a:ext>
            </a:extLst>
          </p:cNvPr>
          <p:cNvSpPr txBox="1"/>
          <p:nvPr/>
        </p:nvSpPr>
        <p:spPr>
          <a:xfrm>
            <a:off x="4947040" y="3485020"/>
            <a:ext cx="2414813" cy="110377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s-AR" sz="3600" dirty="0" err="1"/>
              <a:t>Questions</a:t>
            </a:r>
            <a:r>
              <a:rPr lang="es-AR" sz="3600" dirty="0"/>
              <a:t>?</a:t>
            </a:r>
            <a:endParaRPr lang="en-IE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8A58C-8C75-4095-BA83-A5C89D38FF0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2590"/>
          <a:stretch/>
        </p:blipFill>
        <p:spPr>
          <a:xfrm>
            <a:off x="8395854" y="3537524"/>
            <a:ext cx="3480225" cy="24926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70CAEDA-CB23-424B-995F-27EB3FD22DD2}"/>
                  </a:ext>
                </a:extLst>
              </p:cNvPr>
              <p:cNvSpPr txBox="1"/>
              <p:nvPr/>
            </p:nvSpPr>
            <p:spPr>
              <a:xfrm>
                <a:off x="71208" y="5279578"/>
                <a:ext cx="3950286" cy="84441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E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sup>
                      </m:sSup>
                      <m:r>
                        <a:rPr lang="en-IE" sz="1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E" sz="1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E" sz="1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E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E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en-IE" sz="1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E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IE" sz="14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IE" sz="14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E" sz="14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E" sz="14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sub>
                                <m:sup>
                                  <m:r>
                                    <a:rPr lang="en-IE" sz="14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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IE" sz="14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E" sz="14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E" sz="14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IE" sz="14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𝒂𝒃𝒔</m:t>
                                      </m:r>
                                    </m:sub>
                                  </m:sSub>
                                  <m:r>
                                    <a:rPr lang="en-IE" sz="14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en-IE" sz="14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n-IE" sz="1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E" sz="1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E" sz="1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sub>
                                <m:sup>
                                  <m:r>
                                    <a:rPr lang="en-IE" sz="1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</m:t>
                                  </m:r>
                                </m:sup>
                              </m:sSubSup>
                              <m:r>
                                <a:rPr lang="en-IE" sz="1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E" sz="1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d>
                                <m:dPr>
                                  <m:ctrlPr>
                                    <a:rPr lang="en-IE" sz="1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 sz="1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IE" sz="1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E" sz="1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IE" sz="1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E" sz="1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1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IE" sz="1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𝒂𝒃𝒔</m:t>
                                  </m:r>
                                </m:sub>
                              </m:sSub>
                              <m:r>
                                <a:rPr lang="en-IE" sz="1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E" sz="1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IE" sz="1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IE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num>
                        <m:den>
                          <m:r>
                            <a:rPr lang="en-IE" sz="1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𝐄𝐱𝐩𝐞𝐜𝐭𝐞𝐝</m:t>
                          </m:r>
                          <m:r>
                            <a:rPr lang="en-IE" sz="1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sz="1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𝐫𝐞𝐭𝐮𝐫𝐧</m:t>
                          </m:r>
                          <m:r>
                            <a:rPr lang="en-IE" sz="1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sz="1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𝐭𝐢𝐦𝐞</m:t>
                          </m:r>
                          <m:r>
                            <a:rPr lang="en-IE" sz="1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sz="1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𝐭𝐨</m:t>
                          </m:r>
                          <m:r>
                            <a:rPr lang="en-IE" sz="1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IE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</m:t>
                          </m:r>
                          <m:r>
                            <a:rPr lang="en-IE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E" sz="1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sz="1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𝐮𝐧𝐝𝐞𝐫</m:t>
                          </m:r>
                          <m:r>
                            <a:rPr lang="en-IE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</m:t>
                          </m:r>
                        </m:den>
                      </m:f>
                    </m:oMath>
                  </m:oMathPara>
                </a14:m>
                <a:endParaRPr lang="en-IE" sz="1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70CAEDA-CB23-424B-995F-27EB3FD22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8" y="5279578"/>
                <a:ext cx="3950286" cy="8444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1ABDAAC-560B-495B-99A4-4A7BC30891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522" y="952545"/>
            <a:ext cx="3242746" cy="185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2525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33871</TotalTime>
  <Words>4108</Words>
  <Application>Microsoft Office PowerPoint</Application>
  <PresentationFormat>Widescreen</PresentationFormat>
  <Paragraphs>695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Cambria Math</vt:lpstr>
      <vt:lpstr>Corbel</vt:lpstr>
      <vt:lpstr>Lucida Calligraphy</vt:lpstr>
      <vt:lpstr>Times New Roman</vt:lpstr>
      <vt:lpstr>Wingdings 2</vt:lpstr>
      <vt:lpstr>Frame</vt:lpstr>
      <vt:lpstr>FVRL: Fleming-Viot  Reinforcement Learning A method for faster optimization</vt:lpstr>
      <vt:lpstr>PowerPoint Presentation</vt:lpstr>
      <vt:lpstr>RL Examples </vt:lpstr>
      <vt:lpstr>PowerPoint Presentation</vt:lpstr>
      <vt:lpstr>Motivating example A simple queueing system where rewards are rare  Queue system dimensioning</vt:lpstr>
      <vt:lpstr>Motivating example A simple queueing system where rewards are rare  Queue system dimensioning</vt:lpstr>
      <vt:lpstr>(Summing up)  Our goal</vt:lpstr>
      <vt:lpstr>(Summing up)  The framework</vt:lpstr>
      <vt:lpstr>(Summing up)   Why Reinforcement Learning (RL)?</vt:lpstr>
      <vt:lpstr>(Summing up)  but there are challenges</vt:lpstr>
      <vt:lpstr>Existing methods      </vt:lpstr>
      <vt:lpstr> Our proposal: FVRL (Fleming-Viot RL)      </vt:lpstr>
      <vt:lpstr>Our proposal: FVRL (Fleming-Viot RL)  Leverage information about frequently visited states to force exploration elsewhere</vt:lpstr>
      <vt:lpstr>  Our proposal  Efficiently estimate the stationary state distribution  p(x)</vt:lpstr>
      <vt:lpstr>Fleming-Viot particle system helps us estimate p^π (x) efficiently</vt:lpstr>
      <vt:lpstr>Example: M/M/1/K queue  Fleming-Viot process stays closer to the rare reward than original process  </vt:lpstr>
      <vt:lpstr>Fleming-Viot estimation of p(x) is based on renewal theory</vt:lpstr>
      <vt:lpstr>We now apply the renewal theorem on the Fleming-Viot particle system to estimate  p(x)</vt:lpstr>
      <vt:lpstr>Fleming-Viot estimator of p(x) requires the estimation of 3 quantities</vt:lpstr>
      <vt:lpstr>The Fleming-Viot particle system is used to estimate P_J^ (X(t)=x|T_abs&gt;t) (the state distribution conditioned to non-absorption)</vt:lpstr>
      <vt:lpstr>The Fleming-Viot estimator of p(x) is consistent</vt:lpstr>
      <vt:lpstr>     Experimental results:  Fleming-Viot vs. Monte-Carlo estimation</vt:lpstr>
      <vt:lpstr>FVRL: Fleming-Viot Reinforcement Learning  Fleming-Viot estimation combined with policy gradient</vt:lpstr>
      <vt:lpstr>FVRL workflow</vt:lpstr>
      <vt:lpstr>Results (1): M/M/1/K queue   Objective: find the optimal capacity K</vt:lpstr>
      <vt:lpstr>Results (1): M/M/1/K queue   Objective: find the optimal capacity K</vt:lpstr>
      <vt:lpstr>Results (2): Loss Network  Objective: find optimal capacities K(l)   </vt:lpstr>
      <vt:lpstr>Results (2): Loss Network  Objective: find optimal capacities K(l)   </vt:lpstr>
      <vt:lpstr>Assumptions and limitations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Fleming-Viot particle systems to improve learning from rare events</dc:title>
  <dc:creator>Daniel Mastropietro</dc:creator>
  <cp:lastModifiedBy>Daniel Mastropietro</cp:lastModifiedBy>
  <cp:revision>450</cp:revision>
  <dcterms:created xsi:type="dcterms:W3CDTF">2023-06-25T19:06:05Z</dcterms:created>
  <dcterms:modified xsi:type="dcterms:W3CDTF">2026-05-04T12:41:57Z</dcterms:modified>
</cp:coreProperties>
</file>